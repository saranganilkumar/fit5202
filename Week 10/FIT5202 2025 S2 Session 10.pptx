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670550" cx="10080625"/>
  <p:notesSz cx="7559675" cy="10691800"/>
  <p:embeddedFontLst>
    <p:embeddedFont>
      <p:font typeface="Roboto"/>
      <p:regular r:id="rId14"/>
      <p:bold r:id="rId15"/>
      <p:italic r:id="rId16"/>
      <p:boldItalic r:id="rId17"/>
    </p:embeddedFont>
    <p:embeddedFont>
      <p:font typeface="Arial Narrow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Narrow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ArialNarrow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" Target="slides/slide1.xml"/><Relationship Id="rId19" Type="http://schemas.openxmlformats.org/officeDocument/2006/relationships/font" Target="fonts/ArialNarrow-bold.fntdata"/><Relationship Id="rId6" Type="http://schemas.openxmlformats.org/officeDocument/2006/relationships/slide" Target="slides/slide2.xml"/><Relationship Id="rId18" Type="http://schemas.openxmlformats.org/officeDocument/2006/relationships/font" Target="fonts/ArialNarrow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b4151121c4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b4151121c4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d7e4bdb7e3_0_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1d7e4bdb7e3_0_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idx="1"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6.jpg"/><Relationship Id="rId5" Type="http://schemas.openxmlformats.org/officeDocument/2006/relationships/hyperlink" Target="https://www.infoq.com/articles/traffic-data-monitoring-iot-kafka-and-spark-streaming/" TargetMode="External"/><Relationship Id="rId6" Type="http://schemas.openxmlformats.org/officeDocument/2006/relationships/hyperlink" Target="https://www.infoq.com/articles/traffic-data-monitoring-iot-kafka-and-spark-streaming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hyperlink" Target="https://www.cloudkarafka.com/blog/2016-11-30-part1-kafka-for-beginners-what-is-apache-kafka.html" TargetMode="External"/><Relationship Id="rId5" Type="http://schemas.openxmlformats.org/officeDocument/2006/relationships/image" Target="../media/image14.png"/><Relationship Id="rId6" Type="http://schemas.openxmlformats.org/officeDocument/2006/relationships/hyperlink" Target="https://www.instaclustr.com/apache-kafka-architecture/" TargetMode="External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jpg"/><Relationship Id="rId10" Type="http://schemas.openxmlformats.org/officeDocument/2006/relationships/image" Target="../media/image17.jp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9" Type="http://schemas.openxmlformats.org/officeDocument/2006/relationships/image" Target="../media/image20.png"/><Relationship Id="rId5" Type="http://schemas.openxmlformats.org/officeDocument/2006/relationships/image" Target="../media/image1.jp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hyperlink" Target="https://kafka-python.readthedocs.io/en/master/apidoc/KafkaConsumer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988200" y="677520"/>
            <a:ext cx="171360" cy="244800"/>
          </a:xfrm>
          <a:custGeom>
            <a:rect b="b" l="l" r="r" t="t"/>
            <a:pathLst>
              <a:path extrusionOk="0" h="680" w="476">
                <a:moveTo>
                  <a:pt x="429" y="0"/>
                </a:moveTo>
                <a:lnTo>
                  <a:pt x="429" y="396"/>
                </a:lnTo>
                <a:cubicBezTo>
                  <a:pt x="429" y="559"/>
                  <a:pt x="367" y="635"/>
                  <a:pt x="233" y="635"/>
                </a:cubicBezTo>
                <a:cubicBezTo>
                  <a:pt x="78" y="635"/>
                  <a:pt x="45" y="505"/>
                  <a:pt x="45" y="396"/>
                </a:cubicBezTo>
                <a:lnTo>
                  <a:pt x="45" y="0"/>
                </a:lnTo>
                <a:lnTo>
                  <a:pt x="0" y="0"/>
                </a:lnTo>
                <a:lnTo>
                  <a:pt x="0" y="396"/>
                </a:lnTo>
                <a:cubicBezTo>
                  <a:pt x="0" y="584"/>
                  <a:pt x="78" y="679"/>
                  <a:pt x="233" y="679"/>
                </a:cubicBezTo>
                <a:cubicBezTo>
                  <a:pt x="394" y="679"/>
                  <a:pt x="475" y="584"/>
                  <a:pt x="475" y="396"/>
                </a:cubicBezTo>
                <a:lnTo>
                  <a:pt x="475" y="0"/>
                </a:lnTo>
                <a:lnTo>
                  <a:pt x="42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1193760" y="739440"/>
            <a:ext cx="128160" cy="177480"/>
          </a:xfrm>
          <a:custGeom>
            <a:rect b="b" l="l" r="r" t="t"/>
            <a:pathLst>
              <a:path extrusionOk="0" h="493" w="356">
                <a:moveTo>
                  <a:pt x="195" y="0"/>
                </a:moveTo>
                <a:cubicBezTo>
                  <a:pt x="127" y="0"/>
                  <a:pt x="66" y="39"/>
                  <a:pt x="40" y="100"/>
                </a:cubicBezTo>
                <a:cubicBezTo>
                  <a:pt x="40" y="78"/>
                  <a:pt x="40" y="11"/>
                  <a:pt x="40" y="11"/>
                </a:cubicBezTo>
                <a:lnTo>
                  <a:pt x="0" y="11"/>
                </a:lnTo>
                <a:lnTo>
                  <a:pt x="0" y="492"/>
                </a:lnTo>
                <a:lnTo>
                  <a:pt x="40" y="492"/>
                </a:lnTo>
                <a:lnTo>
                  <a:pt x="40" y="232"/>
                </a:lnTo>
                <a:cubicBezTo>
                  <a:pt x="40" y="114"/>
                  <a:pt x="101" y="38"/>
                  <a:pt x="195" y="38"/>
                </a:cubicBezTo>
                <a:cubicBezTo>
                  <a:pt x="315" y="38"/>
                  <a:pt x="315" y="152"/>
                  <a:pt x="315" y="190"/>
                </a:cubicBezTo>
                <a:lnTo>
                  <a:pt x="315" y="492"/>
                </a:lnTo>
                <a:lnTo>
                  <a:pt x="355" y="492"/>
                </a:lnTo>
                <a:lnTo>
                  <a:pt x="355" y="196"/>
                </a:lnTo>
                <a:cubicBezTo>
                  <a:pt x="355" y="141"/>
                  <a:pt x="355" y="0"/>
                  <a:pt x="195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1357200" y="743040"/>
            <a:ext cx="15120" cy="173520"/>
          </a:xfrm>
          <a:custGeom>
            <a:rect b="b" l="l" r="r" t="t"/>
            <a:pathLst>
              <a:path extrusionOk="0" h="482" w="42">
                <a:moveTo>
                  <a:pt x="0" y="481"/>
                </a:moveTo>
                <a:lnTo>
                  <a:pt x="41" y="481"/>
                </a:lnTo>
                <a:lnTo>
                  <a:pt x="41" y="0"/>
                </a:lnTo>
                <a:lnTo>
                  <a:pt x="0" y="0"/>
                </a:lnTo>
                <a:lnTo>
                  <a:pt x="0" y="481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3" name="Google Shape;63;p14"/>
          <p:cNvSpPr/>
          <p:nvPr/>
        </p:nvSpPr>
        <p:spPr>
          <a:xfrm>
            <a:off x="1357200" y="690480"/>
            <a:ext cx="15120" cy="23760"/>
          </a:xfrm>
          <a:custGeom>
            <a:rect b="b" l="l" r="r" t="t"/>
            <a:pathLst>
              <a:path extrusionOk="0" h="66" w="42">
                <a:moveTo>
                  <a:pt x="0" y="65"/>
                </a:moveTo>
                <a:lnTo>
                  <a:pt x="41" y="65"/>
                </a:lnTo>
                <a:lnTo>
                  <a:pt x="41" y="0"/>
                </a:lnTo>
                <a:lnTo>
                  <a:pt x="0" y="0"/>
                </a:lnTo>
                <a:lnTo>
                  <a:pt x="0" y="65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4" name="Google Shape;64;p14"/>
          <p:cNvSpPr/>
          <p:nvPr/>
        </p:nvSpPr>
        <p:spPr>
          <a:xfrm>
            <a:off x="1388880" y="743040"/>
            <a:ext cx="142200" cy="173520"/>
          </a:xfrm>
          <a:custGeom>
            <a:rect b="b" l="l" r="r" t="t"/>
            <a:pathLst>
              <a:path extrusionOk="0" h="482" w="395">
                <a:moveTo>
                  <a:pt x="349" y="0"/>
                </a:moveTo>
                <a:cubicBezTo>
                  <a:pt x="349" y="0"/>
                  <a:pt x="207" y="413"/>
                  <a:pt x="202" y="427"/>
                </a:cubicBezTo>
                <a:cubicBezTo>
                  <a:pt x="196" y="413"/>
                  <a:pt x="45" y="0"/>
                  <a:pt x="45" y="0"/>
                </a:cubicBezTo>
                <a:lnTo>
                  <a:pt x="0" y="0"/>
                </a:lnTo>
                <a:lnTo>
                  <a:pt x="179" y="481"/>
                </a:lnTo>
                <a:lnTo>
                  <a:pt x="224" y="481"/>
                </a:lnTo>
                <a:lnTo>
                  <a:pt x="394" y="0"/>
                </a:lnTo>
                <a:lnTo>
                  <a:pt x="34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1537200" y="739440"/>
            <a:ext cx="142920" cy="181440"/>
          </a:xfrm>
          <a:custGeom>
            <a:rect b="b" l="l" r="r" t="t"/>
            <a:pathLst>
              <a:path extrusionOk="0" h="504" w="397">
                <a:moveTo>
                  <a:pt x="198" y="38"/>
                </a:moveTo>
                <a:cubicBezTo>
                  <a:pt x="298" y="38"/>
                  <a:pt x="352" y="129"/>
                  <a:pt x="355" y="222"/>
                </a:cubicBezTo>
                <a:cubicBezTo>
                  <a:pt x="347" y="222"/>
                  <a:pt x="50" y="222"/>
                  <a:pt x="41" y="222"/>
                </a:cubicBezTo>
                <a:cubicBezTo>
                  <a:pt x="50" y="129"/>
                  <a:pt x="105" y="38"/>
                  <a:pt x="198" y="38"/>
                </a:cubicBezTo>
                <a:moveTo>
                  <a:pt x="198" y="0"/>
                </a:moveTo>
                <a:cubicBezTo>
                  <a:pt x="146" y="0"/>
                  <a:pt x="101" y="20"/>
                  <a:pt x="67" y="57"/>
                </a:cubicBezTo>
                <a:cubicBezTo>
                  <a:pt x="23" y="103"/>
                  <a:pt x="0" y="178"/>
                  <a:pt x="0" y="260"/>
                </a:cubicBezTo>
                <a:cubicBezTo>
                  <a:pt x="0" y="335"/>
                  <a:pt x="21" y="401"/>
                  <a:pt x="62" y="445"/>
                </a:cubicBezTo>
                <a:cubicBezTo>
                  <a:pt x="96" y="482"/>
                  <a:pt x="143" y="503"/>
                  <a:pt x="198" y="503"/>
                </a:cubicBezTo>
                <a:cubicBezTo>
                  <a:pt x="306" y="503"/>
                  <a:pt x="375" y="441"/>
                  <a:pt x="392" y="328"/>
                </a:cubicBezTo>
                <a:lnTo>
                  <a:pt x="392" y="324"/>
                </a:lnTo>
                <a:lnTo>
                  <a:pt x="353" y="324"/>
                </a:lnTo>
                <a:lnTo>
                  <a:pt x="353" y="327"/>
                </a:lnTo>
                <a:cubicBezTo>
                  <a:pt x="336" y="413"/>
                  <a:pt x="280" y="463"/>
                  <a:pt x="198" y="463"/>
                </a:cubicBezTo>
                <a:cubicBezTo>
                  <a:pt x="155" y="463"/>
                  <a:pt x="120" y="448"/>
                  <a:pt x="94" y="418"/>
                </a:cubicBezTo>
                <a:cubicBezTo>
                  <a:pt x="60" y="382"/>
                  <a:pt x="41" y="325"/>
                  <a:pt x="41" y="261"/>
                </a:cubicBezTo>
                <a:cubicBezTo>
                  <a:pt x="47" y="261"/>
                  <a:pt x="396" y="261"/>
                  <a:pt x="396" y="261"/>
                </a:cubicBezTo>
                <a:lnTo>
                  <a:pt x="396" y="256"/>
                </a:lnTo>
                <a:cubicBezTo>
                  <a:pt x="396" y="250"/>
                  <a:pt x="396" y="244"/>
                  <a:pt x="396" y="238"/>
                </a:cubicBezTo>
                <a:cubicBezTo>
                  <a:pt x="396" y="164"/>
                  <a:pt x="376" y="101"/>
                  <a:pt x="338" y="59"/>
                </a:cubicBezTo>
                <a:cubicBezTo>
                  <a:pt x="303" y="20"/>
                  <a:pt x="257" y="0"/>
                  <a:pt x="198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1704960" y="741240"/>
            <a:ext cx="76680" cy="175680"/>
          </a:xfrm>
          <a:custGeom>
            <a:rect b="b" l="l" r="r" t="t"/>
            <a:pathLst>
              <a:path extrusionOk="0" h="488" w="213">
                <a:moveTo>
                  <a:pt x="40" y="100"/>
                </a:moveTo>
                <a:cubicBezTo>
                  <a:pt x="40" y="80"/>
                  <a:pt x="40" y="6"/>
                  <a:pt x="40" y="6"/>
                </a:cubicBezTo>
                <a:lnTo>
                  <a:pt x="0" y="6"/>
                </a:lnTo>
                <a:lnTo>
                  <a:pt x="0" y="487"/>
                </a:lnTo>
                <a:lnTo>
                  <a:pt x="40" y="487"/>
                </a:lnTo>
                <a:lnTo>
                  <a:pt x="40" y="225"/>
                </a:lnTo>
                <a:cubicBezTo>
                  <a:pt x="43" y="153"/>
                  <a:pt x="57" y="125"/>
                  <a:pt x="88" y="91"/>
                </a:cubicBezTo>
                <a:cubicBezTo>
                  <a:pt x="136" y="41"/>
                  <a:pt x="192" y="44"/>
                  <a:pt x="207" y="46"/>
                </a:cubicBezTo>
                <a:lnTo>
                  <a:pt x="212" y="47"/>
                </a:lnTo>
                <a:lnTo>
                  <a:pt x="212" y="3"/>
                </a:lnTo>
                <a:lnTo>
                  <a:pt x="207" y="3"/>
                </a:lnTo>
                <a:cubicBezTo>
                  <a:pt x="133" y="0"/>
                  <a:pt x="63" y="41"/>
                  <a:pt x="40" y="10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1785240" y="739440"/>
            <a:ext cx="128880" cy="181440"/>
          </a:xfrm>
          <a:custGeom>
            <a:rect b="b" l="l" r="r" t="t"/>
            <a:pathLst>
              <a:path extrusionOk="0" h="504" w="358">
                <a:moveTo>
                  <a:pt x="198" y="225"/>
                </a:moveTo>
                <a:lnTo>
                  <a:pt x="185" y="223"/>
                </a:lnTo>
                <a:cubicBezTo>
                  <a:pt x="118" y="207"/>
                  <a:pt x="55" y="192"/>
                  <a:pt x="55" y="124"/>
                </a:cubicBezTo>
                <a:cubicBezTo>
                  <a:pt x="55" y="60"/>
                  <a:pt x="118" y="38"/>
                  <a:pt x="177" y="38"/>
                </a:cubicBezTo>
                <a:cubicBezTo>
                  <a:pt x="226" y="38"/>
                  <a:pt x="304" y="53"/>
                  <a:pt x="304" y="154"/>
                </a:cubicBezTo>
                <a:lnTo>
                  <a:pt x="304" y="158"/>
                </a:lnTo>
                <a:lnTo>
                  <a:pt x="345" y="158"/>
                </a:lnTo>
                <a:lnTo>
                  <a:pt x="345" y="154"/>
                </a:lnTo>
                <a:cubicBezTo>
                  <a:pt x="345" y="55"/>
                  <a:pt x="287" y="0"/>
                  <a:pt x="177" y="0"/>
                </a:cubicBezTo>
                <a:cubicBezTo>
                  <a:pt x="140" y="0"/>
                  <a:pt x="15" y="8"/>
                  <a:pt x="15" y="124"/>
                </a:cubicBezTo>
                <a:cubicBezTo>
                  <a:pt x="15" y="230"/>
                  <a:pt x="105" y="250"/>
                  <a:pt x="170" y="263"/>
                </a:cubicBezTo>
                <a:lnTo>
                  <a:pt x="181" y="266"/>
                </a:lnTo>
                <a:cubicBezTo>
                  <a:pt x="252" y="282"/>
                  <a:pt x="317" y="295"/>
                  <a:pt x="317" y="367"/>
                </a:cubicBezTo>
                <a:cubicBezTo>
                  <a:pt x="317" y="455"/>
                  <a:pt x="223" y="463"/>
                  <a:pt x="182" y="463"/>
                </a:cubicBezTo>
                <a:cubicBezTo>
                  <a:pt x="100" y="463"/>
                  <a:pt x="45" y="411"/>
                  <a:pt x="40" y="330"/>
                </a:cubicBezTo>
                <a:lnTo>
                  <a:pt x="40" y="326"/>
                </a:lnTo>
                <a:lnTo>
                  <a:pt x="0" y="326"/>
                </a:lnTo>
                <a:lnTo>
                  <a:pt x="1" y="331"/>
                </a:lnTo>
                <a:cubicBezTo>
                  <a:pt x="3" y="436"/>
                  <a:pt x="73" y="503"/>
                  <a:pt x="182" y="503"/>
                </a:cubicBezTo>
                <a:cubicBezTo>
                  <a:pt x="224" y="503"/>
                  <a:pt x="357" y="493"/>
                  <a:pt x="357" y="367"/>
                </a:cubicBezTo>
                <a:cubicBezTo>
                  <a:pt x="357" y="266"/>
                  <a:pt x="287" y="243"/>
                  <a:pt x="198" y="22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1943280" y="743040"/>
            <a:ext cx="15120" cy="173520"/>
          </a:xfrm>
          <a:custGeom>
            <a:rect b="b" l="l" r="r" t="t"/>
            <a:pathLst>
              <a:path extrusionOk="0" h="482" w="42">
                <a:moveTo>
                  <a:pt x="0" y="481"/>
                </a:moveTo>
                <a:lnTo>
                  <a:pt x="41" y="481"/>
                </a:lnTo>
                <a:lnTo>
                  <a:pt x="41" y="0"/>
                </a:lnTo>
                <a:lnTo>
                  <a:pt x="0" y="0"/>
                </a:lnTo>
                <a:lnTo>
                  <a:pt x="0" y="481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9" name="Google Shape;69;p14"/>
          <p:cNvSpPr/>
          <p:nvPr/>
        </p:nvSpPr>
        <p:spPr>
          <a:xfrm>
            <a:off x="1976040" y="690840"/>
            <a:ext cx="222480" cy="286560"/>
          </a:xfrm>
          <a:custGeom>
            <a:rect b="b" l="l" r="r" t="t"/>
            <a:pathLst>
              <a:path extrusionOk="0" h="796" w="618">
                <a:moveTo>
                  <a:pt x="120" y="147"/>
                </a:moveTo>
                <a:cubicBezTo>
                  <a:pt x="120" y="139"/>
                  <a:pt x="120" y="0"/>
                  <a:pt x="120" y="0"/>
                </a:cubicBezTo>
                <a:lnTo>
                  <a:pt x="80" y="0"/>
                </a:lnTo>
                <a:cubicBezTo>
                  <a:pt x="80" y="0"/>
                  <a:pt x="80" y="139"/>
                  <a:pt x="80" y="147"/>
                </a:cubicBezTo>
                <a:cubicBezTo>
                  <a:pt x="73" y="147"/>
                  <a:pt x="0" y="147"/>
                  <a:pt x="0" y="147"/>
                </a:cubicBezTo>
                <a:lnTo>
                  <a:pt x="0" y="186"/>
                </a:lnTo>
                <a:cubicBezTo>
                  <a:pt x="0" y="186"/>
                  <a:pt x="73" y="186"/>
                  <a:pt x="80" y="186"/>
                </a:cubicBezTo>
                <a:cubicBezTo>
                  <a:pt x="80" y="193"/>
                  <a:pt x="80" y="511"/>
                  <a:pt x="80" y="511"/>
                </a:cubicBezTo>
                <a:cubicBezTo>
                  <a:pt x="80" y="513"/>
                  <a:pt x="79" y="516"/>
                  <a:pt x="79" y="518"/>
                </a:cubicBezTo>
                <a:cubicBezTo>
                  <a:pt x="79" y="556"/>
                  <a:pt x="89" y="582"/>
                  <a:pt x="106" y="600"/>
                </a:cubicBezTo>
                <a:cubicBezTo>
                  <a:pt x="132" y="628"/>
                  <a:pt x="176" y="628"/>
                  <a:pt x="212" y="627"/>
                </a:cubicBezTo>
                <a:lnTo>
                  <a:pt x="215" y="626"/>
                </a:lnTo>
                <a:lnTo>
                  <a:pt x="215" y="588"/>
                </a:lnTo>
                <a:lnTo>
                  <a:pt x="211" y="588"/>
                </a:lnTo>
                <a:cubicBezTo>
                  <a:pt x="175" y="589"/>
                  <a:pt x="151" y="587"/>
                  <a:pt x="137" y="571"/>
                </a:cubicBezTo>
                <a:cubicBezTo>
                  <a:pt x="126" y="561"/>
                  <a:pt x="120" y="541"/>
                  <a:pt x="120" y="511"/>
                </a:cubicBezTo>
                <a:cubicBezTo>
                  <a:pt x="120" y="511"/>
                  <a:pt x="120" y="193"/>
                  <a:pt x="120" y="186"/>
                </a:cubicBezTo>
                <a:cubicBezTo>
                  <a:pt x="127" y="186"/>
                  <a:pt x="207" y="186"/>
                  <a:pt x="231" y="186"/>
                </a:cubicBezTo>
                <a:cubicBezTo>
                  <a:pt x="274" y="298"/>
                  <a:pt x="401" y="616"/>
                  <a:pt x="402" y="620"/>
                </a:cubicBezTo>
                <a:cubicBezTo>
                  <a:pt x="383" y="679"/>
                  <a:pt x="370" y="714"/>
                  <a:pt x="358" y="728"/>
                </a:cubicBezTo>
                <a:cubicBezTo>
                  <a:pt x="336" y="749"/>
                  <a:pt x="316" y="756"/>
                  <a:pt x="269" y="756"/>
                </a:cubicBezTo>
                <a:lnTo>
                  <a:pt x="266" y="756"/>
                </a:lnTo>
                <a:lnTo>
                  <a:pt x="266" y="795"/>
                </a:lnTo>
                <a:lnTo>
                  <a:pt x="269" y="795"/>
                </a:lnTo>
                <a:cubicBezTo>
                  <a:pt x="317" y="795"/>
                  <a:pt x="349" y="793"/>
                  <a:pt x="375" y="773"/>
                </a:cubicBezTo>
                <a:cubicBezTo>
                  <a:pt x="394" y="757"/>
                  <a:pt x="408" y="724"/>
                  <a:pt x="427" y="674"/>
                </a:cubicBezTo>
                <a:lnTo>
                  <a:pt x="617" y="147"/>
                </a:lnTo>
                <a:lnTo>
                  <a:pt x="572" y="147"/>
                </a:lnTo>
                <a:cubicBezTo>
                  <a:pt x="572" y="147"/>
                  <a:pt x="431" y="551"/>
                  <a:pt x="424" y="570"/>
                </a:cubicBezTo>
                <a:cubicBezTo>
                  <a:pt x="418" y="551"/>
                  <a:pt x="263" y="147"/>
                  <a:pt x="263" y="147"/>
                </a:cubicBezTo>
                <a:lnTo>
                  <a:pt x="120" y="14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1943280" y="690480"/>
            <a:ext cx="15120" cy="23760"/>
          </a:xfrm>
          <a:custGeom>
            <a:rect b="b" l="l" r="r" t="t"/>
            <a:pathLst>
              <a:path extrusionOk="0" h="66" w="42">
                <a:moveTo>
                  <a:pt x="0" y="65"/>
                </a:moveTo>
                <a:lnTo>
                  <a:pt x="41" y="65"/>
                </a:lnTo>
                <a:lnTo>
                  <a:pt x="41" y="0"/>
                </a:lnTo>
                <a:lnTo>
                  <a:pt x="0" y="0"/>
                </a:lnTo>
                <a:lnTo>
                  <a:pt x="0" y="65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71" name="Google Shape;71;p14"/>
          <p:cNvSpPr/>
          <p:nvPr/>
        </p:nvSpPr>
        <p:spPr>
          <a:xfrm>
            <a:off x="1235520" y="389880"/>
            <a:ext cx="239400" cy="251280"/>
          </a:xfrm>
          <a:custGeom>
            <a:rect b="b" l="l" r="r" t="t"/>
            <a:pathLst>
              <a:path extrusionOk="0" h="698" w="665">
                <a:moveTo>
                  <a:pt x="334" y="48"/>
                </a:moveTo>
                <a:cubicBezTo>
                  <a:pt x="198" y="48"/>
                  <a:pt x="103" y="154"/>
                  <a:pt x="103" y="334"/>
                </a:cubicBezTo>
                <a:cubicBezTo>
                  <a:pt x="103" y="548"/>
                  <a:pt x="222" y="646"/>
                  <a:pt x="336" y="646"/>
                </a:cubicBezTo>
                <a:cubicBezTo>
                  <a:pt x="470" y="646"/>
                  <a:pt x="560" y="535"/>
                  <a:pt x="560" y="357"/>
                </a:cubicBezTo>
                <a:cubicBezTo>
                  <a:pt x="562" y="169"/>
                  <a:pt x="470" y="48"/>
                  <a:pt x="334" y="48"/>
                </a:cubicBezTo>
                <a:moveTo>
                  <a:pt x="327" y="691"/>
                </a:moveTo>
                <a:cubicBezTo>
                  <a:pt x="149" y="688"/>
                  <a:pt x="0" y="541"/>
                  <a:pt x="4" y="338"/>
                </a:cubicBezTo>
                <a:cubicBezTo>
                  <a:pt x="10" y="179"/>
                  <a:pt x="128" y="0"/>
                  <a:pt x="346" y="6"/>
                </a:cubicBezTo>
                <a:cubicBezTo>
                  <a:pt x="496" y="9"/>
                  <a:pt x="664" y="131"/>
                  <a:pt x="660" y="355"/>
                </a:cubicBezTo>
                <a:cubicBezTo>
                  <a:pt x="656" y="577"/>
                  <a:pt x="479" y="697"/>
                  <a:pt x="327" y="69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2080080" y="394920"/>
            <a:ext cx="210240" cy="241200"/>
          </a:xfrm>
          <a:custGeom>
            <a:rect b="b" l="l" r="r" t="t"/>
            <a:pathLst>
              <a:path extrusionOk="0" h="670" w="584">
                <a:moveTo>
                  <a:pt x="583" y="9"/>
                </a:moveTo>
                <a:lnTo>
                  <a:pt x="583" y="0"/>
                </a:lnTo>
                <a:lnTo>
                  <a:pt x="407" y="0"/>
                </a:lnTo>
                <a:lnTo>
                  <a:pt x="407" y="9"/>
                </a:lnTo>
                <a:cubicBezTo>
                  <a:pt x="441" y="13"/>
                  <a:pt x="451" y="20"/>
                  <a:pt x="451" y="73"/>
                </a:cubicBezTo>
                <a:lnTo>
                  <a:pt x="451" y="306"/>
                </a:lnTo>
                <a:lnTo>
                  <a:pt x="132" y="306"/>
                </a:lnTo>
                <a:lnTo>
                  <a:pt x="132" y="73"/>
                </a:lnTo>
                <a:cubicBezTo>
                  <a:pt x="132" y="20"/>
                  <a:pt x="142" y="13"/>
                  <a:pt x="177" y="9"/>
                </a:cubicBezTo>
                <a:lnTo>
                  <a:pt x="177" y="0"/>
                </a:lnTo>
                <a:lnTo>
                  <a:pt x="0" y="0"/>
                </a:lnTo>
                <a:lnTo>
                  <a:pt x="0" y="9"/>
                </a:lnTo>
                <a:cubicBezTo>
                  <a:pt x="34" y="13"/>
                  <a:pt x="44" y="20"/>
                  <a:pt x="44" y="73"/>
                </a:cubicBezTo>
                <a:lnTo>
                  <a:pt x="44" y="596"/>
                </a:lnTo>
                <a:cubicBezTo>
                  <a:pt x="44" y="650"/>
                  <a:pt x="34" y="657"/>
                  <a:pt x="0" y="659"/>
                </a:cubicBezTo>
                <a:lnTo>
                  <a:pt x="0" y="669"/>
                </a:lnTo>
                <a:lnTo>
                  <a:pt x="177" y="669"/>
                </a:lnTo>
                <a:lnTo>
                  <a:pt x="177" y="659"/>
                </a:lnTo>
                <a:cubicBezTo>
                  <a:pt x="142" y="657"/>
                  <a:pt x="132" y="650"/>
                  <a:pt x="132" y="596"/>
                </a:cubicBezTo>
                <a:lnTo>
                  <a:pt x="132" y="345"/>
                </a:lnTo>
                <a:lnTo>
                  <a:pt x="451" y="345"/>
                </a:lnTo>
                <a:lnTo>
                  <a:pt x="451" y="596"/>
                </a:lnTo>
                <a:cubicBezTo>
                  <a:pt x="451" y="650"/>
                  <a:pt x="441" y="657"/>
                  <a:pt x="407" y="659"/>
                </a:cubicBezTo>
                <a:lnTo>
                  <a:pt x="407" y="669"/>
                </a:lnTo>
                <a:lnTo>
                  <a:pt x="583" y="669"/>
                </a:lnTo>
                <a:lnTo>
                  <a:pt x="583" y="659"/>
                </a:lnTo>
                <a:cubicBezTo>
                  <a:pt x="548" y="657"/>
                  <a:pt x="539" y="650"/>
                  <a:pt x="539" y="596"/>
                </a:cubicBezTo>
                <a:lnTo>
                  <a:pt x="539" y="73"/>
                </a:lnTo>
                <a:cubicBezTo>
                  <a:pt x="539" y="20"/>
                  <a:pt x="548" y="13"/>
                  <a:pt x="583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1489320" y="394920"/>
            <a:ext cx="205200" cy="241200"/>
          </a:xfrm>
          <a:custGeom>
            <a:rect b="b" l="l" r="r" t="t"/>
            <a:pathLst>
              <a:path extrusionOk="0" h="670" w="570">
                <a:moveTo>
                  <a:pt x="1" y="0"/>
                </a:moveTo>
                <a:lnTo>
                  <a:pt x="1" y="9"/>
                </a:lnTo>
                <a:cubicBezTo>
                  <a:pt x="35" y="12"/>
                  <a:pt x="44" y="15"/>
                  <a:pt x="44" y="55"/>
                </a:cubicBezTo>
                <a:lnTo>
                  <a:pt x="44" y="596"/>
                </a:lnTo>
                <a:cubicBezTo>
                  <a:pt x="44" y="650"/>
                  <a:pt x="35" y="657"/>
                  <a:pt x="0" y="659"/>
                </a:cubicBezTo>
                <a:lnTo>
                  <a:pt x="0" y="669"/>
                </a:lnTo>
                <a:lnTo>
                  <a:pt x="134" y="669"/>
                </a:lnTo>
                <a:lnTo>
                  <a:pt x="134" y="659"/>
                </a:lnTo>
                <a:cubicBezTo>
                  <a:pt x="98" y="657"/>
                  <a:pt x="89" y="650"/>
                  <a:pt x="89" y="596"/>
                </a:cubicBezTo>
                <a:lnTo>
                  <a:pt x="89" y="109"/>
                </a:lnTo>
                <a:cubicBezTo>
                  <a:pt x="89" y="119"/>
                  <a:pt x="435" y="571"/>
                  <a:pt x="510" y="669"/>
                </a:cubicBezTo>
                <a:lnTo>
                  <a:pt x="525" y="669"/>
                </a:lnTo>
                <a:lnTo>
                  <a:pt x="525" y="55"/>
                </a:lnTo>
                <a:cubicBezTo>
                  <a:pt x="525" y="15"/>
                  <a:pt x="535" y="12"/>
                  <a:pt x="569" y="9"/>
                </a:cubicBezTo>
                <a:lnTo>
                  <a:pt x="569" y="0"/>
                </a:lnTo>
                <a:lnTo>
                  <a:pt x="437" y="0"/>
                </a:lnTo>
                <a:lnTo>
                  <a:pt x="437" y="9"/>
                </a:lnTo>
                <a:cubicBezTo>
                  <a:pt x="471" y="12"/>
                  <a:pt x="481" y="15"/>
                  <a:pt x="481" y="55"/>
                </a:cubicBezTo>
                <a:lnTo>
                  <a:pt x="481" y="478"/>
                </a:lnTo>
                <a:lnTo>
                  <a:pt x="120" y="0"/>
                </a:lnTo>
                <a:lnTo>
                  <a:pt x="1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1696320" y="394920"/>
            <a:ext cx="209520" cy="241200"/>
          </a:xfrm>
          <a:custGeom>
            <a:rect b="b" l="l" r="r" t="t"/>
            <a:pathLst>
              <a:path extrusionOk="0" h="670" w="582">
                <a:moveTo>
                  <a:pt x="163" y="427"/>
                </a:moveTo>
                <a:cubicBezTo>
                  <a:pt x="203" y="321"/>
                  <a:pt x="267" y="152"/>
                  <a:pt x="267" y="152"/>
                </a:cubicBezTo>
                <a:cubicBezTo>
                  <a:pt x="267" y="152"/>
                  <a:pt x="322" y="303"/>
                  <a:pt x="369" y="427"/>
                </a:cubicBezTo>
                <a:lnTo>
                  <a:pt x="163" y="427"/>
                </a:lnTo>
                <a:moveTo>
                  <a:pt x="298" y="0"/>
                </a:moveTo>
                <a:lnTo>
                  <a:pt x="286" y="0"/>
                </a:lnTo>
                <a:cubicBezTo>
                  <a:pt x="254" y="81"/>
                  <a:pt x="107" y="450"/>
                  <a:pt x="56" y="578"/>
                </a:cubicBezTo>
                <a:cubicBezTo>
                  <a:pt x="49" y="601"/>
                  <a:pt x="34" y="637"/>
                  <a:pt x="23" y="648"/>
                </a:cubicBezTo>
                <a:cubicBezTo>
                  <a:pt x="15" y="658"/>
                  <a:pt x="8" y="659"/>
                  <a:pt x="0" y="659"/>
                </a:cubicBezTo>
                <a:lnTo>
                  <a:pt x="0" y="669"/>
                </a:lnTo>
                <a:lnTo>
                  <a:pt x="118" y="669"/>
                </a:lnTo>
                <a:lnTo>
                  <a:pt x="118" y="659"/>
                </a:lnTo>
                <a:cubicBezTo>
                  <a:pt x="108" y="659"/>
                  <a:pt x="88" y="659"/>
                  <a:pt x="87" y="641"/>
                </a:cubicBezTo>
                <a:cubicBezTo>
                  <a:pt x="86" y="634"/>
                  <a:pt x="87" y="628"/>
                  <a:pt x="90" y="621"/>
                </a:cubicBezTo>
                <a:cubicBezTo>
                  <a:pt x="94" y="608"/>
                  <a:pt x="118" y="543"/>
                  <a:pt x="148" y="469"/>
                </a:cubicBezTo>
                <a:lnTo>
                  <a:pt x="385" y="469"/>
                </a:lnTo>
                <a:cubicBezTo>
                  <a:pt x="408" y="531"/>
                  <a:pt x="430" y="586"/>
                  <a:pt x="440" y="609"/>
                </a:cubicBezTo>
                <a:cubicBezTo>
                  <a:pt x="442" y="616"/>
                  <a:pt x="449" y="632"/>
                  <a:pt x="449" y="641"/>
                </a:cubicBezTo>
                <a:cubicBezTo>
                  <a:pt x="449" y="659"/>
                  <a:pt x="433" y="659"/>
                  <a:pt x="417" y="659"/>
                </a:cubicBezTo>
                <a:lnTo>
                  <a:pt x="417" y="669"/>
                </a:lnTo>
                <a:lnTo>
                  <a:pt x="581" y="669"/>
                </a:lnTo>
                <a:lnTo>
                  <a:pt x="581" y="659"/>
                </a:lnTo>
                <a:cubicBezTo>
                  <a:pt x="560" y="658"/>
                  <a:pt x="554" y="652"/>
                  <a:pt x="539" y="616"/>
                </a:cubicBezTo>
                <a:lnTo>
                  <a:pt x="298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977040" y="394920"/>
            <a:ext cx="244440" cy="241200"/>
          </a:xfrm>
          <a:custGeom>
            <a:rect b="b" l="l" r="r" t="t"/>
            <a:pathLst>
              <a:path extrusionOk="0" h="670" w="679">
                <a:moveTo>
                  <a:pt x="0" y="0"/>
                </a:moveTo>
                <a:lnTo>
                  <a:pt x="0" y="9"/>
                </a:lnTo>
                <a:cubicBezTo>
                  <a:pt x="20" y="11"/>
                  <a:pt x="31" y="13"/>
                  <a:pt x="36" y="21"/>
                </a:cubicBezTo>
                <a:cubicBezTo>
                  <a:pt x="40" y="24"/>
                  <a:pt x="41" y="27"/>
                  <a:pt x="42" y="31"/>
                </a:cubicBezTo>
                <a:cubicBezTo>
                  <a:pt x="43" y="34"/>
                  <a:pt x="43" y="38"/>
                  <a:pt x="43" y="41"/>
                </a:cubicBezTo>
                <a:cubicBezTo>
                  <a:pt x="44" y="45"/>
                  <a:pt x="44" y="50"/>
                  <a:pt x="44" y="55"/>
                </a:cubicBezTo>
                <a:lnTo>
                  <a:pt x="44" y="596"/>
                </a:lnTo>
                <a:cubicBezTo>
                  <a:pt x="44" y="650"/>
                  <a:pt x="34" y="657"/>
                  <a:pt x="0" y="659"/>
                </a:cubicBezTo>
                <a:lnTo>
                  <a:pt x="0" y="669"/>
                </a:lnTo>
                <a:lnTo>
                  <a:pt x="132" y="669"/>
                </a:lnTo>
                <a:lnTo>
                  <a:pt x="132" y="659"/>
                </a:lnTo>
                <a:cubicBezTo>
                  <a:pt x="97" y="657"/>
                  <a:pt x="87" y="650"/>
                  <a:pt x="87" y="596"/>
                </a:cubicBezTo>
                <a:lnTo>
                  <a:pt x="87" y="132"/>
                </a:lnTo>
                <a:cubicBezTo>
                  <a:pt x="87" y="123"/>
                  <a:pt x="85" y="107"/>
                  <a:pt x="85" y="107"/>
                </a:cubicBezTo>
                <a:lnTo>
                  <a:pt x="94" y="132"/>
                </a:lnTo>
                <a:lnTo>
                  <a:pt x="308" y="666"/>
                </a:lnTo>
                <a:lnTo>
                  <a:pt x="321" y="666"/>
                </a:lnTo>
                <a:lnTo>
                  <a:pt x="541" y="116"/>
                </a:lnTo>
                <a:lnTo>
                  <a:pt x="548" y="94"/>
                </a:lnTo>
                <a:cubicBezTo>
                  <a:pt x="548" y="94"/>
                  <a:pt x="546" y="104"/>
                  <a:pt x="546" y="114"/>
                </a:cubicBezTo>
                <a:lnTo>
                  <a:pt x="546" y="596"/>
                </a:lnTo>
                <a:cubicBezTo>
                  <a:pt x="546" y="650"/>
                  <a:pt x="536" y="657"/>
                  <a:pt x="500" y="659"/>
                </a:cubicBezTo>
                <a:lnTo>
                  <a:pt x="500" y="669"/>
                </a:lnTo>
                <a:lnTo>
                  <a:pt x="678" y="669"/>
                </a:lnTo>
                <a:lnTo>
                  <a:pt x="678" y="659"/>
                </a:lnTo>
                <a:cubicBezTo>
                  <a:pt x="643" y="657"/>
                  <a:pt x="633" y="650"/>
                  <a:pt x="633" y="596"/>
                </a:cubicBezTo>
                <a:lnTo>
                  <a:pt x="633" y="55"/>
                </a:lnTo>
                <a:cubicBezTo>
                  <a:pt x="633" y="15"/>
                  <a:pt x="643" y="12"/>
                  <a:pt x="677" y="9"/>
                </a:cubicBezTo>
                <a:lnTo>
                  <a:pt x="677" y="0"/>
                </a:lnTo>
                <a:lnTo>
                  <a:pt x="539" y="0"/>
                </a:lnTo>
                <a:lnTo>
                  <a:pt x="341" y="504"/>
                </a:lnTo>
                <a:lnTo>
                  <a:pt x="139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1915560" y="392400"/>
            <a:ext cx="135360" cy="247320"/>
          </a:xfrm>
          <a:custGeom>
            <a:rect b="b" l="l" r="r" t="t"/>
            <a:pathLst>
              <a:path extrusionOk="0" h="687" w="376">
                <a:moveTo>
                  <a:pt x="2" y="631"/>
                </a:moveTo>
                <a:cubicBezTo>
                  <a:pt x="44" y="658"/>
                  <a:pt x="107" y="686"/>
                  <a:pt x="172" y="686"/>
                </a:cubicBezTo>
                <a:cubicBezTo>
                  <a:pt x="173" y="686"/>
                  <a:pt x="175" y="686"/>
                  <a:pt x="176" y="686"/>
                </a:cubicBezTo>
                <a:cubicBezTo>
                  <a:pt x="273" y="684"/>
                  <a:pt x="375" y="606"/>
                  <a:pt x="375" y="485"/>
                </a:cubicBezTo>
                <a:cubicBezTo>
                  <a:pt x="375" y="353"/>
                  <a:pt x="289" y="322"/>
                  <a:pt x="202" y="275"/>
                </a:cubicBezTo>
                <a:cubicBezTo>
                  <a:pt x="115" y="229"/>
                  <a:pt x="77" y="205"/>
                  <a:pt x="77" y="143"/>
                </a:cubicBezTo>
                <a:cubicBezTo>
                  <a:pt x="77" y="101"/>
                  <a:pt x="103" y="39"/>
                  <a:pt x="180" y="39"/>
                </a:cubicBezTo>
                <a:cubicBezTo>
                  <a:pt x="205" y="39"/>
                  <a:pt x="226" y="46"/>
                  <a:pt x="245" y="57"/>
                </a:cubicBezTo>
                <a:cubicBezTo>
                  <a:pt x="308" y="94"/>
                  <a:pt x="311" y="147"/>
                  <a:pt x="319" y="180"/>
                </a:cubicBezTo>
                <a:lnTo>
                  <a:pt x="329" y="180"/>
                </a:lnTo>
                <a:lnTo>
                  <a:pt x="323" y="32"/>
                </a:lnTo>
                <a:cubicBezTo>
                  <a:pt x="283" y="14"/>
                  <a:pt x="251" y="6"/>
                  <a:pt x="228" y="2"/>
                </a:cubicBezTo>
                <a:cubicBezTo>
                  <a:pt x="215" y="1"/>
                  <a:pt x="203" y="0"/>
                  <a:pt x="193" y="0"/>
                </a:cubicBezTo>
                <a:cubicBezTo>
                  <a:pt x="106" y="0"/>
                  <a:pt x="2" y="56"/>
                  <a:pt x="2" y="173"/>
                </a:cubicBezTo>
                <a:cubicBezTo>
                  <a:pt x="2" y="254"/>
                  <a:pt x="47" y="305"/>
                  <a:pt x="137" y="351"/>
                </a:cubicBezTo>
                <a:cubicBezTo>
                  <a:pt x="225" y="399"/>
                  <a:pt x="291" y="418"/>
                  <a:pt x="291" y="512"/>
                </a:cubicBezTo>
                <a:cubicBezTo>
                  <a:pt x="291" y="561"/>
                  <a:pt x="266" y="645"/>
                  <a:pt x="166" y="645"/>
                </a:cubicBezTo>
                <a:cubicBezTo>
                  <a:pt x="128" y="645"/>
                  <a:pt x="95" y="629"/>
                  <a:pt x="71" y="607"/>
                </a:cubicBezTo>
                <a:cubicBezTo>
                  <a:pt x="12" y="548"/>
                  <a:pt x="13" y="500"/>
                  <a:pt x="9" y="482"/>
                </a:cubicBezTo>
                <a:lnTo>
                  <a:pt x="0" y="482"/>
                </a:lnTo>
                <a:lnTo>
                  <a:pt x="2" y="6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473760" y="394200"/>
            <a:ext cx="338400" cy="462240"/>
          </a:xfrm>
          <a:custGeom>
            <a:rect b="b" l="l" r="r" t="t"/>
            <a:pathLst>
              <a:path extrusionOk="0" h="1284" w="940">
                <a:moveTo>
                  <a:pt x="3" y="513"/>
                </a:moveTo>
                <a:cubicBezTo>
                  <a:pt x="3" y="541"/>
                  <a:pt x="0" y="752"/>
                  <a:pt x="124" y="972"/>
                </a:cubicBezTo>
                <a:cubicBezTo>
                  <a:pt x="235" y="1169"/>
                  <a:pt x="400" y="1255"/>
                  <a:pt x="469" y="1283"/>
                </a:cubicBezTo>
                <a:cubicBezTo>
                  <a:pt x="541" y="1255"/>
                  <a:pt x="705" y="1169"/>
                  <a:pt x="815" y="972"/>
                </a:cubicBezTo>
                <a:cubicBezTo>
                  <a:pt x="939" y="752"/>
                  <a:pt x="936" y="541"/>
                  <a:pt x="936" y="513"/>
                </a:cubicBezTo>
                <a:lnTo>
                  <a:pt x="936" y="0"/>
                </a:lnTo>
                <a:lnTo>
                  <a:pt x="3" y="0"/>
                </a:lnTo>
                <a:lnTo>
                  <a:pt x="3" y="513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414360" y="666000"/>
            <a:ext cx="456840" cy="260640"/>
          </a:xfrm>
          <a:custGeom>
            <a:rect b="b" l="l" r="r" t="t"/>
            <a:pathLst>
              <a:path extrusionOk="0" h="724" w="1269">
                <a:moveTo>
                  <a:pt x="1156" y="0"/>
                </a:moveTo>
                <a:lnTo>
                  <a:pt x="1152" y="17"/>
                </a:lnTo>
                <a:cubicBezTo>
                  <a:pt x="1146" y="37"/>
                  <a:pt x="1140" y="56"/>
                  <a:pt x="1134" y="73"/>
                </a:cubicBezTo>
                <a:lnTo>
                  <a:pt x="1094" y="34"/>
                </a:lnTo>
                <a:lnTo>
                  <a:pt x="1088" y="50"/>
                </a:lnTo>
                <a:cubicBezTo>
                  <a:pt x="1067" y="119"/>
                  <a:pt x="1040" y="183"/>
                  <a:pt x="1006" y="241"/>
                </a:cubicBezTo>
                <a:cubicBezTo>
                  <a:pt x="918" y="391"/>
                  <a:pt x="795" y="501"/>
                  <a:pt x="648" y="558"/>
                </a:cubicBezTo>
                <a:cubicBezTo>
                  <a:pt x="648" y="558"/>
                  <a:pt x="638" y="562"/>
                  <a:pt x="633" y="564"/>
                </a:cubicBezTo>
                <a:cubicBezTo>
                  <a:pt x="628" y="562"/>
                  <a:pt x="618" y="558"/>
                  <a:pt x="618" y="558"/>
                </a:cubicBezTo>
                <a:cubicBezTo>
                  <a:pt x="473" y="501"/>
                  <a:pt x="349" y="391"/>
                  <a:pt x="262" y="241"/>
                </a:cubicBezTo>
                <a:cubicBezTo>
                  <a:pt x="229" y="183"/>
                  <a:pt x="201" y="120"/>
                  <a:pt x="180" y="50"/>
                </a:cubicBezTo>
                <a:lnTo>
                  <a:pt x="174" y="34"/>
                </a:lnTo>
                <a:lnTo>
                  <a:pt x="163" y="46"/>
                </a:lnTo>
                <a:lnTo>
                  <a:pt x="134" y="73"/>
                </a:lnTo>
                <a:cubicBezTo>
                  <a:pt x="128" y="55"/>
                  <a:pt x="122" y="37"/>
                  <a:pt x="117" y="17"/>
                </a:cubicBezTo>
                <a:lnTo>
                  <a:pt x="112" y="0"/>
                </a:lnTo>
                <a:lnTo>
                  <a:pt x="100" y="11"/>
                </a:lnTo>
                <a:lnTo>
                  <a:pt x="0" y="109"/>
                </a:lnTo>
                <a:lnTo>
                  <a:pt x="2" y="115"/>
                </a:lnTo>
                <a:cubicBezTo>
                  <a:pt x="25" y="198"/>
                  <a:pt x="65" y="282"/>
                  <a:pt x="94" y="339"/>
                </a:cubicBezTo>
                <a:lnTo>
                  <a:pt x="99" y="351"/>
                </a:lnTo>
                <a:lnTo>
                  <a:pt x="141" y="311"/>
                </a:lnTo>
                <a:cubicBezTo>
                  <a:pt x="143" y="313"/>
                  <a:pt x="144" y="316"/>
                  <a:pt x="147" y="319"/>
                </a:cubicBezTo>
                <a:cubicBezTo>
                  <a:pt x="250" y="498"/>
                  <a:pt x="397" y="628"/>
                  <a:pt x="572" y="698"/>
                </a:cubicBezTo>
                <a:lnTo>
                  <a:pt x="633" y="723"/>
                </a:lnTo>
                <a:lnTo>
                  <a:pt x="696" y="698"/>
                </a:lnTo>
                <a:cubicBezTo>
                  <a:pt x="871" y="628"/>
                  <a:pt x="1017" y="498"/>
                  <a:pt x="1122" y="319"/>
                </a:cubicBezTo>
                <a:cubicBezTo>
                  <a:pt x="1123" y="316"/>
                  <a:pt x="1126" y="313"/>
                  <a:pt x="1127" y="311"/>
                </a:cubicBezTo>
                <a:lnTo>
                  <a:pt x="1169" y="351"/>
                </a:lnTo>
                <a:lnTo>
                  <a:pt x="1174" y="339"/>
                </a:lnTo>
                <a:cubicBezTo>
                  <a:pt x="1204" y="283"/>
                  <a:pt x="1242" y="199"/>
                  <a:pt x="1267" y="115"/>
                </a:cubicBezTo>
                <a:lnTo>
                  <a:pt x="1268" y="109"/>
                </a:lnTo>
                <a:lnTo>
                  <a:pt x="1156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774000" y="473040"/>
            <a:ext cx="8640" cy="16560"/>
          </a:xfrm>
          <a:custGeom>
            <a:rect b="b" l="l" r="r" t="t"/>
            <a:pathLst>
              <a:path extrusionOk="0" h="46" w="24">
                <a:moveTo>
                  <a:pt x="23" y="6"/>
                </a:moveTo>
                <a:cubicBezTo>
                  <a:pt x="23" y="13"/>
                  <a:pt x="22" y="20"/>
                  <a:pt x="18" y="26"/>
                </a:cubicBezTo>
                <a:cubicBezTo>
                  <a:pt x="17" y="30"/>
                  <a:pt x="14" y="34"/>
                  <a:pt x="11" y="38"/>
                </a:cubicBezTo>
                <a:cubicBezTo>
                  <a:pt x="8" y="39"/>
                  <a:pt x="3" y="41"/>
                  <a:pt x="0" y="45"/>
                </a:cubicBezTo>
                <a:cubicBezTo>
                  <a:pt x="0" y="44"/>
                  <a:pt x="0" y="41"/>
                  <a:pt x="0" y="39"/>
                </a:cubicBezTo>
                <a:cubicBezTo>
                  <a:pt x="0" y="32"/>
                  <a:pt x="1" y="25"/>
                  <a:pt x="4" y="18"/>
                </a:cubicBezTo>
                <a:cubicBezTo>
                  <a:pt x="8" y="11"/>
                  <a:pt x="14" y="5"/>
                  <a:pt x="23" y="0"/>
                </a:cubicBezTo>
                <a:cubicBezTo>
                  <a:pt x="23" y="2"/>
                  <a:pt x="23" y="5"/>
                  <a:pt x="2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747000" y="523440"/>
            <a:ext cx="16920" cy="7560"/>
          </a:xfrm>
          <a:custGeom>
            <a:rect b="b" l="l" r="r" t="t"/>
            <a:pathLst>
              <a:path extrusionOk="0" h="21" w="47">
                <a:moveTo>
                  <a:pt x="22" y="1"/>
                </a:moveTo>
                <a:cubicBezTo>
                  <a:pt x="31" y="0"/>
                  <a:pt x="39" y="1"/>
                  <a:pt x="46" y="6"/>
                </a:cubicBezTo>
                <a:cubicBezTo>
                  <a:pt x="41" y="12"/>
                  <a:pt x="34" y="18"/>
                  <a:pt x="24" y="19"/>
                </a:cubicBezTo>
                <a:cubicBezTo>
                  <a:pt x="15" y="20"/>
                  <a:pt x="8" y="18"/>
                  <a:pt x="0" y="14"/>
                </a:cubicBezTo>
                <a:cubicBezTo>
                  <a:pt x="7" y="7"/>
                  <a:pt x="13" y="3"/>
                  <a:pt x="22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740520" y="514440"/>
            <a:ext cx="9720" cy="15120"/>
          </a:xfrm>
          <a:custGeom>
            <a:rect b="b" l="l" r="r" t="t"/>
            <a:pathLst>
              <a:path extrusionOk="0" h="42" w="27">
                <a:moveTo>
                  <a:pt x="0" y="41"/>
                </a:moveTo>
                <a:cubicBezTo>
                  <a:pt x="0" y="41"/>
                  <a:pt x="0" y="40"/>
                  <a:pt x="0" y="39"/>
                </a:cubicBezTo>
                <a:cubicBezTo>
                  <a:pt x="0" y="31"/>
                  <a:pt x="2" y="24"/>
                  <a:pt x="7" y="17"/>
                </a:cubicBezTo>
                <a:cubicBezTo>
                  <a:pt x="11" y="9"/>
                  <a:pt x="18" y="5"/>
                  <a:pt x="25" y="0"/>
                </a:cubicBezTo>
                <a:cubicBezTo>
                  <a:pt x="25" y="1"/>
                  <a:pt x="26" y="2"/>
                  <a:pt x="26" y="4"/>
                </a:cubicBezTo>
                <a:cubicBezTo>
                  <a:pt x="26" y="12"/>
                  <a:pt x="23" y="19"/>
                  <a:pt x="20" y="26"/>
                </a:cubicBezTo>
                <a:cubicBezTo>
                  <a:pt x="14" y="33"/>
                  <a:pt x="8" y="38"/>
                  <a:pt x="0" y="4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750240" y="507600"/>
            <a:ext cx="7200" cy="15840"/>
          </a:xfrm>
          <a:custGeom>
            <a:rect b="b" l="l" r="r" t="t"/>
            <a:pathLst>
              <a:path extrusionOk="0" h="44" w="20">
                <a:moveTo>
                  <a:pt x="3" y="13"/>
                </a:moveTo>
                <a:cubicBezTo>
                  <a:pt x="7" y="8"/>
                  <a:pt x="12" y="4"/>
                  <a:pt x="17" y="0"/>
                </a:cubicBezTo>
                <a:cubicBezTo>
                  <a:pt x="18" y="4"/>
                  <a:pt x="19" y="7"/>
                  <a:pt x="19" y="11"/>
                </a:cubicBezTo>
                <a:cubicBezTo>
                  <a:pt x="19" y="15"/>
                  <a:pt x="19" y="20"/>
                  <a:pt x="17" y="26"/>
                </a:cubicBezTo>
                <a:cubicBezTo>
                  <a:pt x="14" y="32"/>
                  <a:pt x="12" y="37"/>
                  <a:pt x="6" y="41"/>
                </a:cubicBezTo>
                <a:cubicBezTo>
                  <a:pt x="4" y="41"/>
                  <a:pt x="2" y="41"/>
                  <a:pt x="1" y="43"/>
                </a:cubicBezTo>
                <a:cubicBezTo>
                  <a:pt x="0" y="43"/>
                  <a:pt x="0" y="41"/>
                  <a:pt x="0" y="41"/>
                </a:cubicBezTo>
                <a:cubicBezTo>
                  <a:pt x="4" y="33"/>
                  <a:pt x="6" y="24"/>
                  <a:pt x="3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757800" y="498600"/>
            <a:ext cx="5760" cy="17280"/>
          </a:xfrm>
          <a:custGeom>
            <a:rect b="b" l="l" r="r" t="t"/>
            <a:pathLst>
              <a:path extrusionOk="0" h="48" w="16">
                <a:moveTo>
                  <a:pt x="0" y="17"/>
                </a:moveTo>
                <a:cubicBezTo>
                  <a:pt x="1" y="11"/>
                  <a:pt x="4" y="5"/>
                  <a:pt x="10" y="0"/>
                </a:cubicBezTo>
                <a:cubicBezTo>
                  <a:pt x="13" y="7"/>
                  <a:pt x="15" y="14"/>
                  <a:pt x="15" y="21"/>
                </a:cubicBezTo>
                <a:cubicBezTo>
                  <a:pt x="15" y="23"/>
                  <a:pt x="15" y="24"/>
                  <a:pt x="15" y="25"/>
                </a:cubicBezTo>
                <a:cubicBezTo>
                  <a:pt x="15" y="31"/>
                  <a:pt x="13" y="38"/>
                  <a:pt x="10" y="44"/>
                </a:cubicBezTo>
                <a:cubicBezTo>
                  <a:pt x="7" y="44"/>
                  <a:pt x="6" y="46"/>
                  <a:pt x="3" y="47"/>
                </a:cubicBezTo>
                <a:cubicBezTo>
                  <a:pt x="3" y="46"/>
                  <a:pt x="3" y="46"/>
                  <a:pt x="3" y="46"/>
                </a:cubicBezTo>
                <a:cubicBezTo>
                  <a:pt x="4" y="37"/>
                  <a:pt x="4" y="26"/>
                  <a:pt x="0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762120" y="488880"/>
            <a:ext cx="6480" cy="17280"/>
          </a:xfrm>
          <a:custGeom>
            <a:rect b="b" l="l" r="r" t="t"/>
            <a:pathLst>
              <a:path extrusionOk="0" h="48" w="18">
                <a:moveTo>
                  <a:pt x="0" y="19"/>
                </a:moveTo>
                <a:cubicBezTo>
                  <a:pt x="1" y="13"/>
                  <a:pt x="2" y="7"/>
                  <a:pt x="6" y="0"/>
                </a:cubicBezTo>
                <a:cubicBezTo>
                  <a:pt x="11" y="7"/>
                  <a:pt x="15" y="14"/>
                  <a:pt x="17" y="24"/>
                </a:cubicBezTo>
                <a:cubicBezTo>
                  <a:pt x="17" y="26"/>
                  <a:pt x="17" y="28"/>
                  <a:pt x="17" y="30"/>
                </a:cubicBezTo>
                <a:cubicBezTo>
                  <a:pt x="17" y="34"/>
                  <a:pt x="17" y="38"/>
                  <a:pt x="14" y="43"/>
                </a:cubicBezTo>
                <a:cubicBezTo>
                  <a:pt x="13" y="44"/>
                  <a:pt x="12" y="46"/>
                  <a:pt x="11" y="47"/>
                </a:cubicBezTo>
                <a:cubicBezTo>
                  <a:pt x="10" y="46"/>
                  <a:pt x="10" y="46"/>
                  <a:pt x="10" y="46"/>
                </a:cubicBezTo>
                <a:cubicBezTo>
                  <a:pt x="9" y="37"/>
                  <a:pt x="7" y="28"/>
                  <a:pt x="0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764280" y="479160"/>
            <a:ext cx="7920" cy="16200"/>
          </a:xfrm>
          <a:custGeom>
            <a:rect b="b" l="l" r="r" t="t"/>
            <a:pathLst>
              <a:path extrusionOk="0" h="45" w="22">
                <a:moveTo>
                  <a:pt x="1" y="19"/>
                </a:moveTo>
                <a:cubicBezTo>
                  <a:pt x="0" y="15"/>
                  <a:pt x="0" y="13"/>
                  <a:pt x="0" y="9"/>
                </a:cubicBezTo>
                <a:cubicBezTo>
                  <a:pt x="0" y="6"/>
                  <a:pt x="1" y="4"/>
                  <a:pt x="1" y="0"/>
                </a:cubicBezTo>
                <a:cubicBezTo>
                  <a:pt x="10" y="5"/>
                  <a:pt x="15" y="11"/>
                  <a:pt x="18" y="20"/>
                </a:cubicBezTo>
                <a:cubicBezTo>
                  <a:pt x="20" y="25"/>
                  <a:pt x="21" y="31"/>
                  <a:pt x="21" y="36"/>
                </a:cubicBezTo>
                <a:cubicBezTo>
                  <a:pt x="21" y="37"/>
                  <a:pt x="21" y="37"/>
                  <a:pt x="21" y="38"/>
                </a:cubicBezTo>
                <a:cubicBezTo>
                  <a:pt x="19" y="39"/>
                  <a:pt x="19" y="41"/>
                  <a:pt x="18" y="44"/>
                </a:cubicBezTo>
                <a:lnTo>
                  <a:pt x="17" y="43"/>
                </a:lnTo>
                <a:cubicBezTo>
                  <a:pt x="13" y="34"/>
                  <a:pt x="9" y="26"/>
                  <a:pt x="1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763200" y="468720"/>
            <a:ext cx="9720" cy="14400"/>
          </a:xfrm>
          <a:custGeom>
            <a:rect b="b" l="l" r="r" t="t"/>
            <a:pathLst>
              <a:path extrusionOk="0" h="40" w="27">
                <a:moveTo>
                  <a:pt x="3" y="20"/>
                </a:moveTo>
                <a:cubicBezTo>
                  <a:pt x="1" y="14"/>
                  <a:pt x="0" y="8"/>
                  <a:pt x="0" y="0"/>
                </a:cubicBezTo>
                <a:cubicBezTo>
                  <a:pt x="8" y="4"/>
                  <a:pt x="14" y="9"/>
                  <a:pt x="19" y="15"/>
                </a:cubicBezTo>
                <a:cubicBezTo>
                  <a:pt x="24" y="21"/>
                  <a:pt x="25" y="27"/>
                  <a:pt x="26" y="33"/>
                </a:cubicBezTo>
                <a:cubicBezTo>
                  <a:pt x="26" y="36"/>
                  <a:pt x="25" y="37"/>
                  <a:pt x="2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19" y="31"/>
                  <a:pt x="11" y="24"/>
                  <a:pt x="3" y="2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760320" y="459360"/>
            <a:ext cx="11880" cy="11880"/>
          </a:xfrm>
          <a:custGeom>
            <a:rect b="b" l="l" r="r" t="t"/>
            <a:pathLst>
              <a:path extrusionOk="0" h="33" w="33">
                <a:moveTo>
                  <a:pt x="32" y="32"/>
                </a:moveTo>
                <a:cubicBezTo>
                  <a:pt x="31" y="32"/>
                  <a:pt x="31" y="32"/>
                  <a:pt x="30" y="32"/>
                </a:cubicBezTo>
                <a:cubicBezTo>
                  <a:pt x="24" y="25"/>
                  <a:pt x="17" y="21"/>
                  <a:pt x="8" y="18"/>
                </a:cubicBezTo>
                <a:cubicBezTo>
                  <a:pt x="4" y="13"/>
                  <a:pt x="1" y="8"/>
                  <a:pt x="0" y="0"/>
                </a:cubicBezTo>
                <a:cubicBezTo>
                  <a:pt x="9" y="1"/>
                  <a:pt x="15" y="5"/>
                  <a:pt x="22" y="11"/>
                </a:cubicBezTo>
                <a:cubicBezTo>
                  <a:pt x="26" y="15"/>
                  <a:pt x="30" y="20"/>
                  <a:pt x="32" y="26"/>
                </a:cubicBezTo>
                <a:cubicBezTo>
                  <a:pt x="32" y="28"/>
                  <a:pt x="32" y="31"/>
                  <a:pt x="32" y="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754560" y="450720"/>
            <a:ext cx="13680" cy="9360"/>
          </a:xfrm>
          <a:custGeom>
            <a:rect b="b" l="l" r="r" t="t"/>
            <a:pathLst>
              <a:path extrusionOk="0" h="26" w="38">
                <a:moveTo>
                  <a:pt x="36" y="25"/>
                </a:moveTo>
                <a:cubicBezTo>
                  <a:pt x="29" y="18"/>
                  <a:pt x="21" y="15"/>
                  <a:pt x="11" y="15"/>
                </a:cubicBezTo>
                <a:cubicBezTo>
                  <a:pt x="7" y="11"/>
                  <a:pt x="2" y="7"/>
                  <a:pt x="0" y="0"/>
                </a:cubicBezTo>
                <a:cubicBezTo>
                  <a:pt x="8" y="0"/>
                  <a:pt x="15" y="1"/>
                  <a:pt x="23" y="5"/>
                </a:cubicBezTo>
                <a:cubicBezTo>
                  <a:pt x="28" y="8"/>
                  <a:pt x="33" y="12"/>
                  <a:pt x="36" y="17"/>
                </a:cubicBezTo>
                <a:cubicBezTo>
                  <a:pt x="36" y="19"/>
                  <a:pt x="37" y="23"/>
                  <a:pt x="37" y="25"/>
                </a:cubicBezTo>
                <a:lnTo>
                  <a:pt x="36" y="2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757440" y="514080"/>
            <a:ext cx="15840" cy="9000"/>
          </a:xfrm>
          <a:custGeom>
            <a:rect b="b" l="l" r="r" t="t"/>
            <a:pathLst>
              <a:path extrusionOk="0" h="25" w="44">
                <a:moveTo>
                  <a:pt x="13" y="24"/>
                </a:moveTo>
                <a:cubicBezTo>
                  <a:pt x="8" y="23"/>
                  <a:pt x="4" y="22"/>
                  <a:pt x="0" y="22"/>
                </a:cubicBezTo>
                <a:cubicBezTo>
                  <a:pt x="4" y="15"/>
                  <a:pt x="10" y="7"/>
                  <a:pt x="18" y="4"/>
                </a:cubicBezTo>
                <a:cubicBezTo>
                  <a:pt x="25" y="0"/>
                  <a:pt x="34" y="0"/>
                  <a:pt x="43" y="3"/>
                </a:cubicBezTo>
                <a:cubicBezTo>
                  <a:pt x="37" y="11"/>
                  <a:pt x="32" y="17"/>
                  <a:pt x="24" y="20"/>
                </a:cubicBezTo>
                <a:cubicBezTo>
                  <a:pt x="21" y="23"/>
                  <a:pt x="17" y="23"/>
                  <a:pt x="13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765000" y="501480"/>
            <a:ext cx="14400" cy="11160"/>
          </a:xfrm>
          <a:custGeom>
            <a:rect b="b" l="l" r="r" t="t"/>
            <a:pathLst>
              <a:path extrusionOk="0" h="31" w="40">
                <a:moveTo>
                  <a:pt x="13" y="28"/>
                </a:moveTo>
                <a:cubicBezTo>
                  <a:pt x="9" y="28"/>
                  <a:pt x="4" y="28"/>
                  <a:pt x="0" y="30"/>
                </a:cubicBezTo>
                <a:cubicBezTo>
                  <a:pt x="3" y="21"/>
                  <a:pt x="8" y="14"/>
                  <a:pt x="14" y="8"/>
                </a:cubicBezTo>
                <a:cubicBezTo>
                  <a:pt x="21" y="2"/>
                  <a:pt x="29" y="0"/>
                  <a:pt x="39" y="0"/>
                </a:cubicBezTo>
                <a:cubicBezTo>
                  <a:pt x="36" y="9"/>
                  <a:pt x="32" y="18"/>
                  <a:pt x="23" y="24"/>
                </a:cubicBezTo>
                <a:cubicBezTo>
                  <a:pt x="21" y="26"/>
                  <a:pt x="18" y="27"/>
                  <a:pt x="13" y="2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771120" y="487800"/>
            <a:ext cx="11160" cy="13680"/>
          </a:xfrm>
          <a:custGeom>
            <a:rect b="b" l="l" r="r" t="t"/>
            <a:pathLst>
              <a:path extrusionOk="0" h="38" w="31">
                <a:moveTo>
                  <a:pt x="20" y="25"/>
                </a:moveTo>
                <a:cubicBezTo>
                  <a:pt x="18" y="28"/>
                  <a:pt x="14" y="31"/>
                  <a:pt x="11" y="33"/>
                </a:cubicBezTo>
                <a:cubicBezTo>
                  <a:pt x="7" y="34"/>
                  <a:pt x="3" y="36"/>
                  <a:pt x="0" y="37"/>
                </a:cubicBezTo>
                <a:cubicBezTo>
                  <a:pt x="0" y="28"/>
                  <a:pt x="3" y="20"/>
                  <a:pt x="8" y="12"/>
                </a:cubicBezTo>
                <a:cubicBezTo>
                  <a:pt x="13" y="6"/>
                  <a:pt x="22" y="2"/>
                  <a:pt x="30" y="0"/>
                </a:cubicBezTo>
                <a:cubicBezTo>
                  <a:pt x="30" y="8"/>
                  <a:pt x="26" y="18"/>
                  <a:pt x="2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773640" y="459000"/>
            <a:ext cx="7200" cy="18000"/>
          </a:xfrm>
          <a:custGeom>
            <a:rect b="b" l="l" r="r" t="t"/>
            <a:pathLst>
              <a:path extrusionOk="0" h="50" w="20">
                <a:moveTo>
                  <a:pt x="19" y="17"/>
                </a:moveTo>
                <a:cubicBezTo>
                  <a:pt x="19" y="19"/>
                  <a:pt x="19" y="23"/>
                  <a:pt x="18" y="26"/>
                </a:cubicBezTo>
                <a:cubicBezTo>
                  <a:pt x="18" y="32"/>
                  <a:pt x="15" y="36"/>
                  <a:pt x="13" y="39"/>
                </a:cubicBezTo>
                <a:cubicBezTo>
                  <a:pt x="9" y="41"/>
                  <a:pt x="6" y="45"/>
                  <a:pt x="3" y="49"/>
                </a:cubicBezTo>
                <a:cubicBezTo>
                  <a:pt x="1" y="43"/>
                  <a:pt x="0" y="39"/>
                  <a:pt x="0" y="33"/>
                </a:cubicBezTo>
                <a:cubicBezTo>
                  <a:pt x="0" y="28"/>
                  <a:pt x="1" y="25"/>
                  <a:pt x="1" y="23"/>
                </a:cubicBezTo>
                <a:cubicBezTo>
                  <a:pt x="3" y="14"/>
                  <a:pt x="9" y="6"/>
                  <a:pt x="17" y="0"/>
                </a:cubicBezTo>
                <a:cubicBezTo>
                  <a:pt x="18" y="5"/>
                  <a:pt x="19" y="11"/>
                  <a:pt x="19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769680" y="445680"/>
            <a:ext cx="6840" cy="18360"/>
          </a:xfrm>
          <a:custGeom>
            <a:rect b="b" l="l" r="r" t="t"/>
            <a:pathLst>
              <a:path extrusionOk="0" h="51" w="19">
                <a:moveTo>
                  <a:pt x="0" y="26"/>
                </a:moveTo>
                <a:cubicBezTo>
                  <a:pt x="0" y="18"/>
                  <a:pt x="4" y="9"/>
                  <a:pt x="9" y="0"/>
                </a:cubicBezTo>
                <a:cubicBezTo>
                  <a:pt x="13" y="9"/>
                  <a:pt x="18" y="18"/>
                  <a:pt x="18" y="26"/>
                </a:cubicBezTo>
                <a:cubicBezTo>
                  <a:pt x="18" y="31"/>
                  <a:pt x="17" y="34"/>
                  <a:pt x="15" y="39"/>
                </a:cubicBezTo>
                <a:cubicBezTo>
                  <a:pt x="12" y="43"/>
                  <a:pt x="9" y="46"/>
                  <a:pt x="8" y="50"/>
                </a:cubicBezTo>
                <a:cubicBezTo>
                  <a:pt x="3" y="43"/>
                  <a:pt x="0" y="34"/>
                  <a:pt x="0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762840" y="434520"/>
            <a:ext cx="7200" cy="18000"/>
          </a:xfrm>
          <a:custGeom>
            <a:rect b="b" l="l" r="r" t="t"/>
            <a:pathLst>
              <a:path extrusionOk="0" h="50" w="20">
                <a:moveTo>
                  <a:pt x="3" y="0"/>
                </a:moveTo>
                <a:cubicBezTo>
                  <a:pt x="11" y="8"/>
                  <a:pt x="15" y="15"/>
                  <a:pt x="17" y="24"/>
                </a:cubicBezTo>
                <a:cubicBezTo>
                  <a:pt x="18" y="27"/>
                  <a:pt x="19" y="30"/>
                  <a:pt x="19" y="33"/>
                </a:cubicBezTo>
                <a:cubicBezTo>
                  <a:pt x="19" y="33"/>
                  <a:pt x="18" y="34"/>
                  <a:pt x="18" y="36"/>
                </a:cubicBezTo>
                <a:cubicBezTo>
                  <a:pt x="15" y="40"/>
                  <a:pt x="14" y="45"/>
                  <a:pt x="13" y="49"/>
                </a:cubicBezTo>
                <a:cubicBezTo>
                  <a:pt x="8" y="43"/>
                  <a:pt x="2" y="36"/>
                  <a:pt x="0" y="27"/>
                </a:cubicBezTo>
                <a:cubicBezTo>
                  <a:pt x="0" y="25"/>
                  <a:pt x="0" y="21"/>
                  <a:pt x="0" y="18"/>
                </a:cubicBezTo>
                <a:cubicBezTo>
                  <a:pt x="0" y="13"/>
                  <a:pt x="1" y="7"/>
                  <a:pt x="3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747000" y="443160"/>
            <a:ext cx="15840" cy="6480"/>
          </a:xfrm>
          <a:custGeom>
            <a:rect b="b" l="l" r="r" t="t"/>
            <a:pathLst>
              <a:path extrusionOk="0" h="18" w="44">
                <a:moveTo>
                  <a:pt x="43" y="16"/>
                </a:moveTo>
                <a:cubicBezTo>
                  <a:pt x="43" y="17"/>
                  <a:pt x="43" y="17"/>
                  <a:pt x="42" y="17"/>
                </a:cubicBezTo>
                <a:cubicBezTo>
                  <a:pt x="33" y="14"/>
                  <a:pt x="23" y="14"/>
                  <a:pt x="14" y="15"/>
                </a:cubicBezTo>
                <a:cubicBezTo>
                  <a:pt x="9" y="13"/>
                  <a:pt x="4" y="8"/>
                  <a:pt x="0" y="3"/>
                </a:cubicBezTo>
                <a:cubicBezTo>
                  <a:pt x="9" y="0"/>
                  <a:pt x="17" y="0"/>
                  <a:pt x="24" y="1"/>
                </a:cubicBezTo>
                <a:cubicBezTo>
                  <a:pt x="30" y="2"/>
                  <a:pt x="35" y="5"/>
                  <a:pt x="41" y="10"/>
                </a:cubicBezTo>
                <a:cubicBezTo>
                  <a:pt x="42" y="13"/>
                  <a:pt x="43" y="15"/>
                  <a:pt x="43" y="1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752760" y="425880"/>
            <a:ext cx="8640" cy="16560"/>
          </a:xfrm>
          <a:custGeom>
            <a:rect b="b" l="l" r="r" t="t"/>
            <a:pathLst>
              <a:path extrusionOk="0" h="46" w="24">
                <a:moveTo>
                  <a:pt x="1" y="0"/>
                </a:moveTo>
                <a:cubicBezTo>
                  <a:pt x="9" y="5"/>
                  <a:pt x="17" y="11"/>
                  <a:pt x="20" y="19"/>
                </a:cubicBezTo>
                <a:cubicBezTo>
                  <a:pt x="22" y="23"/>
                  <a:pt x="23" y="26"/>
                  <a:pt x="23" y="30"/>
                </a:cubicBezTo>
                <a:cubicBezTo>
                  <a:pt x="23" y="36"/>
                  <a:pt x="22" y="40"/>
                  <a:pt x="22" y="45"/>
                </a:cubicBezTo>
                <a:cubicBezTo>
                  <a:pt x="15" y="40"/>
                  <a:pt x="8" y="34"/>
                  <a:pt x="4" y="26"/>
                </a:cubicBezTo>
                <a:cubicBezTo>
                  <a:pt x="1" y="20"/>
                  <a:pt x="0" y="13"/>
                  <a:pt x="0" y="6"/>
                </a:cubicBezTo>
                <a:cubicBezTo>
                  <a:pt x="0" y="5"/>
                  <a:pt x="1" y="2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741600" y="429480"/>
            <a:ext cx="13320" cy="11520"/>
          </a:xfrm>
          <a:custGeom>
            <a:rect b="b" l="l" r="r" t="t"/>
            <a:pathLst>
              <a:path extrusionOk="0" h="32" w="37">
                <a:moveTo>
                  <a:pt x="24" y="8"/>
                </a:moveTo>
                <a:cubicBezTo>
                  <a:pt x="25" y="8"/>
                  <a:pt x="25" y="9"/>
                  <a:pt x="26" y="9"/>
                </a:cubicBezTo>
                <a:cubicBezTo>
                  <a:pt x="28" y="14"/>
                  <a:pt x="29" y="18"/>
                  <a:pt x="30" y="21"/>
                </a:cubicBezTo>
                <a:cubicBezTo>
                  <a:pt x="32" y="25"/>
                  <a:pt x="33" y="27"/>
                  <a:pt x="36" y="31"/>
                </a:cubicBezTo>
                <a:cubicBezTo>
                  <a:pt x="29" y="30"/>
                  <a:pt x="21" y="27"/>
                  <a:pt x="15" y="23"/>
                </a:cubicBezTo>
                <a:cubicBezTo>
                  <a:pt x="9" y="18"/>
                  <a:pt x="3" y="8"/>
                  <a:pt x="0" y="0"/>
                </a:cubicBezTo>
                <a:cubicBezTo>
                  <a:pt x="10" y="0"/>
                  <a:pt x="18" y="2"/>
                  <a:pt x="24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05600" y="415440"/>
            <a:ext cx="38520" cy="129240"/>
          </a:xfrm>
          <a:custGeom>
            <a:rect b="b" l="l" r="r" t="t"/>
            <a:pathLst>
              <a:path extrusionOk="0" h="359" w="107">
                <a:moveTo>
                  <a:pt x="13" y="239"/>
                </a:moveTo>
                <a:cubicBezTo>
                  <a:pt x="18" y="239"/>
                  <a:pt x="21" y="244"/>
                  <a:pt x="21" y="249"/>
                </a:cubicBezTo>
                <a:cubicBezTo>
                  <a:pt x="21" y="251"/>
                  <a:pt x="21" y="252"/>
                  <a:pt x="21" y="254"/>
                </a:cubicBezTo>
                <a:cubicBezTo>
                  <a:pt x="20" y="255"/>
                  <a:pt x="19" y="257"/>
                  <a:pt x="22" y="257"/>
                </a:cubicBezTo>
                <a:lnTo>
                  <a:pt x="35" y="257"/>
                </a:lnTo>
                <a:lnTo>
                  <a:pt x="35" y="85"/>
                </a:lnTo>
                <a:cubicBezTo>
                  <a:pt x="35" y="63"/>
                  <a:pt x="37" y="34"/>
                  <a:pt x="50" y="8"/>
                </a:cubicBezTo>
                <a:lnTo>
                  <a:pt x="53" y="0"/>
                </a:lnTo>
                <a:lnTo>
                  <a:pt x="56" y="8"/>
                </a:lnTo>
                <a:cubicBezTo>
                  <a:pt x="68" y="36"/>
                  <a:pt x="71" y="63"/>
                  <a:pt x="71" y="85"/>
                </a:cubicBezTo>
                <a:lnTo>
                  <a:pt x="71" y="257"/>
                </a:lnTo>
                <a:lnTo>
                  <a:pt x="84" y="257"/>
                </a:lnTo>
                <a:cubicBezTo>
                  <a:pt x="87" y="257"/>
                  <a:pt x="87" y="255"/>
                  <a:pt x="86" y="254"/>
                </a:cubicBezTo>
                <a:cubicBezTo>
                  <a:pt x="85" y="252"/>
                  <a:pt x="85" y="251"/>
                  <a:pt x="85" y="249"/>
                </a:cubicBezTo>
                <a:cubicBezTo>
                  <a:pt x="85" y="244"/>
                  <a:pt x="89" y="239"/>
                  <a:pt x="95" y="239"/>
                </a:cubicBezTo>
                <a:cubicBezTo>
                  <a:pt x="99" y="239"/>
                  <a:pt x="104" y="244"/>
                  <a:pt x="104" y="250"/>
                </a:cubicBezTo>
                <a:cubicBezTo>
                  <a:pt x="104" y="257"/>
                  <a:pt x="98" y="264"/>
                  <a:pt x="87" y="264"/>
                </a:cubicBezTo>
                <a:lnTo>
                  <a:pt x="65" y="264"/>
                </a:lnTo>
                <a:cubicBezTo>
                  <a:pt x="68" y="273"/>
                  <a:pt x="69" y="283"/>
                  <a:pt x="69" y="296"/>
                </a:cubicBezTo>
                <a:cubicBezTo>
                  <a:pt x="69" y="312"/>
                  <a:pt x="67" y="326"/>
                  <a:pt x="63" y="334"/>
                </a:cubicBezTo>
                <a:cubicBezTo>
                  <a:pt x="78" y="332"/>
                  <a:pt x="91" y="328"/>
                  <a:pt x="103" y="322"/>
                </a:cubicBezTo>
                <a:lnTo>
                  <a:pt x="104" y="321"/>
                </a:lnTo>
                <a:lnTo>
                  <a:pt x="106" y="328"/>
                </a:lnTo>
                <a:lnTo>
                  <a:pt x="105" y="328"/>
                </a:lnTo>
                <a:cubicBezTo>
                  <a:pt x="96" y="334"/>
                  <a:pt x="86" y="338"/>
                  <a:pt x="73" y="340"/>
                </a:cubicBezTo>
                <a:cubicBezTo>
                  <a:pt x="73" y="340"/>
                  <a:pt x="64" y="341"/>
                  <a:pt x="58" y="343"/>
                </a:cubicBezTo>
                <a:cubicBezTo>
                  <a:pt x="61" y="345"/>
                  <a:pt x="61" y="347"/>
                  <a:pt x="61" y="350"/>
                </a:cubicBezTo>
                <a:cubicBezTo>
                  <a:pt x="61" y="354"/>
                  <a:pt x="57" y="358"/>
                  <a:pt x="53" y="358"/>
                </a:cubicBezTo>
                <a:cubicBezTo>
                  <a:pt x="47" y="358"/>
                  <a:pt x="44" y="354"/>
                  <a:pt x="44" y="350"/>
                </a:cubicBezTo>
                <a:cubicBezTo>
                  <a:pt x="44" y="347"/>
                  <a:pt x="45" y="345"/>
                  <a:pt x="46" y="343"/>
                </a:cubicBezTo>
                <a:cubicBezTo>
                  <a:pt x="41" y="341"/>
                  <a:pt x="32" y="340"/>
                  <a:pt x="31" y="340"/>
                </a:cubicBezTo>
                <a:cubicBezTo>
                  <a:pt x="20" y="338"/>
                  <a:pt x="11" y="334"/>
                  <a:pt x="1" y="328"/>
                </a:cubicBezTo>
                <a:lnTo>
                  <a:pt x="0" y="328"/>
                </a:lnTo>
                <a:lnTo>
                  <a:pt x="3" y="321"/>
                </a:lnTo>
                <a:lnTo>
                  <a:pt x="4" y="322"/>
                </a:lnTo>
                <a:cubicBezTo>
                  <a:pt x="15" y="328"/>
                  <a:pt x="26" y="332"/>
                  <a:pt x="43" y="334"/>
                </a:cubicBezTo>
                <a:cubicBezTo>
                  <a:pt x="39" y="326"/>
                  <a:pt x="35" y="312"/>
                  <a:pt x="35" y="296"/>
                </a:cubicBezTo>
                <a:cubicBezTo>
                  <a:pt x="35" y="283"/>
                  <a:pt x="37" y="273"/>
                  <a:pt x="40" y="264"/>
                </a:cubicBezTo>
                <a:lnTo>
                  <a:pt x="20" y="264"/>
                </a:lnTo>
                <a:cubicBezTo>
                  <a:pt x="8" y="264"/>
                  <a:pt x="3" y="257"/>
                  <a:pt x="3" y="250"/>
                </a:cubicBezTo>
                <a:cubicBezTo>
                  <a:pt x="3" y="244"/>
                  <a:pt x="8" y="239"/>
                  <a:pt x="13" y="23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692280" y="507240"/>
            <a:ext cx="6840" cy="16200"/>
          </a:xfrm>
          <a:custGeom>
            <a:rect b="b" l="l" r="r" t="t"/>
            <a:pathLst>
              <a:path extrusionOk="0" h="45" w="19">
                <a:moveTo>
                  <a:pt x="18" y="43"/>
                </a:moveTo>
                <a:lnTo>
                  <a:pt x="18" y="44"/>
                </a:lnTo>
                <a:cubicBezTo>
                  <a:pt x="15" y="43"/>
                  <a:pt x="14" y="43"/>
                  <a:pt x="12" y="43"/>
                </a:cubicBezTo>
                <a:cubicBezTo>
                  <a:pt x="7" y="38"/>
                  <a:pt x="3" y="33"/>
                  <a:pt x="2" y="26"/>
                </a:cubicBezTo>
                <a:cubicBezTo>
                  <a:pt x="1" y="23"/>
                  <a:pt x="0" y="17"/>
                  <a:pt x="0" y="12"/>
                </a:cubicBezTo>
                <a:cubicBezTo>
                  <a:pt x="0" y="8"/>
                  <a:pt x="1" y="5"/>
                  <a:pt x="2" y="0"/>
                </a:cubicBezTo>
                <a:cubicBezTo>
                  <a:pt x="7" y="5"/>
                  <a:pt x="11" y="9"/>
                  <a:pt x="14" y="14"/>
                </a:cubicBezTo>
                <a:cubicBezTo>
                  <a:pt x="12" y="25"/>
                  <a:pt x="13" y="34"/>
                  <a:pt x="18" y="4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680760" y="450720"/>
            <a:ext cx="14400" cy="9360"/>
          </a:xfrm>
          <a:custGeom>
            <a:rect b="b" l="l" r="r" t="t"/>
            <a:pathLst>
              <a:path extrusionOk="0" h="26" w="40">
                <a:moveTo>
                  <a:pt x="28" y="15"/>
                </a:moveTo>
                <a:cubicBezTo>
                  <a:pt x="18" y="15"/>
                  <a:pt x="9" y="18"/>
                  <a:pt x="2" y="25"/>
                </a:cubicBezTo>
                <a:cubicBezTo>
                  <a:pt x="1" y="25"/>
                  <a:pt x="0" y="25"/>
                  <a:pt x="0" y="25"/>
                </a:cubicBezTo>
                <a:cubicBezTo>
                  <a:pt x="1" y="23"/>
                  <a:pt x="1" y="19"/>
                  <a:pt x="2" y="17"/>
                </a:cubicBezTo>
                <a:cubicBezTo>
                  <a:pt x="6" y="12"/>
                  <a:pt x="10" y="8"/>
                  <a:pt x="14" y="5"/>
                </a:cubicBezTo>
                <a:cubicBezTo>
                  <a:pt x="22" y="1"/>
                  <a:pt x="31" y="0"/>
                  <a:pt x="39" y="0"/>
                </a:cubicBezTo>
                <a:cubicBezTo>
                  <a:pt x="35" y="7"/>
                  <a:pt x="33" y="11"/>
                  <a:pt x="28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685800" y="498600"/>
            <a:ext cx="5760" cy="17280"/>
          </a:xfrm>
          <a:custGeom>
            <a:rect b="b" l="l" r="r" t="t"/>
            <a:pathLst>
              <a:path extrusionOk="0" h="48" w="16">
                <a:moveTo>
                  <a:pt x="12" y="46"/>
                </a:moveTo>
                <a:lnTo>
                  <a:pt x="12" y="47"/>
                </a:lnTo>
                <a:cubicBezTo>
                  <a:pt x="11" y="46"/>
                  <a:pt x="9" y="44"/>
                  <a:pt x="6" y="43"/>
                </a:cubicBezTo>
                <a:cubicBezTo>
                  <a:pt x="3" y="38"/>
                  <a:pt x="0" y="31"/>
                  <a:pt x="0" y="25"/>
                </a:cubicBezTo>
                <a:cubicBezTo>
                  <a:pt x="0" y="24"/>
                  <a:pt x="0" y="23"/>
                  <a:pt x="0" y="21"/>
                </a:cubicBezTo>
                <a:cubicBezTo>
                  <a:pt x="0" y="14"/>
                  <a:pt x="2" y="7"/>
                  <a:pt x="6" y="0"/>
                </a:cubicBezTo>
                <a:cubicBezTo>
                  <a:pt x="11" y="5"/>
                  <a:pt x="13" y="11"/>
                  <a:pt x="15" y="17"/>
                </a:cubicBezTo>
                <a:cubicBezTo>
                  <a:pt x="12" y="26"/>
                  <a:pt x="11" y="37"/>
                  <a:pt x="12" y="4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680760" y="488880"/>
            <a:ext cx="6840" cy="17280"/>
          </a:xfrm>
          <a:custGeom>
            <a:rect b="b" l="l" r="r" t="t"/>
            <a:pathLst>
              <a:path extrusionOk="0" h="48" w="19">
                <a:moveTo>
                  <a:pt x="0" y="24"/>
                </a:moveTo>
                <a:cubicBezTo>
                  <a:pt x="2" y="14"/>
                  <a:pt x="6" y="7"/>
                  <a:pt x="12" y="0"/>
                </a:cubicBezTo>
                <a:cubicBezTo>
                  <a:pt x="15" y="7"/>
                  <a:pt x="18" y="13"/>
                  <a:pt x="18" y="19"/>
                </a:cubicBezTo>
                <a:cubicBezTo>
                  <a:pt x="11" y="28"/>
                  <a:pt x="8" y="37"/>
                  <a:pt x="7" y="46"/>
                </a:cubicBezTo>
                <a:lnTo>
                  <a:pt x="7" y="47"/>
                </a:lnTo>
                <a:cubicBezTo>
                  <a:pt x="6" y="46"/>
                  <a:pt x="4" y="44"/>
                  <a:pt x="2" y="43"/>
                </a:cubicBezTo>
                <a:cubicBezTo>
                  <a:pt x="1" y="38"/>
                  <a:pt x="0" y="34"/>
                  <a:pt x="0" y="30"/>
                </a:cubicBezTo>
                <a:cubicBezTo>
                  <a:pt x="0" y="28"/>
                  <a:pt x="0" y="26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77520" y="479160"/>
            <a:ext cx="8280" cy="16200"/>
          </a:xfrm>
          <a:custGeom>
            <a:rect b="b" l="l" r="r" t="t"/>
            <a:pathLst>
              <a:path extrusionOk="0" h="45" w="23">
                <a:moveTo>
                  <a:pt x="6" y="43"/>
                </a:moveTo>
                <a:cubicBezTo>
                  <a:pt x="6" y="43"/>
                  <a:pt x="4" y="44"/>
                  <a:pt x="3" y="44"/>
                </a:cubicBezTo>
                <a:cubicBezTo>
                  <a:pt x="3" y="41"/>
                  <a:pt x="2" y="39"/>
                  <a:pt x="0" y="38"/>
                </a:cubicBezTo>
                <a:cubicBezTo>
                  <a:pt x="0" y="37"/>
                  <a:pt x="0" y="37"/>
                  <a:pt x="0" y="36"/>
                </a:cubicBezTo>
                <a:cubicBezTo>
                  <a:pt x="0" y="31"/>
                  <a:pt x="0" y="25"/>
                  <a:pt x="3" y="20"/>
                </a:cubicBezTo>
                <a:cubicBezTo>
                  <a:pt x="7" y="11"/>
                  <a:pt x="12" y="5"/>
                  <a:pt x="20" y="0"/>
                </a:cubicBezTo>
                <a:cubicBezTo>
                  <a:pt x="20" y="4"/>
                  <a:pt x="22" y="6"/>
                  <a:pt x="22" y="9"/>
                </a:cubicBezTo>
                <a:cubicBezTo>
                  <a:pt x="22" y="13"/>
                  <a:pt x="22" y="15"/>
                  <a:pt x="20" y="19"/>
                </a:cubicBezTo>
                <a:cubicBezTo>
                  <a:pt x="13" y="26"/>
                  <a:pt x="8" y="34"/>
                  <a:pt x="6" y="4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77520" y="459360"/>
            <a:ext cx="12240" cy="11880"/>
          </a:xfrm>
          <a:custGeom>
            <a:rect b="b" l="l" r="r" t="t"/>
            <a:pathLst>
              <a:path extrusionOk="0" h="33" w="34">
                <a:moveTo>
                  <a:pt x="10" y="11"/>
                </a:moveTo>
                <a:cubicBezTo>
                  <a:pt x="17" y="5"/>
                  <a:pt x="24" y="1"/>
                  <a:pt x="33" y="0"/>
                </a:cubicBezTo>
                <a:cubicBezTo>
                  <a:pt x="31" y="8"/>
                  <a:pt x="29" y="13"/>
                  <a:pt x="25" y="18"/>
                </a:cubicBezTo>
                <a:cubicBezTo>
                  <a:pt x="14" y="21"/>
                  <a:pt x="8" y="25"/>
                  <a:pt x="1" y="32"/>
                </a:cubicBezTo>
                <a:lnTo>
                  <a:pt x="0" y="32"/>
                </a:lnTo>
                <a:cubicBezTo>
                  <a:pt x="0" y="31"/>
                  <a:pt x="0" y="28"/>
                  <a:pt x="0" y="26"/>
                </a:cubicBezTo>
                <a:cubicBezTo>
                  <a:pt x="2" y="20"/>
                  <a:pt x="6" y="15"/>
                  <a:pt x="1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676440" y="468720"/>
            <a:ext cx="9720" cy="14400"/>
          </a:xfrm>
          <a:custGeom>
            <a:rect b="b" l="l" r="r" t="t"/>
            <a:pathLst>
              <a:path extrusionOk="0" h="40" w="27">
                <a:moveTo>
                  <a:pt x="6" y="15"/>
                </a:moveTo>
                <a:cubicBezTo>
                  <a:pt x="11" y="9"/>
                  <a:pt x="19" y="4"/>
                  <a:pt x="26" y="0"/>
                </a:cubicBezTo>
                <a:cubicBezTo>
                  <a:pt x="26" y="8"/>
                  <a:pt x="25" y="14"/>
                  <a:pt x="23" y="20"/>
                </a:cubicBezTo>
                <a:cubicBezTo>
                  <a:pt x="14" y="24"/>
                  <a:pt x="7" y="31"/>
                  <a:pt x="2" y="39"/>
                </a:cubicBezTo>
                <a:lnTo>
                  <a:pt x="1" y="39"/>
                </a:lnTo>
                <a:cubicBezTo>
                  <a:pt x="1" y="37"/>
                  <a:pt x="0" y="36"/>
                  <a:pt x="0" y="33"/>
                </a:cubicBezTo>
                <a:cubicBezTo>
                  <a:pt x="1" y="27"/>
                  <a:pt x="2" y="21"/>
                  <a:pt x="6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667080" y="487800"/>
            <a:ext cx="11520" cy="13680"/>
          </a:xfrm>
          <a:custGeom>
            <a:rect b="b" l="l" r="r" t="t"/>
            <a:pathLst>
              <a:path extrusionOk="0" h="38" w="32">
                <a:moveTo>
                  <a:pt x="31" y="37"/>
                </a:moveTo>
                <a:cubicBezTo>
                  <a:pt x="28" y="36"/>
                  <a:pt x="24" y="34"/>
                  <a:pt x="20" y="33"/>
                </a:cubicBezTo>
                <a:cubicBezTo>
                  <a:pt x="17" y="31"/>
                  <a:pt x="13" y="28"/>
                  <a:pt x="11" y="25"/>
                </a:cubicBezTo>
                <a:cubicBezTo>
                  <a:pt x="4" y="18"/>
                  <a:pt x="1" y="8"/>
                  <a:pt x="0" y="0"/>
                </a:cubicBezTo>
                <a:cubicBezTo>
                  <a:pt x="10" y="2"/>
                  <a:pt x="18" y="6"/>
                  <a:pt x="23" y="12"/>
                </a:cubicBezTo>
                <a:cubicBezTo>
                  <a:pt x="28" y="20"/>
                  <a:pt x="30" y="28"/>
                  <a:pt x="31" y="3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669960" y="501480"/>
            <a:ext cx="14400" cy="11160"/>
          </a:xfrm>
          <a:custGeom>
            <a:rect b="b" l="l" r="r" t="t"/>
            <a:pathLst>
              <a:path extrusionOk="0" h="31" w="40">
                <a:moveTo>
                  <a:pt x="24" y="8"/>
                </a:moveTo>
                <a:cubicBezTo>
                  <a:pt x="31" y="14"/>
                  <a:pt x="35" y="21"/>
                  <a:pt x="39" y="30"/>
                </a:cubicBezTo>
                <a:cubicBezTo>
                  <a:pt x="34" y="28"/>
                  <a:pt x="30" y="28"/>
                  <a:pt x="26" y="28"/>
                </a:cubicBezTo>
                <a:cubicBezTo>
                  <a:pt x="22" y="27"/>
                  <a:pt x="19" y="26"/>
                  <a:pt x="15" y="24"/>
                </a:cubicBezTo>
                <a:cubicBezTo>
                  <a:pt x="8" y="18"/>
                  <a:pt x="3" y="9"/>
                  <a:pt x="0" y="0"/>
                </a:cubicBezTo>
                <a:cubicBezTo>
                  <a:pt x="9" y="0"/>
                  <a:pt x="19" y="2"/>
                  <a:pt x="24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676440" y="514080"/>
            <a:ext cx="16200" cy="9000"/>
          </a:xfrm>
          <a:custGeom>
            <a:rect b="b" l="l" r="r" t="t"/>
            <a:pathLst>
              <a:path extrusionOk="0" h="25" w="45">
                <a:moveTo>
                  <a:pt x="24" y="4"/>
                </a:moveTo>
                <a:cubicBezTo>
                  <a:pt x="33" y="7"/>
                  <a:pt x="39" y="15"/>
                  <a:pt x="44" y="22"/>
                </a:cubicBezTo>
                <a:cubicBezTo>
                  <a:pt x="40" y="22"/>
                  <a:pt x="35" y="23"/>
                  <a:pt x="31" y="24"/>
                </a:cubicBezTo>
                <a:cubicBezTo>
                  <a:pt x="28" y="23"/>
                  <a:pt x="22" y="23"/>
                  <a:pt x="19" y="20"/>
                </a:cubicBezTo>
                <a:cubicBezTo>
                  <a:pt x="11" y="17"/>
                  <a:pt x="4" y="11"/>
                  <a:pt x="0" y="3"/>
                </a:cubicBezTo>
                <a:cubicBezTo>
                  <a:pt x="9" y="0"/>
                  <a:pt x="17" y="0"/>
                  <a:pt x="24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685080" y="523440"/>
            <a:ext cx="17280" cy="7560"/>
          </a:xfrm>
          <a:custGeom>
            <a:rect b="b" l="l" r="r" t="t"/>
            <a:pathLst>
              <a:path extrusionOk="0" h="21" w="48">
                <a:moveTo>
                  <a:pt x="25" y="1"/>
                </a:moveTo>
                <a:cubicBezTo>
                  <a:pt x="34" y="3"/>
                  <a:pt x="41" y="7"/>
                  <a:pt x="47" y="14"/>
                </a:cubicBezTo>
                <a:cubicBezTo>
                  <a:pt x="40" y="18"/>
                  <a:pt x="31" y="20"/>
                  <a:pt x="23" y="19"/>
                </a:cubicBezTo>
                <a:cubicBezTo>
                  <a:pt x="14" y="18"/>
                  <a:pt x="7" y="12"/>
                  <a:pt x="0" y="6"/>
                </a:cubicBezTo>
                <a:cubicBezTo>
                  <a:pt x="9" y="1"/>
                  <a:pt x="17" y="0"/>
                  <a:pt x="2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699480" y="514440"/>
            <a:ext cx="9720" cy="15120"/>
          </a:xfrm>
          <a:custGeom>
            <a:rect b="b" l="l" r="r" t="t"/>
            <a:pathLst>
              <a:path extrusionOk="0" h="42" w="27">
                <a:moveTo>
                  <a:pt x="7" y="26"/>
                </a:moveTo>
                <a:cubicBezTo>
                  <a:pt x="2" y="19"/>
                  <a:pt x="0" y="12"/>
                  <a:pt x="0" y="4"/>
                </a:cubicBezTo>
                <a:cubicBezTo>
                  <a:pt x="0" y="2"/>
                  <a:pt x="1" y="1"/>
                  <a:pt x="1" y="0"/>
                </a:cubicBezTo>
                <a:cubicBezTo>
                  <a:pt x="9" y="5"/>
                  <a:pt x="17" y="9"/>
                  <a:pt x="21" y="17"/>
                </a:cubicBezTo>
                <a:cubicBezTo>
                  <a:pt x="24" y="24"/>
                  <a:pt x="26" y="31"/>
                  <a:pt x="26" y="39"/>
                </a:cubicBezTo>
                <a:cubicBezTo>
                  <a:pt x="26" y="40"/>
                  <a:pt x="26" y="41"/>
                  <a:pt x="26" y="41"/>
                </a:cubicBezTo>
                <a:cubicBezTo>
                  <a:pt x="19" y="38"/>
                  <a:pt x="11" y="33"/>
                  <a:pt x="7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694800" y="429480"/>
            <a:ext cx="13320" cy="11520"/>
          </a:xfrm>
          <a:custGeom>
            <a:rect b="b" l="l" r="r" t="t"/>
            <a:pathLst>
              <a:path extrusionOk="0" h="32" w="37">
                <a:moveTo>
                  <a:pt x="7" y="21"/>
                </a:moveTo>
                <a:cubicBezTo>
                  <a:pt x="8" y="18"/>
                  <a:pt x="9" y="14"/>
                  <a:pt x="9" y="9"/>
                </a:cubicBezTo>
                <a:cubicBezTo>
                  <a:pt x="10" y="9"/>
                  <a:pt x="11" y="8"/>
                  <a:pt x="12" y="8"/>
                </a:cubicBezTo>
                <a:cubicBezTo>
                  <a:pt x="19" y="2"/>
                  <a:pt x="26" y="0"/>
                  <a:pt x="36" y="0"/>
                </a:cubicBezTo>
                <a:cubicBezTo>
                  <a:pt x="34" y="8"/>
                  <a:pt x="29" y="18"/>
                  <a:pt x="21" y="23"/>
                </a:cubicBezTo>
                <a:cubicBezTo>
                  <a:pt x="15" y="27"/>
                  <a:pt x="8" y="30"/>
                  <a:pt x="0" y="31"/>
                </a:cubicBezTo>
                <a:cubicBezTo>
                  <a:pt x="2" y="27"/>
                  <a:pt x="4" y="25"/>
                  <a:pt x="6" y="21"/>
                </a:cubicBezTo>
                <a:lnTo>
                  <a:pt x="7" y="2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688320" y="425880"/>
            <a:ext cx="8280" cy="16560"/>
          </a:xfrm>
          <a:custGeom>
            <a:rect b="b" l="l" r="r" t="t"/>
            <a:pathLst>
              <a:path extrusionOk="0" h="46" w="23">
                <a:moveTo>
                  <a:pt x="3" y="19"/>
                </a:moveTo>
                <a:cubicBezTo>
                  <a:pt x="8" y="11"/>
                  <a:pt x="14" y="5"/>
                  <a:pt x="21" y="0"/>
                </a:cubicBezTo>
                <a:cubicBezTo>
                  <a:pt x="22" y="2"/>
                  <a:pt x="22" y="5"/>
                  <a:pt x="22" y="6"/>
                </a:cubicBezTo>
                <a:cubicBezTo>
                  <a:pt x="22" y="13"/>
                  <a:pt x="21" y="20"/>
                  <a:pt x="19" y="26"/>
                </a:cubicBezTo>
                <a:cubicBezTo>
                  <a:pt x="14" y="34"/>
                  <a:pt x="10" y="40"/>
                  <a:pt x="1" y="45"/>
                </a:cubicBezTo>
                <a:cubicBezTo>
                  <a:pt x="1" y="40"/>
                  <a:pt x="0" y="36"/>
                  <a:pt x="0" y="30"/>
                </a:cubicBezTo>
                <a:cubicBezTo>
                  <a:pt x="0" y="26"/>
                  <a:pt x="2" y="23"/>
                  <a:pt x="3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686880" y="443160"/>
            <a:ext cx="15480" cy="6480"/>
          </a:xfrm>
          <a:custGeom>
            <a:rect b="b" l="l" r="r" t="t"/>
            <a:pathLst>
              <a:path extrusionOk="0" h="18" w="43">
                <a:moveTo>
                  <a:pt x="2" y="10"/>
                </a:moveTo>
                <a:cubicBezTo>
                  <a:pt x="7" y="5"/>
                  <a:pt x="12" y="2"/>
                  <a:pt x="19" y="1"/>
                </a:cubicBezTo>
                <a:cubicBezTo>
                  <a:pt x="25" y="0"/>
                  <a:pt x="34" y="0"/>
                  <a:pt x="42" y="3"/>
                </a:cubicBezTo>
                <a:cubicBezTo>
                  <a:pt x="37" y="8"/>
                  <a:pt x="33" y="13"/>
                  <a:pt x="29" y="15"/>
                </a:cubicBezTo>
                <a:cubicBezTo>
                  <a:pt x="19" y="14"/>
                  <a:pt x="9" y="14"/>
                  <a:pt x="1" y="17"/>
                </a:cubicBezTo>
                <a:cubicBezTo>
                  <a:pt x="1" y="17"/>
                  <a:pt x="0" y="17"/>
                  <a:pt x="0" y="16"/>
                </a:cubicBezTo>
                <a:cubicBezTo>
                  <a:pt x="1" y="15"/>
                  <a:pt x="1" y="13"/>
                  <a:pt x="2" y="1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679680" y="434520"/>
            <a:ext cx="7200" cy="18000"/>
          </a:xfrm>
          <a:custGeom>
            <a:rect b="b" l="l" r="r" t="t"/>
            <a:pathLst>
              <a:path extrusionOk="0" h="50" w="20">
                <a:moveTo>
                  <a:pt x="1" y="24"/>
                </a:moveTo>
                <a:cubicBezTo>
                  <a:pt x="3" y="15"/>
                  <a:pt x="9" y="8"/>
                  <a:pt x="15" y="0"/>
                </a:cubicBezTo>
                <a:cubicBezTo>
                  <a:pt x="18" y="7"/>
                  <a:pt x="19" y="13"/>
                  <a:pt x="19" y="18"/>
                </a:cubicBezTo>
                <a:cubicBezTo>
                  <a:pt x="19" y="21"/>
                  <a:pt x="19" y="25"/>
                  <a:pt x="18" y="27"/>
                </a:cubicBezTo>
                <a:cubicBezTo>
                  <a:pt x="17" y="36"/>
                  <a:pt x="11" y="43"/>
                  <a:pt x="4" y="49"/>
                </a:cubicBezTo>
                <a:cubicBezTo>
                  <a:pt x="3" y="45"/>
                  <a:pt x="2" y="40"/>
                  <a:pt x="0" y="36"/>
                </a:cubicBezTo>
                <a:cubicBezTo>
                  <a:pt x="0" y="34"/>
                  <a:pt x="0" y="33"/>
                  <a:pt x="0" y="33"/>
                </a:cubicBezTo>
                <a:cubicBezTo>
                  <a:pt x="0" y="30"/>
                  <a:pt x="1" y="27"/>
                  <a:pt x="1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673200" y="445680"/>
            <a:ext cx="6480" cy="18360"/>
          </a:xfrm>
          <a:custGeom>
            <a:rect b="b" l="l" r="r" t="t"/>
            <a:pathLst>
              <a:path extrusionOk="0" h="51" w="18">
                <a:moveTo>
                  <a:pt x="0" y="26"/>
                </a:moveTo>
                <a:cubicBezTo>
                  <a:pt x="0" y="18"/>
                  <a:pt x="3" y="9"/>
                  <a:pt x="8" y="0"/>
                </a:cubicBezTo>
                <a:cubicBezTo>
                  <a:pt x="12" y="9"/>
                  <a:pt x="17" y="18"/>
                  <a:pt x="17" y="26"/>
                </a:cubicBezTo>
                <a:cubicBezTo>
                  <a:pt x="17" y="34"/>
                  <a:pt x="13" y="43"/>
                  <a:pt x="9" y="50"/>
                </a:cubicBezTo>
                <a:cubicBezTo>
                  <a:pt x="7" y="46"/>
                  <a:pt x="6" y="43"/>
                  <a:pt x="2" y="39"/>
                </a:cubicBezTo>
                <a:cubicBezTo>
                  <a:pt x="1" y="34"/>
                  <a:pt x="0" y="31"/>
                  <a:pt x="0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668880" y="459000"/>
            <a:ext cx="7200" cy="18000"/>
          </a:xfrm>
          <a:custGeom>
            <a:rect b="b" l="l" r="r" t="t"/>
            <a:pathLst>
              <a:path extrusionOk="0" h="50" w="20">
                <a:moveTo>
                  <a:pt x="4" y="0"/>
                </a:moveTo>
                <a:cubicBezTo>
                  <a:pt x="11" y="6"/>
                  <a:pt x="15" y="14"/>
                  <a:pt x="18" y="23"/>
                </a:cubicBezTo>
                <a:cubicBezTo>
                  <a:pt x="19" y="25"/>
                  <a:pt x="19" y="28"/>
                  <a:pt x="19" y="33"/>
                </a:cubicBezTo>
                <a:cubicBezTo>
                  <a:pt x="19" y="39"/>
                  <a:pt x="18" y="43"/>
                  <a:pt x="17" y="49"/>
                </a:cubicBezTo>
                <a:cubicBezTo>
                  <a:pt x="13" y="45"/>
                  <a:pt x="10" y="41"/>
                  <a:pt x="7" y="39"/>
                </a:cubicBezTo>
                <a:cubicBezTo>
                  <a:pt x="4" y="36"/>
                  <a:pt x="3" y="32"/>
                  <a:pt x="1" y="26"/>
                </a:cubicBezTo>
                <a:cubicBezTo>
                  <a:pt x="0" y="23"/>
                  <a:pt x="0" y="19"/>
                  <a:pt x="0" y="17"/>
                </a:cubicBezTo>
                <a:cubicBezTo>
                  <a:pt x="0" y="11"/>
                  <a:pt x="1" y="5"/>
                  <a:pt x="4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666360" y="473040"/>
            <a:ext cx="9000" cy="16560"/>
          </a:xfrm>
          <a:custGeom>
            <a:rect b="b" l="l" r="r" t="t"/>
            <a:pathLst>
              <a:path extrusionOk="0" h="46" w="25">
                <a:moveTo>
                  <a:pt x="1" y="0"/>
                </a:moveTo>
                <a:cubicBezTo>
                  <a:pt x="9" y="5"/>
                  <a:pt x="17" y="11"/>
                  <a:pt x="20" y="18"/>
                </a:cubicBezTo>
                <a:cubicBezTo>
                  <a:pt x="23" y="25"/>
                  <a:pt x="24" y="32"/>
                  <a:pt x="24" y="39"/>
                </a:cubicBezTo>
                <a:cubicBezTo>
                  <a:pt x="24" y="41"/>
                  <a:pt x="24" y="44"/>
                  <a:pt x="24" y="45"/>
                </a:cubicBezTo>
                <a:cubicBezTo>
                  <a:pt x="21" y="41"/>
                  <a:pt x="18" y="39"/>
                  <a:pt x="13" y="38"/>
                </a:cubicBezTo>
                <a:cubicBezTo>
                  <a:pt x="9" y="34"/>
                  <a:pt x="7" y="30"/>
                  <a:pt x="4" y="26"/>
                </a:cubicBezTo>
                <a:cubicBezTo>
                  <a:pt x="2" y="20"/>
                  <a:pt x="0" y="13"/>
                  <a:pt x="0" y="6"/>
                </a:cubicBezTo>
                <a:cubicBezTo>
                  <a:pt x="0" y="5"/>
                  <a:pt x="1" y="2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724320" y="423720"/>
            <a:ext cx="4320" cy="81360"/>
          </a:xfrm>
          <a:custGeom>
            <a:rect b="b" l="l" r="r" t="t"/>
            <a:pathLst>
              <a:path extrusionOk="0" h="226" w="12">
                <a:moveTo>
                  <a:pt x="11" y="64"/>
                </a:moveTo>
                <a:cubicBezTo>
                  <a:pt x="11" y="44"/>
                  <a:pt x="9" y="21"/>
                  <a:pt x="0" y="0"/>
                </a:cubicBezTo>
                <a:lnTo>
                  <a:pt x="0" y="225"/>
                </a:lnTo>
                <a:lnTo>
                  <a:pt x="11" y="225"/>
                </a:lnTo>
                <a:lnTo>
                  <a:pt x="11" y="6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558360" y="424800"/>
            <a:ext cx="47880" cy="91800"/>
          </a:xfrm>
          <a:custGeom>
            <a:rect b="b" l="l" r="r" t="t"/>
            <a:pathLst>
              <a:path extrusionOk="0" h="255" w="133">
                <a:moveTo>
                  <a:pt x="80" y="244"/>
                </a:moveTo>
                <a:cubicBezTo>
                  <a:pt x="97" y="249"/>
                  <a:pt x="115" y="254"/>
                  <a:pt x="132" y="252"/>
                </a:cubicBezTo>
                <a:cubicBezTo>
                  <a:pt x="132" y="243"/>
                  <a:pt x="132" y="55"/>
                  <a:pt x="132" y="21"/>
                </a:cubicBezTo>
                <a:cubicBezTo>
                  <a:pt x="132" y="18"/>
                  <a:pt x="132" y="17"/>
                  <a:pt x="132" y="15"/>
                </a:cubicBezTo>
                <a:cubicBezTo>
                  <a:pt x="114" y="17"/>
                  <a:pt x="95" y="12"/>
                  <a:pt x="78" y="7"/>
                </a:cubicBezTo>
                <a:cubicBezTo>
                  <a:pt x="62" y="4"/>
                  <a:pt x="47" y="0"/>
                  <a:pt x="34" y="0"/>
                </a:cubicBezTo>
                <a:cubicBezTo>
                  <a:pt x="17" y="0"/>
                  <a:pt x="7" y="6"/>
                  <a:pt x="0" y="12"/>
                </a:cubicBezTo>
                <a:lnTo>
                  <a:pt x="0" y="247"/>
                </a:lnTo>
                <a:cubicBezTo>
                  <a:pt x="10" y="241"/>
                  <a:pt x="20" y="237"/>
                  <a:pt x="34" y="237"/>
                </a:cubicBezTo>
                <a:cubicBezTo>
                  <a:pt x="49" y="236"/>
                  <a:pt x="63" y="239"/>
                  <a:pt x="80" y="24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507240" y="424800"/>
            <a:ext cx="47880" cy="91800"/>
          </a:xfrm>
          <a:custGeom>
            <a:rect b="b" l="l" r="r" t="t"/>
            <a:pathLst>
              <a:path extrusionOk="0" h="255" w="133">
                <a:moveTo>
                  <a:pt x="98" y="237"/>
                </a:moveTo>
                <a:cubicBezTo>
                  <a:pt x="112" y="237"/>
                  <a:pt x="122" y="241"/>
                  <a:pt x="132" y="247"/>
                </a:cubicBezTo>
                <a:lnTo>
                  <a:pt x="132" y="12"/>
                </a:lnTo>
                <a:cubicBezTo>
                  <a:pt x="126" y="6"/>
                  <a:pt x="117" y="0"/>
                  <a:pt x="98" y="0"/>
                </a:cubicBezTo>
                <a:cubicBezTo>
                  <a:pt x="84" y="0"/>
                  <a:pt x="69" y="4"/>
                  <a:pt x="54" y="7"/>
                </a:cubicBezTo>
                <a:cubicBezTo>
                  <a:pt x="36" y="12"/>
                  <a:pt x="19" y="17"/>
                  <a:pt x="0" y="15"/>
                </a:cubicBezTo>
                <a:cubicBezTo>
                  <a:pt x="0" y="17"/>
                  <a:pt x="0" y="18"/>
                  <a:pt x="0" y="21"/>
                </a:cubicBezTo>
                <a:cubicBezTo>
                  <a:pt x="0" y="55"/>
                  <a:pt x="0" y="243"/>
                  <a:pt x="0" y="252"/>
                </a:cubicBezTo>
                <a:cubicBezTo>
                  <a:pt x="17" y="254"/>
                  <a:pt x="34" y="249"/>
                  <a:pt x="51" y="244"/>
                </a:cubicBezTo>
                <a:cubicBezTo>
                  <a:pt x="67" y="239"/>
                  <a:pt x="83" y="236"/>
                  <a:pt x="98" y="23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495360" y="432360"/>
            <a:ext cx="122760" cy="101160"/>
          </a:xfrm>
          <a:custGeom>
            <a:rect b="b" l="l" r="r" t="t"/>
            <a:pathLst>
              <a:path extrusionOk="0" h="281" w="341">
                <a:moveTo>
                  <a:pt x="334" y="0"/>
                </a:moveTo>
                <a:lnTo>
                  <a:pt x="320" y="0"/>
                </a:lnTo>
                <a:lnTo>
                  <a:pt x="321" y="5"/>
                </a:lnTo>
                <a:lnTo>
                  <a:pt x="321" y="6"/>
                </a:lnTo>
                <a:lnTo>
                  <a:pt x="321" y="249"/>
                </a:lnTo>
                <a:cubicBezTo>
                  <a:pt x="311" y="249"/>
                  <a:pt x="189" y="249"/>
                  <a:pt x="182" y="249"/>
                </a:cubicBezTo>
                <a:cubicBezTo>
                  <a:pt x="180" y="254"/>
                  <a:pt x="176" y="255"/>
                  <a:pt x="170" y="255"/>
                </a:cubicBezTo>
                <a:cubicBezTo>
                  <a:pt x="164" y="255"/>
                  <a:pt x="161" y="254"/>
                  <a:pt x="159" y="249"/>
                </a:cubicBezTo>
                <a:cubicBezTo>
                  <a:pt x="152" y="249"/>
                  <a:pt x="40" y="249"/>
                  <a:pt x="18" y="249"/>
                </a:cubicBezTo>
                <a:lnTo>
                  <a:pt x="18" y="6"/>
                </a:lnTo>
                <a:lnTo>
                  <a:pt x="18" y="5"/>
                </a:lnTo>
                <a:lnTo>
                  <a:pt x="19" y="0"/>
                </a:lnTo>
                <a:lnTo>
                  <a:pt x="0" y="0"/>
                </a:lnTo>
                <a:lnTo>
                  <a:pt x="0" y="268"/>
                </a:lnTo>
                <a:cubicBezTo>
                  <a:pt x="0" y="268"/>
                  <a:pt x="147" y="268"/>
                  <a:pt x="151" y="268"/>
                </a:cubicBezTo>
                <a:cubicBezTo>
                  <a:pt x="154" y="275"/>
                  <a:pt x="161" y="280"/>
                  <a:pt x="170" y="280"/>
                </a:cubicBezTo>
                <a:cubicBezTo>
                  <a:pt x="180" y="280"/>
                  <a:pt x="186" y="275"/>
                  <a:pt x="189" y="268"/>
                </a:cubicBezTo>
                <a:cubicBezTo>
                  <a:pt x="194" y="268"/>
                  <a:pt x="340" y="268"/>
                  <a:pt x="340" y="268"/>
                </a:cubicBezTo>
                <a:lnTo>
                  <a:pt x="340" y="0"/>
                </a:lnTo>
                <a:lnTo>
                  <a:pt x="334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563040" y="445320"/>
            <a:ext cx="38520" cy="10440"/>
          </a:xfrm>
          <a:custGeom>
            <a:rect b="b" l="l" r="r" t="t"/>
            <a:pathLst>
              <a:path extrusionOk="0" h="29" w="107">
                <a:moveTo>
                  <a:pt x="21" y="0"/>
                </a:moveTo>
                <a:cubicBezTo>
                  <a:pt x="12" y="0"/>
                  <a:pt x="6" y="1"/>
                  <a:pt x="0" y="5"/>
                </a:cubicBezTo>
                <a:lnTo>
                  <a:pt x="0" y="17"/>
                </a:lnTo>
                <a:cubicBezTo>
                  <a:pt x="6" y="14"/>
                  <a:pt x="12" y="13"/>
                  <a:pt x="21" y="12"/>
                </a:cubicBezTo>
                <a:cubicBezTo>
                  <a:pt x="34" y="12"/>
                  <a:pt x="49" y="15"/>
                  <a:pt x="65" y="20"/>
                </a:cubicBezTo>
                <a:cubicBezTo>
                  <a:pt x="77" y="24"/>
                  <a:pt x="91" y="27"/>
                  <a:pt x="106" y="28"/>
                </a:cubicBezTo>
                <a:lnTo>
                  <a:pt x="106" y="18"/>
                </a:lnTo>
                <a:cubicBezTo>
                  <a:pt x="93" y="17"/>
                  <a:pt x="79" y="12"/>
                  <a:pt x="67" y="9"/>
                </a:cubicBezTo>
                <a:cubicBezTo>
                  <a:pt x="50" y="5"/>
                  <a:pt x="35" y="0"/>
                  <a:pt x="21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563040" y="494280"/>
            <a:ext cx="38520" cy="10440"/>
          </a:xfrm>
          <a:custGeom>
            <a:rect b="b" l="l" r="r" t="t"/>
            <a:pathLst>
              <a:path extrusionOk="0" h="29" w="107">
                <a:moveTo>
                  <a:pt x="21" y="0"/>
                </a:moveTo>
                <a:cubicBezTo>
                  <a:pt x="12" y="0"/>
                  <a:pt x="6" y="1"/>
                  <a:pt x="0" y="5"/>
                </a:cubicBezTo>
                <a:lnTo>
                  <a:pt x="0" y="17"/>
                </a:lnTo>
                <a:cubicBezTo>
                  <a:pt x="6" y="14"/>
                  <a:pt x="12" y="13"/>
                  <a:pt x="21" y="13"/>
                </a:cubicBezTo>
                <a:cubicBezTo>
                  <a:pt x="34" y="12"/>
                  <a:pt x="49" y="15"/>
                  <a:pt x="64" y="20"/>
                </a:cubicBezTo>
                <a:cubicBezTo>
                  <a:pt x="77" y="24"/>
                  <a:pt x="91" y="27"/>
                  <a:pt x="106" y="28"/>
                </a:cubicBezTo>
                <a:lnTo>
                  <a:pt x="106" y="17"/>
                </a:lnTo>
                <a:cubicBezTo>
                  <a:pt x="93" y="17"/>
                  <a:pt x="79" y="13"/>
                  <a:pt x="67" y="9"/>
                </a:cubicBezTo>
                <a:cubicBezTo>
                  <a:pt x="50" y="5"/>
                  <a:pt x="35" y="0"/>
                  <a:pt x="21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563040" y="484200"/>
            <a:ext cx="38520" cy="11160"/>
          </a:xfrm>
          <a:custGeom>
            <a:rect b="b" l="l" r="r" t="t"/>
            <a:pathLst>
              <a:path extrusionOk="0" h="31" w="107">
                <a:moveTo>
                  <a:pt x="21" y="1"/>
                </a:moveTo>
                <a:cubicBezTo>
                  <a:pt x="12" y="1"/>
                  <a:pt x="6" y="2"/>
                  <a:pt x="0" y="5"/>
                </a:cubicBezTo>
                <a:lnTo>
                  <a:pt x="0" y="17"/>
                </a:lnTo>
                <a:cubicBezTo>
                  <a:pt x="6" y="14"/>
                  <a:pt x="12" y="13"/>
                  <a:pt x="21" y="13"/>
                </a:cubicBezTo>
                <a:cubicBezTo>
                  <a:pt x="34" y="12"/>
                  <a:pt x="49" y="15"/>
                  <a:pt x="65" y="20"/>
                </a:cubicBezTo>
                <a:cubicBezTo>
                  <a:pt x="77" y="25"/>
                  <a:pt x="91" y="28"/>
                  <a:pt x="106" y="30"/>
                </a:cubicBezTo>
                <a:lnTo>
                  <a:pt x="106" y="17"/>
                </a:lnTo>
                <a:cubicBezTo>
                  <a:pt x="93" y="15"/>
                  <a:pt x="79" y="13"/>
                  <a:pt x="67" y="8"/>
                </a:cubicBezTo>
                <a:cubicBezTo>
                  <a:pt x="50" y="5"/>
                  <a:pt x="35" y="0"/>
                  <a:pt x="21" y="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563040" y="454320"/>
            <a:ext cx="38520" cy="11520"/>
          </a:xfrm>
          <a:custGeom>
            <a:rect b="b" l="l" r="r" t="t"/>
            <a:pathLst>
              <a:path extrusionOk="0" h="32" w="107">
                <a:moveTo>
                  <a:pt x="21" y="3"/>
                </a:moveTo>
                <a:cubicBezTo>
                  <a:pt x="12" y="3"/>
                  <a:pt x="6" y="4"/>
                  <a:pt x="0" y="6"/>
                </a:cubicBezTo>
                <a:lnTo>
                  <a:pt x="0" y="18"/>
                </a:lnTo>
                <a:cubicBezTo>
                  <a:pt x="6" y="16"/>
                  <a:pt x="12" y="14"/>
                  <a:pt x="21" y="13"/>
                </a:cubicBezTo>
                <a:cubicBezTo>
                  <a:pt x="34" y="13"/>
                  <a:pt x="49" y="17"/>
                  <a:pt x="64" y="22"/>
                </a:cubicBezTo>
                <a:cubicBezTo>
                  <a:pt x="77" y="25"/>
                  <a:pt x="91" y="30"/>
                  <a:pt x="106" y="31"/>
                </a:cubicBezTo>
                <a:lnTo>
                  <a:pt x="106" y="18"/>
                </a:lnTo>
                <a:cubicBezTo>
                  <a:pt x="93" y="17"/>
                  <a:pt x="79" y="14"/>
                  <a:pt x="67" y="10"/>
                </a:cubicBezTo>
                <a:cubicBezTo>
                  <a:pt x="50" y="6"/>
                  <a:pt x="35" y="0"/>
                  <a:pt x="21" y="3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563040" y="474840"/>
            <a:ext cx="38520" cy="10440"/>
          </a:xfrm>
          <a:custGeom>
            <a:rect b="b" l="l" r="r" t="t"/>
            <a:pathLst>
              <a:path extrusionOk="0" h="29" w="107">
                <a:moveTo>
                  <a:pt x="21" y="0"/>
                </a:moveTo>
                <a:cubicBezTo>
                  <a:pt x="12" y="0"/>
                  <a:pt x="6" y="1"/>
                  <a:pt x="0" y="4"/>
                </a:cubicBezTo>
                <a:lnTo>
                  <a:pt x="0" y="15"/>
                </a:lnTo>
                <a:cubicBezTo>
                  <a:pt x="6" y="13"/>
                  <a:pt x="12" y="12"/>
                  <a:pt x="21" y="11"/>
                </a:cubicBezTo>
                <a:cubicBezTo>
                  <a:pt x="34" y="11"/>
                  <a:pt x="49" y="15"/>
                  <a:pt x="64" y="19"/>
                </a:cubicBezTo>
                <a:cubicBezTo>
                  <a:pt x="77" y="23"/>
                  <a:pt x="91" y="27"/>
                  <a:pt x="106" y="28"/>
                </a:cubicBezTo>
                <a:lnTo>
                  <a:pt x="106" y="17"/>
                </a:lnTo>
                <a:cubicBezTo>
                  <a:pt x="93" y="15"/>
                  <a:pt x="79" y="12"/>
                  <a:pt x="67" y="8"/>
                </a:cubicBezTo>
                <a:cubicBezTo>
                  <a:pt x="50" y="4"/>
                  <a:pt x="35" y="0"/>
                  <a:pt x="21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4"/>
          <p:cNvSpPr/>
          <p:nvPr/>
        </p:nvSpPr>
        <p:spPr>
          <a:xfrm>
            <a:off x="563040" y="435600"/>
            <a:ext cx="38520" cy="10440"/>
          </a:xfrm>
          <a:custGeom>
            <a:rect b="b" l="l" r="r" t="t"/>
            <a:pathLst>
              <a:path extrusionOk="0" h="29" w="107">
                <a:moveTo>
                  <a:pt x="67" y="8"/>
                </a:moveTo>
                <a:cubicBezTo>
                  <a:pt x="50" y="5"/>
                  <a:pt x="35" y="0"/>
                  <a:pt x="21" y="0"/>
                </a:cubicBezTo>
                <a:cubicBezTo>
                  <a:pt x="12" y="0"/>
                  <a:pt x="6" y="1"/>
                  <a:pt x="0" y="5"/>
                </a:cubicBezTo>
                <a:lnTo>
                  <a:pt x="0" y="17"/>
                </a:lnTo>
                <a:cubicBezTo>
                  <a:pt x="6" y="14"/>
                  <a:pt x="12" y="13"/>
                  <a:pt x="21" y="13"/>
                </a:cubicBezTo>
                <a:cubicBezTo>
                  <a:pt x="34" y="12"/>
                  <a:pt x="49" y="15"/>
                  <a:pt x="65" y="20"/>
                </a:cubicBezTo>
                <a:cubicBezTo>
                  <a:pt x="77" y="24"/>
                  <a:pt x="91" y="27"/>
                  <a:pt x="106" y="28"/>
                </a:cubicBezTo>
                <a:lnTo>
                  <a:pt x="106" y="17"/>
                </a:lnTo>
                <a:cubicBezTo>
                  <a:pt x="93" y="15"/>
                  <a:pt x="79" y="13"/>
                  <a:pt x="67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512280" y="484200"/>
            <a:ext cx="38520" cy="11160"/>
          </a:xfrm>
          <a:custGeom>
            <a:rect b="b" l="l" r="r" t="t"/>
            <a:pathLst>
              <a:path extrusionOk="0" h="31" w="107">
                <a:moveTo>
                  <a:pt x="39" y="9"/>
                </a:moveTo>
                <a:cubicBezTo>
                  <a:pt x="25" y="13"/>
                  <a:pt x="13" y="15"/>
                  <a:pt x="0" y="17"/>
                </a:cubicBezTo>
                <a:lnTo>
                  <a:pt x="0" y="30"/>
                </a:lnTo>
                <a:cubicBezTo>
                  <a:pt x="14" y="28"/>
                  <a:pt x="28" y="25"/>
                  <a:pt x="41" y="20"/>
                </a:cubicBezTo>
                <a:cubicBezTo>
                  <a:pt x="56" y="15"/>
                  <a:pt x="71" y="12"/>
                  <a:pt x="84" y="13"/>
                </a:cubicBezTo>
                <a:cubicBezTo>
                  <a:pt x="93" y="13"/>
                  <a:pt x="100" y="14"/>
                  <a:pt x="106" y="17"/>
                </a:cubicBezTo>
                <a:lnTo>
                  <a:pt x="106" y="5"/>
                </a:lnTo>
                <a:cubicBezTo>
                  <a:pt x="100" y="2"/>
                  <a:pt x="91" y="1"/>
                  <a:pt x="84" y="1"/>
                </a:cubicBezTo>
                <a:cubicBezTo>
                  <a:pt x="69" y="0"/>
                  <a:pt x="55" y="5"/>
                  <a:pt x="39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512280" y="474840"/>
            <a:ext cx="38520" cy="10440"/>
          </a:xfrm>
          <a:custGeom>
            <a:rect b="b" l="l" r="r" t="t"/>
            <a:pathLst>
              <a:path extrusionOk="0" h="29" w="107">
                <a:moveTo>
                  <a:pt x="39" y="8"/>
                </a:moveTo>
                <a:cubicBezTo>
                  <a:pt x="26" y="12"/>
                  <a:pt x="13" y="15"/>
                  <a:pt x="0" y="17"/>
                </a:cubicBezTo>
                <a:lnTo>
                  <a:pt x="0" y="28"/>
                </a:lnTo>
                <a:cubicBezTo>
                  <a:pt x="14" y="27"/>
                  <a:pt x="28" y="23"/>
                  <a:pt x="41" y="19"/>
                </a:cubicBezTo>
                <a:cubicBezTo>
                  <a:pt x="56" y="15"/>
                  <a:pt x="71" y="11"/>
                  <a:pt x="84" y="11"/>
                </a:cubicBezTo>
                <a:cubicBezTo>
                  <a:pt x="93" y="12"/>
                  <a:pt x="100" y="13"/>
                  <a:pt x="106" y="15"/>
                </a:cubicBezTo>
                <a:lnTo>
                  <a:pt x="106" y="4"/>
                </a:lnTo>
                <a:cubicBezTo>
                  <a:pt x="100" y="1"/>
                  <a:pt x="91" y="0"/>
                  <a:pt x="84" y="0"/>
                </a:cubicBezTo>
                <a:cubicBezTo>
                  <a:pt x="69" y="0"/>
                  <a:pt x="55" y="4"/>
                  <a:pt x="39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563040" y="464760"/>
            <a:ext cx="38520" cy="11160"/>
          </a:xfrm>
          <a:custGeom>
            <a:rect b="b" l="l" r="r" t="t"/>
            <a:pathLst>
              <a:path extrusionOk="0" h="31" w="107">
                <a:moveTo>
                  <a:pt x="21" y="1"/>
                </a:moveTo>
                <a:cubicBezTo>
                  <a:pt x="12" y="1"/>
                  <a:pt x="6" y="2"/>
                  <a:pt x="0" y="5"/>
                </a:cubicBezTo>
                <a:lnTo>
                  <a:pt x="0" y="17"/>
                </a:lnTo>
                <a:cubicBezTo>
                  <a:pt x="6" y="14"/>
                  <a:pt x="12" y="13"/>
                  <a:pt x="21" y="13"/>
                </a:cubicBezTo>
                <a:cubicBezTo>
                  <a:pt x="34" y="12"/>
                  <a:pt x="49" y="15"/>
                  <a:pt x="65" y="20"/>
                </a:cubicBezTo>
                <a:cubicBezTo>
                  <a:pt x="77" y="24"/>
                  <a:pt x="91" y="28"/>
                  <a:pt x="106" y="30"/>
                </a:cubicBezTo>
                <a:lnTo>
                  <a:pt x="106" y="17"/>
                </a:lnTo>
                <a:cubicBezTo>
                  <a:pt x="93" y="17"/>
                  <a:pt x="79" y="13"/>
                  <a:pt x="67" y="9"/>
                </a:cubicBezTo>
                <a:cubicBezTo>
                  <a:pt x="50" y="5"/>
                  <a:pt x="35" y="0"/>
                  <a:pt x="21" y="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512280" y="494280"/>
            <a:ext cx="38520" cy="10440"/>
          </a:xfrm>
          <a:custGeom>
            <a:rect b="b" l="l" r="r" t="t"/>
            <a:pathLst>
              <a:path extrusionOk="0" h="29" w="107">
                <a:moveTo>
                  <a:pt x="39" y="9"/>
                </a:moveTo>
                <a:cubicBezTo>
                  <a:pt x="26" y="13"/>
                  <a:pt x="13" y="17"/>
                  <a:pt x="0" y="17"/>
                </a:cubicBezTo>
                <a:lnTo>
                  <a:pt x="0" y="28"/>
                </a:lnTo>
                <a:cubicBezTo>
                  <a:pt x="14" y="27"/>
                  <a:pt x="28" y="24"/>
                  <a:pt x="41" y="20"/>
                </a:cubicBezTo>
                <a:cubicBezTo>
                  <a:pt x="56" y="15"/>
                  <a:pt x="71" y="12"/>
                  <a:pt x="84" y="13"/>
                </a:cubicBezTo>
                <a:cubicBezTo>
                  <a:pt x="93" y="13"/>
                  <a:pt x="100" y="14"/>
                  <a:pt x="106" y="17"/>
                </a:cubicBezTo>
                <a:lnTo>
                  <a:pt x="106" y="5"/>
                </a:lnTo>
                <a:cubicBezTo>
                  <a:pt x="100" y="1"/>
                  <a:pt x="91" y="0"/>
                  <a:pt x="84" y="0"/>
                </a:cubicBezTo>
                <a:cubicBezTo>
                  <a:pt x="69" y="0"/>
                  <a:pt x="55" y="5"/>
                  <a:pt x="39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512280" y="435600"/>
            <a:ext cx="38520" cy="10440"/>
          </a:xfrm>
          <a:custGeom>
            <a:rect b="b" l="l" r="r" t="t"/>
            <a:pathLst>
              <a:path extrusionOk="0" h="29" w="107">
                <a:moveTo>
                  <a:pt x="39" y="8"/>
                </a:moveTo>
                <a:cubicBezTo>
                  <a:pt x="25" y="13"/>
                  <a:pt x="13" y="15"/>
                  <a:pt x="0" y="17"/>
                </a:cubicBezTo>
                <a:lnTo>
                  <a:pt x="0" y="28"/>
                </a:lnTo>
                <a:cubicBezTo>
                  <a:pt x="14" y="27"/>
                  <a:pt x="28" y="24"/>
                  <a:pt x="41" y="20"/>
                </a:cubicBezTo>
                <a:cubicBezTo>
                  <a:pt x="56" y="15"/>
                  <a:pt x="71" y="12"/>
                  <a:pt x="84" y="13"/>
                </a:cubicBezTo>
                <a:cubicBezTo>
                  <a:pt x="93" y="13"/>
                  <a:pt x="100" y="14"/>
                  <a:pt x="106" y="17"/>
                </a:cubicBezTo>
                <a:lnTo>
                  <a:pt x="106" y="5"/>
                </a:lnTo>
                <a:cubicBezTo>
                  <a:pt x="100" y="1"/>
                  <a:pt x="91" y="0"/>
                  <a:pt x="84" y="0"/>
                </a:cubicBezTo>
                <a:cubicBezTo>
                  <a:pt x="69" y="0"/>
                  <a:pt x="54" y="5"/>
                  <a:pt x="39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512280" y="445320"/>
            <a:ext cx="38520" cy="10440"/>
          </a:xfrm>
          <a:custGeom>
            <a:rect b="b" l="l" r="r" t="t"/>
            <a:pathLst>
              <a:path extrusionOk="0" h="29" w="107">
                <a:moveTo>
                  <a:pt x="39" y="9"/>
                </a:moveTo>
                <a:cubicBezTo>
                  <a:pt x="25" y="12"/>
                  <a:pt x="13" y="17"/>
                  <a:pt x="0" y="18"/>
                </a:cubicBezTo>
                <a:lnTo>
                  <a:pt x="0" y="28"/>
                </a:lnTo>
                <a:cubicBezTo>
                  <a:pt x="14" y="27"/>
                  <a:pt x="28" y="24"/>
                  <a:pt x="41" y="20"/>
                </a:cubicBezTo>
                <a:cubicBezTo>
                  <a:pt x="56" y="15"/>
                  <a:pt x="71" y="12"/>
                  <a:pt x="84" y="12"/>
                </a:cubicBezTo>
                <a:cubicBezTo>
                  <a:pt x="93" y="13"/>
                  <a:pt x="100" y="14"/>
                  <a:pt x="106" y="17"/>
                </a:cubicBezTo>
                <a:lnTo>
                  <a:pt x="106" y="5"/>
                </a:lnTo>
                <a:cubicBezTo>
                  <a:pt x="100" y="1"/>
                  <a:pt x="91" y="0"/>
                  <a:pt x="84" y="0"/>
                </a:cubicBezTo>
                <a:cubicBezTo>
                  <a:pt x="69" y="0"/>
                  <a:pt x="54" y="5"/>
                  <a:pt x="39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512280" y="464760"/>
            <a:ext cx="38520" cy="11160"/>
          </a:xfrm>
          <a:custGeom>
            <a:rect b="b" l="l" r="r" t="t"/>
            <a:pathLst>
              <a:path extrusionOk="0" h="31" w="107">
                <a:moveTo>
                  <a:pt x="39" y="9"/>
                </a:moveTo>
                <a:cubicBezTo>
                  <a:pt x="25" y="13"/>
                  <a:pt x="13" y="17"/>
                  <a:pt x="0" y="17"/>
                </a:cubicBezTo>
                <a:lnTo>
                  <a:pt x="0" y="30"/>
                </a:lnTo>
                <a:cubicBezTo>
                  <a:pt x="14" y="28"/>
                  <a:pt x="28" y="24"/>
                  <a:pt x="41" y="20"/>
                </a:cubicBezTo>
                <a:cubicBezTo>
                  <a:pt x="56" y="15"/>
                  <a:pt x="71" y="12"/>
                  <a:pt x="84" y="13"/>
                </a:cubicBezTo>
                <a:cubicBezTo>
                  <a:pt x="93" y="13"/>
                  <a:pt x="100" y="14"/>
                  <a:pt x="106" y="17"/>
                </a:cubicBezTo>
                <a:lnTo>
                  <a:pt x="106" y="5"/>
                </a:lnTo>
                <a:cubicBezTo>
                  <a:pt x="100" y="2"/>
                  <a:pt x="91" y="1"/>
                  <a:pt x="84" y="1"/>
                </a:cubicBezTo>
                <a:cubicBezTo>
                  <a:pt x="69" y="0"/>
                  <a:pt x="55" y="5"/>
                  <a:pt x="39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512280" y="454320"/>
            <a:ext cx="38520" cy="11520"/>
          </a:xfrm>
          <a:custGeom>
            <a:rect b="b" l="l" r="r" t="t"/>
            <a:pathLst>
              <a:path extrusionOk="0" h="32" w="107">
                <a:moveTo>
                  <a:pt x="39" y="10"/>
                </a:moveTo>
                <a:cubicBezTo>
                  <a:pt x="26" y="14"/>
                  <a:pt x="13" y="17"/>
                  <a:pt x="0" y="18"/>
                </a:cubicBezTo>
                <a:lnTo>
                  <a:pt x="0" y="31"/>
                </a:lnTo>
                <a:cubicBezTo>
                  <a:pt x="14" y="30"/>
                  <a:pt x="28" y="25"/>
                  <a:pt x="41" y="22"/>
                </a:cubicBezTo>
                <a:cubicBezTo>
                  <a:pt x="56" y="17"/>
                  <a:pt x="71" y="13"/>
                  <a:pt x="84" y="13"/>
                </a:cubicBezTo>
                <a:cubicBezTo>
                  <a:pt x="93" y="14"/>
                  <a:pt x="100" y="16"/>
                  <a:pt x="106" y="18"/>
                </a:cubicBezTo>
                <a:lnTo>
                  <a:pt x="106" y="6"/>
                </a:lnTo>
                <a:cubicBezTo>
                  <a:pt x="100" y="4"/>
                  <a:pt x="91" y="3"/>
                  <a:pt x="84" y="3"/>
                </a:cubicBezTo>
                <a:cubicBezTo>
                  <a:pt x="69" y="0"/>
                  <a:pt x="55" y="6"/>
                  <a:pt x="39" y="1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566280" y="700920"/>
            <a:ext cx="42120" cy="44280"/>
          </a:xfrm>
          <a:custGeom>
            <a:rect b="b" l="l" r="r" t="t"/>
            <a:pathLst>
              <a:path extrusionOk="0" h="123" w="117">
                <a:moveTo>
                  <a:pt x="83" y="87"/>
                </a:moveTo>
                <a:lnTo>
                  <a:pt x="83" y="122"/>
                </a:lnTo>
                <a:lnTo>
                  <a:pt x="57" y="101"/>
                </a:lnTo>
                <a:lnTo>
                  <a:pt x="32" y="122"/>
                </a:lnTo>
                <a:lnTo>
                  <a:pt x="31" y="87"/>
                </a:lnTo>
                <a:lnTo>
                  <a:pt x="0" y="78"/>
                </a:lnTo>
                <a:lnTo>
                  <a:pt x="24" y="57"/>
                </a:lnTo>
                <a:lnTo>
                  <a:pt x="11" y="24"/>
                </a:lnTo>
                <a:lnTo>
                  <a:pt x="43" y="31"/>
                </a:lnTo>
                <a:lnTo>
                  <a:pt x="57" y="0"/>
                </a:lnTo>
                <a:lnTo>
                  <a:pt x="72" y="31"/>
                </a:lnTo>
                <a:lnTo>
                  <a:pt x="105" y="24"/>
                </a:lnTo>
                <a:lnTo>
                  <a:pt x="91" y="57"/>
                </a:lnTo>
                <a:lnTo>
                  <a:pt x="116" y="78"/>
                </a:lnTo>
                <a:lnTo>
                  <a:pt x="83" y="8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37" name="Google Shape;137;p14"/>
          <p:cNvSpPr/>
          <p:nvPr/>
        </p:nvSpPr>
        <p:spPr>
          <a:xfrm>
            <a:off x="619200" y="776160"/>
            <a:ext cx="47880" cy="51840"/>
          </a:xfrm>
          <a:custGeom>
            <a:rect b="b" l="l" r="r" t="t"/>
            <a:pathLst>
              <a:path extrusionOk="0" h="144" w="133">
                <a:moveTo>
                  <a:pt x="112" y="122"/>
                </a:moveTo>
                <a:lnTo>
                  <a:pt x="80" y="109"/>
                </a:lnTo>
                <a:lnTo>
                  <a:pt x="66" y="143"/>
                </a:lnTo>
                <a:lnTo>
                  <a:pt x="53" y="109"/>
                </a:lnTo>
                <a:lnTo>
                  <a:pt x="19" y="122"/>
                </a:lnTo>
                <a:lnTo>
                  <a:pt x="31" y="88"/>
                </a:lnTo>
                <a:lnTo>
                  <a:pt x="0" y="71"/>
                </a:lnTo>
                <a:lnTo>
                  <a:pt x="31" y="57"/>
                </a:lnTo>
                <a:lnTo>
                  <a:pt x="19" y="20"/>
                </a:lnTo>
                <a:lnTo>
                  <a:pt x="53" y="33"/>
                </a:lnTo>
                <a:lnTo>
                  <a:pt x="66" y="0"/>
                </a:lnTo>
                <a:lnTo>
                  <a:pt x="80" y="33"/>
                </a:lnTo>
                <a:lnTo>
                  <a:pt x="112" y="20"/>
                </a:lnTo>
                <a:lnTo>
                  <a:pt x="101" y="57"/>
                </a:lnTo>
                <a:lnTo>
                  <a:pt x="132" y="71"/>
                </a:lnTo>
                <a:lnTo>
                  <a:pt x="101" y="88"/>
                </a:lnTo>
                <a:lnTo>
                  <a:pt x="112" y="122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38" name="Google Shape;138;p14"/>
          <p:cNvSpPr/>
          <p:nvPr/>
        </p:nvSpPr>
        <p:spPr>
          <a:xfrm>
            <a:off x="622080" y="644040"/>
            <a:ext cx="42120" cy="43920"/>
          </a:xfrm>
          <a:custGeom>
            <a:rect b="b" l="l" r="r" t="t"/>
            <a:pathLst>
              <a:path extrusionOk="0" h="122" w="117">
                <a:moveTo>
                  <a:pt x="10" y="24"/>
                </a:moveTo>
                <a:lnTo>
                  <a:pt x="43" y="31"/>
                </a:lnTo>
                <a:lnTo>
                  <a:pt x="57" y="0"/>
                </a:lnTo>
                <a:lnTo>
                  <a:pt x="73" y="31"/>
                </a:lnTo>
                <a:lnTo>
                  <a:pt x="105" y="24"/>
                </a:lnTo>
                <a:lnTo>
                  <a:pt x="91" y="55"/>
                </a:lnTo>
                <a:lnTo>
                  <a:pt x="116" y="78"/>
                </a:lnTo>
                <a:lnTo>
                  <a:pt x="85" y="87"/>
                </a:lnTo>
                <a:lnTo>
                  <a:pt x="84" y="121"/>
                </a:lnTo>
                <a:lnTo>
                  <a:pt x="57" y="100"/>
                </a:lnTo>
                <a:lnTo>
                  <a:pt x="31" y="121"/>
                </a:lnTo>
                <a:lnTo>
                  <a:pt x="31" y="87"/>
                </a:lnTo>
                <a:lnTo>
                  <a:pt x="0" y="78"/>
                </a:lnTo>
                <a:lnTo>
                  <a:pt x="24" y="55"/>
                </a:lnTo>
                <a:lnTo>
                  <a:pt x="10" y="24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39" name="Google Shape;139;p14"/>
          <p:cNvSpPr/>
          <p:nvPr/>
        </p:nvSpPr>
        <p:spPr>
          <a:xfrm>
            <a:off x="648360" y="723960"/>
            <a:ext cx="29880" cy="30240"/>
          </a:xfrm>
          <a:custGeom>
            <a:rect b="b" l="l" r="r" t="t"/>
            <a:pathLst>
              <a:path extrusionOk="0" h="84" w="83">
                <a:moveTo>
                  <a:pt x="67" y="83"/>
                </a:moveTo>
                <a:lnTo>
                  <a:pt x="41" y="69"/>
                </a:lnTo>
                <a:lnTo>
                  <a:pt x="17" y="83"/>
                </a:lnTo>
                <a:lnTo>
                  <a:pt x="21" y="53"/>
                </a:lnTo>
                <a:lnTo>
                  <a:pt x="0" y="31"/>
                </a:lnTo>
                <a:lnTo>
                  <a:pt x="28" y="26"/>
                </a:lnTo>
                <a:lnTo>
                  <a:pt x="41" y="0"/>
                </a:lnTo>
                <a:lnTo>
                  <a:pt x="53" y="26"/>
                </a:lnTo>
                <a:lnTo>
                  <a:pt x="82" y="31"/>
                </a:lnTo>
                <a:lnTo>
                  <a:pt x="62" y="53"/>
                </a:lnTo>
                <a:lnTo>
                  <a:pt x="67" y="83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40" name="Google Shape;140;p14"/>
          <p:cNvSpPr/>
          <p:nvPr/>
        </p:nvSpPr>
        <p:spPr>
          <a:xfrm>
            <a:off x="677880" y="686160"/>
            <a:ext cx="31320" cy="38160"/>
          </a:xfrm>
          <a:custGeom>
            <a:rect b="b" l="l" r="r" t="t"/>
            <a:pathLst>
              <a:path extrusionOk="0" h="106" w="87">
                <a:moveTo>
                  <a:pt x="86" y="79"/>
                </a:moveTo>
                <a:lnTo>
                  <a:pt x="57" y="79"/>
                </a:lnTo>
                <a:lnTo>
                  <a:pt x="43" y="105"/>
                </a:lnTo>
                <a:lnTo>
                  <a:pt x="30" y="79"/>
                </a:lnTo>
                <a:lnTo>
                  <a:pt x="0" y="79"/>
                </a:lnTo>
                <a:lnTo>
                  <a:pt x="14" y="53"/>
                </a:lnTo>
                <a:lnTo>
                  <a:pt x="0" y="27"/>
                </a:lnTo>
                <a:lnTo>
                  <a:pt x="30" y="28"/>
                </a:lnTo>
                <a:lnTo>
                  <a:pt x="43" y="0"/>
                </a:lnTo>
                <a:lnTo>
                  <a:pt x="57" y="28"/>
                </a:lnTo>
                <a:lnTo>
                  <a:pt x="86" y="27"/>
                </a:lnTo>
                <a:lnTo>
                  <a:pt x="71" y="53"/>
                </a:lnTo>
                <a:lnTo>
                  <a:pt x="86" y="7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41" name="Google Shape;141;p14"/>
          <p:cNvSpPr/>
          <p:nvPr/>
        </p:nvSpPr>
        <p:spPr>
          <a:xfrm>
            <a:off x="495360" y="529560"/>
            <a:ext cx="294840" cy="192960"/>
          </a:xfrm>
          <a:custGeom>
            <a:rect b="b" l="l" r="r" t="t"/>
            <a:pathLst>
              <a:path extrusionOk="0" h="536" w="819">
                <a:moveTo>
                  <a:pt x="408" y="190"/>
                </a:moveTo>
                <a:lnTo>
                  <a:pt x="765" y="535"/>
                </a:lnTo>
                <a:cubicBezTo>
                  <a:pt x="788" y="486"/>
                  <a:pt x="805" y="440"/>
                  <a:pt x="818" y="395"/>
                </a:cubicBezTo>
                <a:lnTo>
                  <a:pt x="408" y="0"/>
                </a:lnTo>
                <a:lnTo>
                  <a:pt x="0" y="395"/>
                </a:lnTo>
                <a:cubicBezTo>
                  <a:pt x="13" y="440"/>
                  <a:pt x="31" y="486"/>
                  <a:pt x="54" y="535"/>
                </a:cubicBezTo>
                <a:lnTo>
                  <a:pt x="408" y="19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4"/>
          <p:cNvSpPr/>
          <p:nvPr/>
        </p:nvSpPr>
        <p:spPr>
          <a:xfrm>
            <a:off x="828000" y="679680"/>
            <a:ext cx="35280" cy="83880"/>
          </a:xfrm>
          <a:custGeom>
            <a:rect b="b" l="l" r="r" t="t"/>
            <a:pathLst>
              <a:path extrusionOk="0" h="233" w="98">
                <a:moveTo>
                  <a:pt x="36" y="232"/>
                </a:moveTo>
                <a:lnTo>
                  <a:pt x="56" y="105"/>
                </a:lnTo>
                <a:lnTo>
                  <a:pt x="0" y="51"/>
                </a:lnTo>
                <a:cubicBezTo>
                  <a:pt x="6" y="34"/>
                  <a:pt x="11" y="18"/>
                  <a:pt x="15" y="0"/>
                </a:cubicBezTo>
                <a:cubicBezTo>
                  <a:pt x="33" y="17"/>
                  <a:pt x="88" y="71"/>
                  <a:pt x="97" y="78"/>
                </a:cubicBezTo>
                <a:cubicBezTo>
                  <a:pt x="80" y="133"/>
                  <a:pt x="58" y="187"/>
                  <a:pt x="36" y="2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823320" y="745200"/>
            <a:ext cx="13680" cy="33480"/>
          </a:xfrm>
          <a:custGeom>
            <a:rect b="b" l="l" r="r" t="t"/>
            <a:pathLst>
              <a:path extrusionOk="0" h="93" w="38">
                <a:moveTo>
                  <a:pt x="22" y="92"/>
                </a:moveTo>
                <a:cubicBezTo>
                  <a:pt x="17" y="88"/>
                  <a:pt x="10" y="81"/>
                  <a:pt x="0" y="71"/>
                </a:cubicBezTo>
                <a:lnTo>
                  <a:pt x="0" y="70"/>
                </a:lnTo>
                <a:cubicBezTo>
                  <a:pt x="13" y="47"/>
                  <a:pt x="26" y="24"/>
                  <a:pt x="37" y="0"/>
                </a:cubicBezTo>
                <a:lnTo>
                  <a:pt x="22" y="9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4"/>
          <p:cNvSpPr/>
          <p:nvPr/>
        </p:nvSpPr>
        <p:spPr>
          <a:xfrm>
            <a:off x="423000" y="679680"/>
            <a:ext cx="35280" cy="83880"/>
          </a:xfrm>
          <a:custGeom>
            <a:rect b="b" l="l" r="r" t="t"/>
            <a:pathLst>
              <a:path extrusionOk="0" h="233" w="98">
                <a:moveTo>
                  <a:pt x="0" y="78"/>
                </a:moveTo>
                <a:cubicBezTo>
                  <a:pt x="8" y="71"/>
                  <a:pt x="64" y="17"/>
                  <a:pt x="80" y="0"/>
                </a:cubicBezTo>
                <a:cubicBezTo>
                  <a:pt x="85" y="18"/>
                  <a:pt x="91" y="34"/>
                  <a:pt x="97" y="51"/>
                </a:cubicBezTo>
                <a:lnTo>
                  <a:pt x="42" y="105"/>
                </a:lnTo>
                <a:lnTo>
                  <a:pt x="61" y="232"/>
                </a:lnTo>
                <a:cubicBezTo>
                  <a:pt x="40" y="186"/>
                  <a:pt x="17" y="132"/>
                  <a:pt x="0" y="7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448920" y="744840"/>
            <a:ext cx="13320" cy="34200"/>
          </a:xfrm>
          <a:custGeom>
            <a:rect b="b" l="l" r="r" t="t"/>
            <a:pathLst>
              <a:path extrusionOk="0" h="95" w="37">
                <a:moveTo>
                  <a:pt x="14" y="94"/>
                </a:moveTo>
                <a:lnTo>
                  <a:pt x="0" y="0"/>
                </a:lnTo>
                <a:cubicBezTo>
                  <a:pt x="12" y="25"/>
                  <a:pt x="24" y="49"/>
                  <a:pt x="36" y="72"/>
                </a:cubicBezTo>
                <a:cubicBezTo>
                  <a:pt x="28" y="81"/>
                  <a:pt x="20" y="89"/>
                  <a:pt x="14" y="9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446400" y="691920"/>
            <a:ext cx="393480" cy="226080"/>
          </a:xfrm>
          <a:custGeom>
            <a:rect b="b" l="l" r="r" t="t"/>
            <a:pathLst>
              <a:path extrusionOk="0" h="628" w="1093">
                <a:moveTo>
                  <a:pt x="1017" y="236"/>
                </a:moveTo>
                <a:cubicBezTo>
                  <a:pt x="915" y="411"/>
                  <a:pt x="772" y="538"/>
                  <a:pt x="602" y="606"/>
                </a:cubicBezTo>
                <a:cubicBezTo>
                  <a:pt x="602" y="606"/>
                  <a:pt x="552" y="625"/>
                  <a:pt x="546" y="627"/>
                </a:cubicBezTo>
                <a:cubicBezTo>
                  <a:pt x="540" y="625"/>
                  <a:pt x="492" y="606"/>
                  <a:pt x="492" y="606"/>
                </a:cubicBezTo>
                <a:cubicBezTo>
                  <a:pt x="321" y="538"/>
                  <a:pt x="176" y="411"/>
                  <a:pt x="75" y="236"/>
                </a:cubicBezTo>
                <a:cubicBezTo>
                  <a:pt x="45" y="185"/>
                  <a:pt x="20" y="132"/>
                  <a:pt x="0" y="75"/>
                </a:cubicBezTo>
                <a:cubicBezTo>
                  <a:pt x="9" y="66"/>
                  <a:pt x="62" y="15"/>
                  <a:pt x="78" y="0"/>
                </a:cubicBezTo>
                <a:cubicBezTo>
                  <a:pt x="99" y="64"/>
                  <a:pt x="125" y="126"/>
                  <a:pt x="158" y="180"/>
                </a:cubicBezTo>
                <a:cubicBezTo>
                  <a:pt x="247" y="335"/>
                  <a:pt x="374" y="448"/>
                  <a:pt x="525" y="507"/>
                </a:cubicBezTo>
                <a:lnTo>
                  <a:pt x="546" y="516"/>
                </a:lnTo>
                <a:lnTo>
                  <a:pt x="568" y="507"/>
                </a:lnTo>
                <a:cubicBezTo>
                  <a:pt x="718" y="449"/>
                  <a:pt x="844" y="335"/>
                  <a:pt x="935" y="180"/>
                </a:cubicBezTo>
                <a:cubicBezTo>
                  <a:pt x="967" y="124"/>
                  <a:pt x="993" y="64"/>
                  <a:pt x="1014" y="0"/>
                </a:cubicBezTo>
                <a:cubicBezTo>
                  <a:pt x="1030" y="15"/>
                  <a:pt x="1083" y="66"/>
                  <a:pt x="1092" y="75"/>
                </a:cubicBezTo>
                <a:cubicBezTo>
                  <a:pt x="1071" y="132"/>
                  <a:pt x="1046" y="186"/>
                  <a:pt x="1017" y="23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464760" y="743760"/>
            <a:ext cx="26640" cy="25920"/>
          </a:xfrm>
          <a:custGeom>
            <a:rect b="b" l="l" r="r" t="t"/>
            <a:pathLst>
              <a:path extrusionOk="0" h="72" w="74">
                <a:moveTo>
                  <a:pt x="37" y="13"/>
                </a:moveTo>
                <a:lnTo>
                  <a:pt x="60" y="8"/>
                </a:lnTo>
                <a:lnTo>
                  <a:pt x="44" y="26"/>
                </a:lnTo>
                <a:lnTo>
                  <a:pt x="37" y="13"/>
                </a:lnTo>
                <a:moveTo>
                  <a:pt x="56" y="36"/>
                </a:moveTo>
                <a:lnTo>
                  <a:pt x="73" y="15"/>
                </a:lnTo>
                <a:lnTo>
                  <a:pt x="72" y="9"/>
                </a:lnTo>
                <a:cubicBezTo>
                  <a:pt x="68" y="6"/>
                  <a:pt x="65" y="4"/>
                  <a:pt x="63" y="0"/>
                </a:cubicBezTo>
                <a:cubicBezTo>
                  <a:pt x="45" y="4"/>
                  <a:pt x="20" y="8"/>
                  <a:pt x="7" y="8"/>
                </a:cubicBezTo>
                <a:lnTo>
                  <a:pt x="3" y="5"/>
                </a:lnTo>
                <a:lnTo>
                  <a:pt x="0" y="6"/>
                </a:lnTo>
                <a:cubicBezTo>
                  <a:pt x="2" y="9"/>
                  <a:pt x="3" y="12"/>
                  <a:pt x="6" y="15"/>
                </a:cubicBezTo>
                <a:cubicBezTo>
                  <a:pt x="7" y="19"/>
                  <a:pt x="8" y="23"/>
                  <a:pt x="10" y="26"/>
                </a:cubicBezTo>
                <a:lnTo>
                  <a:pt x="14" y="24"/>
                </a:lnTo>
                <a:lnTo>
                  <a:pt x="12" y="19"/>
                </a:lnTo>
                <a:lnTo>
                  <a:pt x="30" y="14"/>
                </a:lnTo>
                <a:lnTo>
                  <a:pt x="40" y="33"/>
                </a:lnTo>
                <a:cubicBezTo>
                  <a:pt x="36" y="37"/>
                  <a:pt x="31" y="44"/>
                  <a:pt x="28" y="47"/>
                </a:cubicBezTo>
                <a:lnTo>
                  <a:pt x="23" y="43"/>
                </a:lnTo>
                <a:lnTo>
                  <a:pt x="20" y="45"/>
                </a:lnTo>
                <a:cubicBezTo>
                  <a:pt x="22" y="50"/>
                  <a:pt x="24" y="53"/>
                  <a:pt x="28" y="58"/>
                </a:cubicBezTo>
                <a:cubicBezTo>
                  <a:pt x="30" y="62"/>
                  <a:pt x="31" y="66"/>
                  <a:pt x="34" y="71"/>
                </a:cubicBezTo>
                <a:lnTo>
                  <a:pt x="36" y="69"/>
                </a:lnTo>
                <a:lnTo>
                  <a:pt x="35" y="64"/>
                </a:lnTo>
                <a:cubicBezTo>
                  <a:pt x="39" y="58"/>
                  <a:pt x="50" y="46"/>
                  <a:pt x="56" y="3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484200" y="768240"/>
            <a:ext cx="30960" cy="31680"/>
          </a:xfrm>
          <a:custGeom>
            <a:rect b="b" l="l" r="r" t="t"/>
            <a:pathLst>
              <a:path extrusionOk="0" h="88" w="86">
                <a:moveTo>
                  <a:pt x="82" y="57"/>
                </a:moveTo>
                <a:lnTo>
                  <a:pt x="85" y="55"/>
                </a:lnTo>
                <a:cubicBezTo>
                  <a:pt x="83" y="52"/>
                  <a:pt x="80" y="49"/>
                  <a:pt x="78" y="46"/>
                </a:cubicBezTo>
                <a:cubicBezTo>
                  <a:pt x="77" y="41"/>
                  <a:pt x="75" y="38"/>
                  <a:pt x="73" y="36"/>
                </a:cubicBezTo>
                <a:lnTo>
                  <a:pt x="69" y="38"/>
                </a:lnTo>
                <a:lnTo>
                  <a:pt x="72" y="44"/>
                </a:lnTo>
                <a:cubicBezTo>
                  <a:pt x="64" y="52"/>
                  <a:pt x="43" y="69"/>
                  <a:pt x="43" y="69"/>
                </a:cubicBezTo>
                <a:cubicBezTo>
                  <a:pt x="47" y="52"/>
                  <a:pt x="54" y="33"/>
                  <a:pt x="60" y="17"/>
                </a:cubicBezTo>
                <a:cubicBezTo>
                  <a:pt x="58" y="14"/>
                  <a:pt x="56" y="11"/>
                  <a:pt x="54" y="8"/>
                </a:cubicBezTo>
                <a:cubicBezTo>
                  <a:pt x="52" y="5"/>
                  <a:pt x="51" y="2"/>
                  <a:pt x="50" y="0"/>
                </a:cubicBezTo>
                <a:lnTo>
                  <a:pt x="46" y="2"/>
                </a:lnTo>
                <a:lnTo>
                  <a:pt x="47" y="7"/>
                </a:lnTo>
                <a:cubicBezTo>
                  <a:pt x="44" y="11"/>
                  <a:pt x="40" y="14"/>
                  <a:pt x="34" y="18"/>
                </a:cubicBezTo>
                <a:lnTo>
                  <a:pt x="21" y="28"/>
                </a:lnTo>
                <a:cubicBezTo>
                  <a:pt x="15" y="32"/>
                  <a:pt x="11" y="36"/>
                  <a:pt x="7" y="38"/>
                </a:cubicBezTo>
                <a:lnTo>
                  <a:pt x="3" y="34"/>
                </a:lnTo>
                <a:lnTo>
                  <a:pt x="0" y="37"/>
                </a:lnTo>
                <a:cubicBezTo>
                  <a:pt x="2" y="39"/>
                  <a:pt x="4" y="44"/>
                  <a:pt x="7" y="46"/>
                </a:cubicBezTo>
                <a:cubicBezTo>
                  <a:pt x="8" y="50"/>
                  <a:pt x="10" y="53"/>
                  <a:pt x="12" y="56"/>
                </a:cubicBezTo>
                <a:lnTo>
                  <a:pt x="15" y="53"/>
                </a:lnTo>
                <a:lnTo>
                  <a:pt x="13" y="49"/>
                </a:lnTo>
                <a:cubicBezTo>
                  <a:pt x="21" y="39"/>
                  <a:pt x="32" y="31"/>
                  <a:pt x="43" y="23"/>
                </a:cubicBezTo>
                <a:lnTo>
                  <a:pt x="44" y="24"/>
                </a:lnTo>
                <a:cubicBezTo>
                  <a:pt x="37" y="39"/>
                  <a:pt x="31" y="58"/>
                  <a:pt x="24" y="76"/>
                </a:cubicBezTo>
                <a:cubicBezTo>
                  <a:pt x="25" y="78"/>
                  <a:pt x="28" y="79"/>
                  <a:pt x="29" y="82"/>
                </a:cubicBezTo>
                <a:cubicBezTo>
                  <a:pt x="30" y="84"/>
                  <a:pt x="31" y="85"/>
                  <a:pt x="32" y="87"/>
                </a:cubicBezTo>
                <a:cubicBezTo>
                  <a:pt x="36" y="83"/>
                  <a:pt x="44" y="78"/>
                  <a:pt x="51" y="72"/>
                </a:cubicBezTo>
                <a:lnTo>
                  <a:pt x="64" y="63"/>
                </a:lnTo>
                <a:cubicBezTo>
                  <a:pt x="69" y="58"/>
                  <a:pt x="74" y="56"/>
                  <a:pt x="78" y="53"/>
                </a:cubicBezTo>
                <a:lnTo>
                  <a:pt x="82" y="5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"/>
          <p:cNvSpPr/>
          <p:nvPr/>
        </p:nvSpPr>
        <p:spPr>
          <a:xfrm>
            <a:off x="509760" y="801720"/>
            <a:ext cx="27000" cy="27000"/>
          </a:xfrm>
          <a:custGeom>
            <a:rect b="b" l="l" r="r" t="t"/>
            <a:pathLst>
              <a:path extrusionOk="0" h="75" w="75">
                <a:moveTo>
                  <a:pt x="14" y="14"/>
                </a:moveTo>
                <a:cubicBezTo>
                  <a:pt x="0" y="28"/>
                  <a:pt x="2" y="47"/>
                  <a:pt x="13" y="60"/>
                </a:cubicBezTo>
                <a:cubicBezTo>
                  <a:pt x="20" y="68"/>
                  <a:pt x="28" y="73"/>
                  <a:pt x="42" y="74"/>
                </a:cubicBezTo>
                <a:lnTo>
                  <a:pt x="43" y="67"/>
                </a:lnTo>
                <a:cubicBezTo>
                  <a:pt x="35" y="66"/>
                  <a:pt x="28" y="62"/>
                  <a:pt x="26" y="59"/>
                </a:cubicBezTo>
                <a:cubicBezTo>
                  <a:pt x="17" y="49"/>
                  <a:pt x="16" y="35"/>
                  <a:pt x="27" y="25"/>
                </a:cubicBezTo>
                <a:cubicBezTo>
                  <a:pt x="37" y="15"/>
                  <a:pt x="48" y="17"/>
                  <a:pt x="56" y="26"/>
                </a:cubicBezTo>
                <a:cubicBezTo>
                  <a:pt x="58" y="29"/>
                  <a:pt x="61" y="35"/>
                  <a:pt x="63" y="40"/>
                </a:cubicBezTo>
                <a:lnTo>
                  <a:pt x="59" y="43"/>
                </a:lnTo>
                <a:lnTo>
                  <a:pt x="61" y="47"/>
                </a:lnTo>
                <a:cubicBezTo>
                  <a:pt x="65" y="45"/>
                  <a:pt x="70" y="41"/>
                  <a:pt x="74" y="39"/>
                </a:cubicBezTo>
                <a:cubicBezTo>
                  <a:pt x="71" y="32"/>
                  <a:pt x="68" y="26"/>
                  <a:pt x="63" y="20"/>
                </a:cubicBezTo>
                <a:cubicBezTo>
                  <a:pt x="47" y="3"/>
                  <a:pt x="27" y="0"/>
                  <a:pt x="14" y="1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4"/>
          <p:cNvSpPr/>
          <p:nvPr/>
        </p:nvSpPr>
        <p:spPr>
          <a:xfrm>
            <a:off x="535320" y="827640"/>
            <a:ext cx="28440" cy="29880"/>
          </a:xfrm>
          <a:custGeom>
            <a:rect b="b" l="l" r="r" t="t"/>
            <a:pathLst>
              <a:path extrusionOk="0" h="83" w="79">
                <a:moveTo>
                  <a:pt x="54" y="54"/>
                </a:moveTo>
                <a:cubicBezTo>
                  <a:pt x="45" y="64"/>
                  <a:pt x="34" y="68"/>
                  <a:pt x="23" y="60"/>
                </a:cubicBezTo>
                <a:cubicBezTo>
                  <a:pt x="15" y="52"/>
                  <a:pt x="15" y="38"/>
                  <a:pt x="24" y="28"/>
                </a:cubicBezTo>
                <a:cubicBezTo>
                  <a:pt x="34" y="17"/>
                  <a:pt x="45" y="15"/>
                  <a:pt x="54" y="22"/>
                </a:cubicBezTo>
                <a:cubicBezTo>
                  <a:pt x="61" y="30"/>
                  <a:pt x="61" y="42"/>
                  <a:pt x="54" y="54"/>
                </a:cubicBezTo>
                <a:moveTo>
                  <a:pt x="58" y="15"/>
                </a:moveTo>
                <a:cubicBezTo>
                  <a:pt x="43" y="0"/>
                  <a:pt x="23" y="3"/>
                  <a:pt x="12" y="17"/>
                </a:cubicBezTo>
                <a:cubicBezTo>
                  <a:pt x="0" y="32"/>
                  <a:pt x="2" y="52"/>
                  <a:pt x="18" y="67"/>
                </a:cubicBezTo>
                <a:cubicBezTo>
                  <a:pt x="36" y="82"/>
                  <a:pt x="55" y="79"/>
                  <a:pt x="65" y="64"/>
                </a:cubicBezTo>
                <a:cubicBezTo>
                  <a:pt x="78" y="49"/>
                  <a:pt x="75" y="30"/>
                  <a:pt x="58" y="1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564480" y="849960"/>
            <a:ext cx="27720" cy="33120"/>
          </a:xfrm>
          <a:custGeom>
            <a:rect b="b" l="l" r="r" t="t"/>
            <a:pathLst>
              <a:path extrusionOk="0" h="92" w="77">
                <a:moveTo>
                  <a:pt x="56" y="38"/>
                </a:moveTo>
                <a:cubicBezTo>
                  <a:pt x="53" y="44"/>
                  <a:pt x="47" y="44"/>
                  <a:pt x="40" y="39"/>
                </a:cubicBezTo>
                <a:cubicBezTo>
                  <a:pt x="37" y="38"/>
                  <a:pt x="36" y="37"/>
                  <a:pt x="35" y="36"/>
                </a:cubicBezTo>
                <a:lnTo>
                  <a:pt x="37" y="31"/>
                </a:lnTo>
                <a:cubicBezTo>
                  <a:pt x="41" y="25"/>
                  <a:pt x="43" y="21"/>
                  <a:pt x="44" y="19"/>
                </a:cubicBezTo>
                <a:cubicBezTo>
                  <a:pt x="47" y="20"/>
                  <a:pt x="49" y="21"/>
                  <a:pt x="52" y="24"/>
                </a:cubicBezTo>
                <a:cubicBezTo>
                  <a:pt x="58" y="28"/>
                  <a:pt x="60" y="33"/>
                  <a:pt x="56" y="38"/>
                </a:cubicBezTo>
                <a:moveTo>
                  <a:pt x="61" y="19"/>
                </a:moveTo>
                <a:cubicBezTo>
                  <a:pt x="57" y="17"/>
                  <a:pt x="53" y="14"/>
                  <a:pt x="50" y="13"/>
                </a:cubicBezTo>
                <a:cubicBezTo>
                  <a:pt x="46" y="9"/>
                  <a:pt x="43" y="8"/>
                  <a:pt x="39" y="6"/>
                </a:cubicBezTo>
                <a:cubicBezTo>
                  <a:pt x="36" y="4"/>
                  <a:pt x="34" y="1"/>
                  <a:pt x="31" y="0"/>
                </a:cubicBezTo>
                <a:lnTo>
                  <a:pt x="29" y="2"/>
                </a:lnTo>
                <a:lnTo>
                  <a:pt x="32" y="7"/>
                </a:lnTo>
                <a:cubicBezTo>
                  <a:pt x="30" y="12"/>
                  <a:pt x="28" y="17"/>
                  <a:pt x="24" y="23"/>
                </a:cubicBezTo>
                <a:lnTo>
                  <a:pt x="15" y="39"/>
                </a:lnTo>
                <a:cubicBezTo>
                  <a:pt x="13" y="44"/>
                  <a:pt x="10" y="49"/>
                  <a:pt x="7" y="53"/>
                </a:cubicBezTo>
                <a:lnTo>
                  <a:pt x="1" y="51"/>
                </a:lnTo>
                <a:lnTo>
                  <a:pt x="0" y="55"/>
                </a:lnTo>
                <a:cubicBezTo>
                  <a:pt x="3" y="57"/>
                  <a:pt x="8" y="59"/>
                  <a:pt x="11" y="62"/>
                </a:cubicBezTo>
                <a:cubicBezTo>
                  <a:pt x="15" y="65"/>
                  <a:pt x="19" y="68"/>
                  <a:pt x="22" y="70"/>
                </a:cubicBezTo>
                <a:lnTo>
                  <a:pt x="24" y="66"/>
                </a:lnTo>
                <a:lnTo>
                  <a:pt x="21" y="63"/>
                </a:lnTo>
                <a:cubicBezTo>
                  <a:pt x="22" y="58"/>
                  <a:pt x="24" y="53"/>
                  <a:pt x="29" y="47"/>
                </a:cubicBezTo>
                <a:lnTo>
                  <a:pt x="31" y="43"/>
                </a:lnTo>
                <a:lnTo>
                  <a:pt x="35" y="45"/>
                </a:lnTo>
                <a:cubicBezTo>
                  <a:pt x="36" y="55"/>
                  <a:pt x="36" y="70"/>
                  <a:pt x="37" y="82"/>
                </a:cubicBezTo>
                <a:cubicBezTo>
                  <a:pt x="43" y="84"/>
                  <a:pt x="49" y="88"/>
                  <a:pt x="53" y="91"/>
                </a:cubicBezTo>
                <a:lnTo>
                  <a:pt x="56" y="88"/>
                </a:lnTo>
                <a:lnTo>
                  <a:pt x="54" y="85"/>
                </a:lnTo>
                <a:cubicBezTo>
                  <a:pt x="53" y="81"/>
                  <a:pt x="51" y="58"/>
                  <a:pt x="50" y="52"/>
                </a:cubicBezTo>
                <a:cubicBezTo>
                  <a:pt x="57" y="56"/>
                  <a:pt x="66" y="53"/>
                  <a:pt x="72" y="46"/>
                </a:cubicBezTo>
                <a:cubicBezTo>
                  <a:pt x="76" y="39"/>
                  <a:pt x="76" y="30"/>
                  <a:pt x="61" y="1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595080" y="872640"/>
            <a:ext cx="23400" cy="27720"/>
          </a:xfrm>
          <a:custGeom>
            <a:rect b="b" l="l" r="r" t="t"/>
            <a:pathLst>
              <a:path extrusionOk="0" h="77" w="65">
                <a:moveTo>
                  <a:pt x="46" y="33"/>
                </a:moveTo>
                <a:lnTo>
                  <a:pt x="34" y="27"/>
                </a:lnTo>
                <a:lnTo>
                  <a:pt x="49" y="8"/>
                </a:lnTo>
                <a:lnTo>
                  <a:pt x="46" y="33"/>
                </a:lnTo>
                <a:moveTo>
                  <a:pt x="64" y="6"/>
                </a:moveTo>
                <a:lnTo>
                  <a:pt x="60" y="2"/>
                </a:lnTo>
                <a:cubicBezTo>
                  <a:pt x="55" y="2"/>
                  <a:pt x="51" y="1"/>
                  <a:pt x="47" y="0"/>
                </a:cubicBezTo>
                <a:cubicBezTo>
                  <a:pt x="35" y="13"/>
                  <a:pt x="17" y="34"/>
                  <a:pt x="6" y="43"/>
                </a:cubicBezTo>
                <a:lnTo>
                  <a:pt x="1" y="43"/>
                </a:lnTo>
                <a:lnTo>
                  <a:pt x="0" y="45"/>
                </a:lnTo>
                <a:cubicBezTo>
                  <a:pt x="2" y="47"/>
                  <a:pt x="6" y="49"/>
                  <a:pt x="9" y="50"/>
                </a:cubicBezTo>
                <a:cubicBezTo>
                  <a:pt x="13" y="51"/>
                  <a:pt x="17" y="53"/>
                  <a:pt x="20" y="56"/>
                </a:cubicBezTo>
                <a:lnTo>
                  <a:pt x="22" y="51"/>
                </a:lnTo>
                <a:lnTo>
                  <a:pt x="18" y="49"/>
                </a:lnTo>
                <a:lnTo>
                  <a:pt x="29" y="32"/>
                </a:lnTo>
                <a:lnTo>
                  <a:pt x="45" y="41"/>
                </a:lnTo>
                <a:cubicBezTo>
                  <a:pt x="45" y="47"/>
                  <a:pt x="44" y="56"/>
                  <a:pt x="43" y="60"/>
                </a:cubicBezTo>
                <a:lnTo>
                  <a:pt x="39" y="59"/>
                </a:lnTo>
                <a:lnTo>
                  <a:pt x="36" y="64"/>
                </a:lnTo>
                <a:cubicBezTo>
                  <a:pt x="41" y="65"/>
                  <a:pt x="45" y="68"/>
                  <a:pt x="50" y="70"/>
                </a:cubicBezTo>
                <a:cubicBezTo>
                  <a:pt x="54" y="71"/>
                  <a:pt x="57" y="73"/>
                  <a:pt x="62" y="76"/>
                </a:cubicBezTo>
                <a:lnTo>
                  <a:pt x="64" y="72"/>
                </a:lnTo>
                <a:lnTo>
                  <a:pt x="60" y="69"/>
                </a:lnTo>
                <a:cubicBezTo>
                  <a:pt x="60" y="63"/>
                  <a:pt x="61" y="45"/>
                  <a:pt x="62" y="32"/>
                </a:cubicBezTo>
                <a:lnTo>
                  <a:pt x="64" y="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"/>
          <p:cNvSpPr/>
          <p:nvPr/>
        </p:nvSpPr>
        <p:spPr>
          <a:xfrm>
            <a:off x="663480" y="871920"/>
            <a:ext cx="18360" cy="26280"/>
          </a:xfrm>
          <a:custGeom>
            <a:rect b="b" l="l" r="r" t="t"/>
            <a:pathLst>
              <a:path extrusionOk="0" h="73" w="51">
                <a:moveTo>
                  <a:pt x="43" y="57"/>
                </a:moveTo>
                <a:cubicBezTo>
                  <a:pt x="40" y="51"/>
                  <a:pt x="39" y="47"/>
                  <a:pt x="35" y="40"/>
                </a:cubicBezTo>
                <a:lnTo>
                  <a:pt x="28" y="25"/>
                </a:lnTo>
                <a:cubicBezTo>
                  <a:pt x="25" y="18"/>
                  <a:pt x="24" y="13"/>
                  <a:pt x="22" y="7"/>
                </a:cubicBezTo>
                <a:lnTo>
                  <a:pt x="26" y="5"/>
                </a:lnTo>
                <a:lnTo>
                  <a:pt x="25" y="0"/>
                </a:lnTo>
                <a:cubicBezTo>
                  <a:pt x="21" y="4"/>
                  <a:pt x="17" y="5"/>
                  <a:pt x="12" y="7"/>
                </a:cubicBezTo>
                <a:cubicBezTo>
                  <a:pt x="9" y="9"/>
                  <a:pt x="4" y="11"/>
                  <a:pt x="0" y="13"/>
                </a:cubicBezTo>
                <a:lnTo>
                  <a:pt x="1" y="17"/>
                </a:lnTo>
                <a:lnTo>
                  <a:pt x="7" y="14"/>
                </a:lnTo>
                <a:cubicBezTo>
                  <a:pt x="9" y="20"/>
                  <a:pt x="11" y="25"/>
                  <a:pt x="13" y="31"/>
                </a:cubicBezTo>
                <a:lnTo>
                  <a:pt x="21" y="47"/>
                </a:lnTo>
                <a:cubicBezTo>
                  <a:pt x="23" y="53"/>
                  <a:pt x="25" y="58"/>
                  <a:pt x="26" y="65"/>
                </a:cubicBezTo>
                <a:lnTo>
                  <a:pt x="22" y="68"/>
                </a:lnTo>
                <a:lnTo>
                  <a:pt x="24" y="72"/>
                </a:lnTo>
                <a:cubicBezTo>
                  <a:pt x="28" y="70"/>
                  <a:pt x="33" y="68"/>
                  <a:pt x="37" y="65"/>
                </a:cubicBezTo>
                <a:cubicBezTo>
                  <a:pt x="41" y="64"/>
                  <a:pt x="45" y="62"/>
                  <a:pt x="50" y="58"/>
                </a:cubicBezTo>
                <a:lnTo>
                  <a:pt x="49" y="56"/>
                </a:lnTo>
                <a:lnTo>
                  <a:pt x="43" y="5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4"/>
          <p:cNvSpPr/>
          <p:nvPr/>
        </p:nvSpPr>
        <p:spPr>
          <a:xfrm>
            <a:off x="684360" y="850680"/>
            <a:ext cx="35640" cy="36360"/>
          </a:xfrm>
          <a:custGeom>
            <a:rect b="b" l="l" r="r" t="t"/>
            <a:pathLst>
              <a:path extrusionOk="0" h="101" w="99">
                <a:moveTo>
                  <a:pt x="90" y="55"/>
                </a:moveTo>
                <a:cubicBezTo>
                  <a:pt x="87" y="50"/>
                  <a:pt x="85" y="45"/>
                  <a:pt x="82" y="40"/>
                </a:cubicBezTo>
                <a:lnTo>
                  <a:pt x="73" y="24"/>
                </a:lnTo>
                <a:cubicBezTo>
                  <a:pt x="71" y="19"/>
                  <a:pt x="67" y="13"/>
                  <a:pt x="64" y="8"/>
                </a:cubicBezTo>
                <a:lnTo>
                  <a:pt x="69" y="5"/>
                </a:lnTo>
                <a:lnTo>
                  <a:pt x="67" y="0"/>
                </a:lnTo>
                <a:cubicBezTo>
                  <a:pt x="63" y="4"/>
                  <a:pt x="60" y="6"/>
                  <a:pt x="56" y="7"/>
                </a:cubicBezTo>
                <a:cubicBezTo>
                  <a:pt x="52" y="9"/>
                  <a:pt x="49" y="12"/>
                  <a:pt x="45" y="14"/>
                </a:cubicBezTo>
                <a:cubicBezTo>
                  <a:pt x="47" y="24"/>
                  <a:pt x="53" y="56"/>
                  <a:pt x="55" y="62"/>
                </a:cubicBezTo>
                <a:cubicBezTo>
                  <a:pt x="49" y="57"/>
                  <a:pt x="26" y="37"/>
                  <a:pt x="21" y="31"/>
                </a:cubicBezTo>
                <a:cubicBezTo>
                  <a:pt x="18" y="33"/>
                  <a:pt x="14" y="36"/>
                  <a:pt x="11" y="38"/>
                </a:cubicBezTo>
                <a:cubicBezTo>
                  <a:pt x="8" y="40"/>
                  <a:pt x="3" y="43"/>
                  <a:pt x="0" y="44"/>
                </a:cubicBezTo>
                <a:lnTo>
                  <a:pt x="2" y="49"/>
                </a:lnTo>
                <a:lnTo>
                  <a:pt x="7" y="46"/>
                </a:lnTo>
                <a:lnTo>
                  <a:pt x="11" y="53"/>
                </a:lnTo>
                <a:cubicBezTo>
                  <a:pt x="15" y="60"/>
                  <a:pt x="28" y="85"/>
                  <a:pt x="31" y="92"/>
                </a:cubicBezTo>
                <a:lnTo>
                  <a:pt x="28" y="96"/>
                </a:lnTo>
                <a:lnTo>
                  <a:pt x="29" y="100"/>
                </a:lnTo>
                <a:cubicBezTo>
                  <a:pt x="32" y="97"/>
                  <a:pt x="35" y="96"/>
                  <a:pt x="37" y="94"/>
                </a:cubicBezTo>
                <a:cubicBezTo>
                  <a:pt x="41" y="92"/>
                  <a:pt x="44" y="90"/>
                  <a:pt x="47" y="88"/>
                </a:cubicBezTo>
                <a:lnTo>
                  <a:pt x="45" y="85"/>
                </a:lnTo>
                <a:lnTo>
                  <a:pt x="40" y="87"/>
                </a:lnTo>
                <a:cubicBezTo>
                  <a:pt x="36" y="82"/>
                  <a:pt x="34" y="78"/>
                  <a:pt x="31" y="72"/>
                </a:cubicBezTo>
                <a:lnTo>
                  <a:pt x="25" y="63"/>
                </a:lnTo>
                <a:cubicBezTo>
                  <a:pt x="22" y="56"/>
                  <a:pt x="19" y="50"/>
                  <a:pt x="18" y="46"/>
                </a:cubicBezTo>
                <a:cubicBezTo>
                  <a:pt x="39" y="66"/>
                  <a:pt x="51" y="76"/>
                  <a:pt x="56" y="82"/>
                </a:cubicBezTo>
                <a:lnTo>
                  <a:pt x="64" y="77"/>
                </a:lnTo>
                <a:lnTo>
                  <a:pt x="54" y="23"/>
                </a:lnTo>
                <a:cubicBezTo>
                  <a:pt x="56" y="26"/>
                  <a:pt x="60" y="31"/>
                  <a:pt x="64" y="39"/>
                </a:cubicBezTo>
                <a:lnTo>
                  <a:pt x="69" y="49"/>
                </a:lnTo>
                <a:cubicBezTo>
                  <a:pt x="73" y="53"/>
                  <a:pt x="75" y="58"/>
                  <a:pt x="77" y="64"/>
                </a:cubicBezTo>
                <a:lnTo>
                  <a:pt x="73" y="68"/>
                </a:lnTo>
                <a:lnTo>
                  <a:pt x="75" y="71"/>
                </a:lnTo>
                <a:cubicBezTo>
                  <a:pt x="78" y="68"/>
                  <a:pt x="83" y="65"/>
                  <a:pt x="86" y="63"/>
                </a:cubicBezTo>
                <a:cubicBezTo>
                  <a:pt x="90" y="60"/>
                  <a:pt x="95" y="58"/>
                  <a:pt x="98" y="56"/>
                </a:cubicBezTo>
                <a:lnTo>
                  <a:pt x="97" y="52"/>
                </a:lnTo>
                <a:lnTo>
                  <a:pt x="90" y="5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"/>
          <p:cNvSpPr/>
          <p:nvPr/>
        </p:nvSpPr>
        <p:spPr>
          <a:xfrm>
            <a:off x="718920" y="830160"/>
            <a:ext cx="22680" cy="31320"/>
          </a:xfrm>
          <a:custGeom>
            <a:rect b="b" l="l" r="r" t="t"/>
            <a:pathLst>
              <a:path extrusionOk="0" h="87" w="63">
                <a:moveTo>
                  <a:pt x="51" y="65"/>
                </a:moveTo>
                <a:cubicBezTo>
                  <a:pt x="47" y="61"/>
                  <a:pt x="44" y="57"/>
                  <a:pt x="40" y="52"/>
                </a:cubicBezTo>
                <a:lnTo>
                  <a:pt x="32" y="42"/>
                </a:lnTo>
                <a:cubicBezTo>
                  <a:pt x="29" y="38"/>
                  <a:pt x="25" y="32"/>
                  <a:pt x="22" y="26"/>
                </a:cubicBezTo>
                <a:cubicBezTo>
                  <a:pt x="23" y="25"/>
                  <a:pt x="24" y="24"/>
                  <a:pt x="26" y="22"/>
                </a:cubicBezTo>
                <a:cubicBezTo>
                  <a:pt x="32" y="17"/>
                  <a:pt x="39" y="17"/>
                  <a:pt x="42" y="23"/>
                </a:cubicBezTo>
                <a:cubicBezTo>
                  <a:pt x="46" y="27"/>
                  <a:pt x="47" y="33"/>
                  <a:pt x="42" y="39"/>
                </a:cubicBezTo>
                <a:cubicBezTo>
                  <a:pt x="40" y="39"/>
                  <a:pt x="39" y="40"/>
                  <a:pt x="37" y="42"/>
                </a:cubicBezTo>
                <a:lnTo>
                  <a:pt x="40" y="49"/>
                </a:lnTo>
                <a:cubicBezTo>
                  <a:pt x="43" y="48"/>
                  <a:pt x="45" y="46"/>
                  <a:pt x="49" y="44"/>
                </a:cubicBezTo>
                <a:cubicBezTo>
                  <a:pt x="62" y="33"/>
                  <a:pt x="62" y="19"/>
                  <a:pt x="54" y="10"/>
                </a:cubicBezTo>
                <a:cubicBezTo>
                  <a:pt x="47" y="1"/>
                  <a:pt x="37" y="0"/>
                  <a:pt x="28" y="10"/>
                </a:cubicBezTo>
                <a:cubicBezTo>
                  <a:pt x="25" y="12"/>
                  <a:pt x="23" y="14"/>
                  <a:pt x="19" y="18"/>
                </a:cubicBezTo>
                <a:cubicBezTo>
                  <a:pt x="15" y="22"/>
                  <a:pt x="12" y="24"/>
                  <a:pt x="9" y="26"/>
                </a:cubicBezTo>
                <a:cubicBezTo>
                  <a:pt x="7" y="29"/>
                  <a:pt x="3" y="31"/>
                  <a:pt x="0" y="35"/>
                </a:cubicBezTo>
                <a:lnTo>
                  <a:pt x="2" y="38"/>
                </a:lnTo>
                <a:lnTo>
                  <a:pt x="7" y="35"/>
                </a:lnTo>
                <a:cubicBezTo>
                  <a:pt x="10" y="39"/>
                  <a:pt x="14" y="43"/>
                  <a:pt x="18" y="48"/>
                </a:cubicBezTo>
                <a:lnTo>
                  <a:pt x="28" y="62"/>
                </a:lnTo>
                <a:cubicBezTo>
                  <a:pt x="32" y="68"/>
                  <a:pt x="35" y="72"/>
                  <a:pt x="37" y="77"/>
                </a:cubicBezTo>
                <a:lnTo>
                  <a:pt x="34" y="82"/>
                </a:lnTo>
                <a:lnTo>
                  <a:pt x="36" y="86"/>
                </a:lnTo>
                <a:cubicBezTo>
                  <a:pt x="40" y="82"/>
                  <a:pt x="43" y="78"/>
                  <a:pt x="47" y="76"/>
                </a:cubicBezTo>
                <a:cubicBezTo>
                  <a:pt x="51" y="72"/>
                  <a:pt x="54" y="69"/>
                  <a:pt x="61" y="64"/>
                </a:cubicBezTo>
                <a:lnTo>
                  <a:pt x="58" y="61"/>
                </a:lnTo>
                <a:lnTo>
                  <a:pt x="51" y="6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4"/>
          <p:cNvSpPr/>
          <p:nvPr/>
        </p:nvSpPr>
        <p:spPr>
          <a:xfrm>
            <a:off x="747720" y="810720"/>
            <a:ext cx="26280" cy="28440"/>
          </a:xfrm>
          <a:custGeom>
            <a:rect b="b" l="l" r="r" t="t"/>
            <a:pathLst>
              <a:path extrusionOk="0" h="79" w="73">
                <a:moveTo>
                  <a:pt x="21" y="37"/>
                </a:moveTo>
                <a:lnTo>
                  <a:pt x="10" y="17"/>
                </a:lnTo>
                <a:lnTo>
                  <a:pt x="10" y="15"/>
                </a:lnTo>
                <a:lnTo>
                  <a:pt x="31" y="26"/>
                </a:lnTo>
                <a:lnTo>
                  <a:pt x="21" y="37"/>
                </a:lnTo>
                <a:moveTo>
                  <a:pt x="65" y="25"/>
                </a:moveTo>
                <a:cubicBezTo>
                  <a:pt x="60" y="24"/>
                  <a:pt x="44" y="17"/>
                  <a:pt x="34" y="12"/>
                </a:cubicBezTo>
                <a:lnTo>
                  <a:pt x="13" y="0"/>
                </a:lnTo>
                <a:lnTo>
                  <a:pt x="8" y="4"/>
                </a:lnTo>
                <a:cubicBezTo>
                  <a:pt x="6" y="7"/>
                  <a:pt x="4" y="11"/>
                  <a:pt x="0" y="15"/>
                </a:cubicBezTo>
                <a:cubicBezTo>
                  <a:pt x="9" y="32"/>
                  <a:pt x="21" y="57"/>
                  <a:pt x="25" y="71"/>
                </a:cubicBezTo>
                <a:lnTo>
                  <a:pt x="22" y="75"/>
                </a:lnTo>
                <a:lnTo>
                  <a:pt x="25" y="78"/>
                </a:lnTo>
                <a:cubicBezTo>
                  <a:pt x="28" y="76"/>
                  <a:pt x="30" y="72"/>
                  <a:pt x="32" y="71"/>
                </a:cubicBezTo>
                <a:cubicBezTo>
                  <a:pt x="34" y="68"/>
                  <a:pt x="36" y="65"/>
                  <a:pt x="40" y="60"/>
                </a:cubicBezTo>
                <a:lnTo>
                  <a:pt x="36" y="58"/>
                </a:lnTo>
                <a:lnTo>
                  <a:pt x="33" y="63"/>
                </a:lnTo>
                <a:lnTo>
                  <a:pt x="23" y="44"/>
                </a:lnTo>
                <a:lnTo>
                  <a:pt x="37" y="30"/>
                </a:lnTo>
                <a:cubicBezTo>
                  <a:pt x="42" y="32"/>
                  <a:pt x="49" y="36"/>
                  <a:pt x="53" y="39"/>
                </a:cubicBezTo>
                <a:lnTo>
                  <a:pt x="50" y="43"/>
                </a:lnTo>
                <a:lnTo>
                  <a:pt x="53" y="46"/>
                </a:lnTo>
                <a:cubicBezTo>
                  <a:pt x="56" y="43"/>
                  <a:pt x="58" y="39"/>
                  <a:pt x="63" y="36"/>
                </a:cubicBezTo>
                <a:cubicBezTo>
                  <a:pt x="66" y="32"/>
                  <a:pt x="68" y="28"/>
                  <a:pt x="72" y="25"/>
                </a:cubicBezTo>
                <a:lnTo>
                  <a:pt x="69" y="23"/>
                </a:lnTo>
                <a:lnTo>
                  <a:pt x="65" y="2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4"/>
          <p:cNvSpPr/>
          <p:nvPr/>
        </p:nvSpPr>
        <p:spPr>
          <a:xfrm>
            <a:off x="765360" y="778680"/>
            <a:ext cx="32040" cy="30600"/>
          </a:xfrm>
          <a:custGeom>
            <a:rect b="b" l="l" r="r" t="t"/>
            <a:pathLst>
              <a:path extrusionOk="0" h="85" w="89">
                <a:moveTo>
                  <a:pt x="37" y="39"/>
                </a:moveTo>
                <a:cubicBezTo>
                  <a:pt x="36" y="40"/>
                  <a:pt x="35" y="42"/>
                  <a:pt x="34" y="43"/>
                </a:cubicBezTo>
                <a:lnTo>
                  <a:pt x="30" y="40"/>
                </a:lnTo>
                <a:cubicBezTo>
                  <a:pt x="26" y="37"/>
                  <a:pt x="22" y="33"/>
                  <a:pt x="21" y="32"/>
                </a:cubicBezTo>
                <a:cubicBezTo>
                  <a:pt x="22" y="30"/>
                  <a:pt x="22" y="27"/>
                  <a:pt x="25" y="25"/>
                </a:cubicBezTo>
                <a:cubicBezTo>
                  <a:pt x="29" y="18"/>
                  <a:pt x="33" y="17"/>
                  <a:pt x="37" y="19"/>
                </a:cubicBezTo>
                <a:cubicBezTo>
                  <a:pt x="43" y="25"/>
                  <a:pt x="42" y="32"/>
                  <a:pt x="37" y="39"/>
                </a:cubicBezTo>
                <a:moveTo>
                  <a:pt x="83" y="27"/>
                </a:moveTo>
                <a:cubicBezTo>
                  <a:pt x="78" y="29"/>
                  <a:pt x="55" y="30"/>
                  <a:pt x="50" y="30"/>
                </a:cubicBezTo>
                <a:cubicBezTo>
                  <a:pt x="54" y="20"/>
                  <a:pt x="53" y="11"/>
                  <a:pt x="46" y="5"/>
                </a:cubicBezTo>
                <a:cubicBezTo>
                  <a:pt x="41" y="0"/>
                  <a:pt x="32" y="0"/>
                  <a:pt x="22" y="13"/>
                </a:cubicBezTo>
                <a:cubicBezTo>
                  <a:pt x="20" y="17"/>
                  <a:pt x="18" y="20"/>
                  <a:pt x="14" y="26"/>
                </a:cubicBezTo>
                <a:cubicBezTo>
                  <a:pt x="12" y="29"/>
                  <a:pt x="10" y="33"/>
                  <a:pt x="8" y="36"/>
                </a:cubicBezTo>
                <a:cubicBezTo>
                  <a:pt x="6" y="39"/>
                  <a:pt x="3" y="42"/>
                  <a:pt x="0" y="45"/>
                </a:cubicBezTo>
                <a:lnTo>
                  <a:pt x="4" y="48"/>
                </a:lnTo>
                <a:lnTo>
                  <a:pt x="8" y="43"/>
                </a:lnTo>
                <a:cubicBezTo>
                  <a:pt x="12" y="46"/>
                  <a:pt x="17" y="50"/>
                  <a:pt x="21" y="53"/>
                </a:cubicBezTo>
                <a:lnTo>
                  <a:pt x="35" y="64"/>
                </a:lnTo>
                <a:cubicBezTo>
                  <a:pt x="40" y="69"/>
                  <a:pt x="43" y="72"/>
                  <a:pt x="47" y="76"/>
                </a:cubicBezTo>
                <a:lnTo>
                  <a:pt x="44" y="81"/>
                </a:lnTo>
                <a:lnTo>
                  <a:pt x="47" y="84"/>
                </a:lnTo>
                <a:cubicBezTo>
                  <a:pt x="50" y="80"/>
                  <a:pt x="53" y="76"/>
                  <a:pt x="55" y="71"/>
                </a:cubicBezTo>
                <a:cubicBezTo>
                  <a:pt x="58" y="68"/>
                  <a:pt x="62" y="64"/>
                  <a:pt x="64" y="59"/>
                </a:cubicBezTo>
                <a:lnTo>
                  <a:pt x="61" y="57"/>
                </a:lnTo>
                <a:lnTo>
                  <a:pt x="57" y="62"/>
                </a:lnTo>
                <a:cubicBezTo>
                  <a:pt x="53" y="58"/>
                  <a:pt x="49" y="56"/>
                  <a:pt x="43" y="51"/>
                </a:cubicBezTo>
                <a:lnTo>
                  <a:pt x="40" y="48"/>
                </a:lnTo>
                <a:lnTo>
                  <a:pt x="42" y="44"/>
                </a:lnTo>
                <a:cubicBezTo>
                  <a:pt x="51" y="44"/>
                  <a:pt x="67" y="44"/>
                  <a:pt x="77" y="45"/>
                </a:cubicBezTo>
                <a:cubicBezTo>
                  <a:pt x="80" y="39"/>
                  <a:pt x="84" y="35"/>
                  <a:pt x="88" y="29"/>
                </a:cubicBezTo>
                <a:lnTo>
                  <a:pt x="85" y="26"/>
                </a:lnTo>
                <a:lnTo>
                  <a:pt x="83" y="2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"/>
          <p:cNvSpPr/>
          <p:nvPr/>
        </p:nvSpPr>
        <p:spPr>
          <a:xfrm>
            <a:off x="787320" y="744480"/>
            <a:ext cx="27720" cy="30960"/>
          </a:xfrm>
          <a:custGeom>
            <a:rect b="b" l="l" r="r" t="t"/>
            <a:pathLst>
              <a:path extrusionOk="0" h="86" w="77">
                <a:moveTo>
                  <a:pt x="59" y="55"/>
                </a:moveTo>
                <a:cubicBezTo>
                  <a:pt x="52" y="65"/>
                  <a:pt x="41" y="67"/>
                  <a:pt x="30" y="60"/>
                </a:cubicBezTo>
                <a:cubicBezTo>
                  <a:pt x="18" y="53"/>
                  <a:pt x="14" y="41"/>
                  <a:pt x="20" y="30"/>
                </a:cubicBezTo>
                <a:cubicBezTo>
                  <a:pt x="26" y="20"/>
                  <a:pt x="37" y="19"/>
                  <a:pt x="49" y="26"/>
                </a:cubicBezTo>
                <a:cubicBezTo>
                  <a:pt x="59" y="33"/>
                  <a:pt x="64" y="45"/>
                  <a:pt x="59" y="55"/>
                </a:cubicBezTo>
                <a:moveTo>
                  <a:pt x="57" y="10"/>
                </a:moveTo>
                <a:cubicBezTo>
                  <a:pt x="40" y="0"/>
                  <a:pt x="24" y="5"/>
                  <a:pt x="13" y="26"/>
                </a:cubicBezTo>
                <a:cubicBezTo>
                  <a:pt x="0" y="46"/>
                  <a:pt x="6" y="65"/>
                  <a:pt x="22" y="75"/>
                </a:cubicBezTo>
                <a:cubicBezTo>
                  <a:pt x="38" y="85"/>
                  <a:pt x="56" y="79"/>
                  <a:pt x="65" y="60"/>
                </a:cubicBezTo>
                <a:cubicBezTo>
                  <a:pt x="76" y="40"/>
                  <a:pt x="72" y="20"/>
                  <a:pt x="57" y="1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"/>
          <p:cNvSpPr/>
          <p:nvPr/>
        </p:nvSpPr>
        <p:spPr>
          <a:xfrm>
            <a:off x="637920" y="889560"/>
            <a:ext cx="10440" cy="11160"/>
          </a:xfrm>
          <a:custGeom>
            <a:rect b="b" l="l" r="r" t="t"/>
            <a:pathLst>
              <a:path extrusionOk="0" h="31" w="29">
                <a:moveTo>
                  <a:pt x="12" y="0"/>
                </a:moveTo>
                <a:cubicBezTo>
                  <a:pt x="6" y="0"/>
                  <a:pt x="0" y="6"/>
                  <a:pt x="0" y="14"/>
                </a:cubicBezTo>
                <a:cubicBezTo>
                  <a:pt x="0" y="23"/>
                  <a:pt x="6" y="30"/>
                  <a:pt x="12" y="30"/>
                </a:cubicBezTo>
                <a:cubicBezTo>
                  <a:pt x="21" y="30"/>
                  <a:pt x="28" y="23"/>
                  <a:pt x="28" y="14"/>
                </a:cubicBezTo>
                <a:cubicBezTo>
                  <a:pt x="28" y="6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"/>
          <p:cNvSpPr/>
          <p:nvPr/>
        </p:nvSpPr>
        <p:spPr>
          <a:xfrm>
            <a:off x="463680" y="718920"/>
            <a:ext cx="9720" cy="11160"/>
          </a:xfrm>
          <a:custGeom>
            <a:rect b="b" l="l" r="r" t="t"/>
            <a:pathLst>
              <a:path extrusionOk="0" h="31" w="27">
                <a:moveTo>
                  <a:pt x="12" y="30"/>
                </a:moveTo>
                <a:cubicBezTo>
                  <a:pt x="21" y="30"/>
                  <a:pt x="26" y="24"/>
                  <a:pt x="26" y="17"/>
                </a:cubicBezTo>
                <a:cubicBezTo>
                  <a:pt x="26" y="8"/>
                  <a:pt x="21" y="0"/>
                  <a:pt x="12" y="0"/>
                </a:cubicBezTo>
                <a:cubicBezTo>
                  <a:pt x="6" y="0"/>
                  <a:pt x="0" y="8"/>
                  <a:pt x="0" y="17"/>
                </a:cubicBezTo>
                <a:cubicBezTo>
                  <a:pt x="0" y="24"/>
                  <a:pt x="6" y="30"/>
                  <a:pt x="12" y="3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"/>
          <p:cNvSpPr/>
          <p:nvPr/>
        </p:nvSpPr>
        <p:spPr>
          <a:xfrm>
            <a:off x="812880" y="718920"/>
            <a:ext cx="10440" cy="11160"/>
          </a:xfrm>
          <a:custGeom>
            <a:rect b="b" l="l" r="r" t="t"/>
            <a:pathLst>
              <a:path extrusionOk="0" h="31" w="29">
                <a:moveTo>
                  <a:pt x="14" y="30"/>
                </a:moveTo>
                <a:cubicBezTo>
                  <a:pt x="21" y="30"/>
                  <a:pt x="28" y="24"/>
                  <a:pt x="28" y="17"/>
                </a:cubicBezTo>
                <a:cubicBezTo>
                  <a:pt x="28" y="8"/>
                  <a:pt x="21" y="0"/>
                  <a:pt x="14" y="0"/>
                </a:cubicBezTo>
                <a:cubicBezTo>
                  <a:pt x="7" y="0"/>
                  <a:pt x="0" y="8"/>
                  <a:pt x="0" y="17"/>
                </a:cubicBezTo>
                <a:cubicBezTo>
                  <a:pt x="0" y="24"/>
                  <a:pt x="7" y="30"/>
                  <a:pt x="14" y="3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8280" y="0"/>
            <a:ext cx="2492640" cy="567310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4"/>
          <p:cNvSpPr txBox="1"/>
          <p:nvPr/>
        </p:nvSpPr>
        <p:spPr>
          <a:xfrm>
            <a:off x="414000" y="2487960"/>
            <a:ext cx="31593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21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FIT5202 Big Data Processing</a:t>
            </a:r>
            <a:endParaRPr b="0" sz="21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407160" y="4004640"/>
            <a:ext cx="3612960" cy="25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Data Streaming using Apache Kafka and Spark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413640" y="1758960"/>
            <a:ext cx="2023560" cy="583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370">
                <a:solidFill>
                  <a:srgbClr val="006CAB"/>
                </a:solidFill>
                <a:latin typeface="Arial Narrow"/>
                <a:ea typeface="Arial Narrow"/>
                <a:cs typeface="Arial Narrow"/>
                <a:sym typeface="Arial Narrow"/>
              </a:rPr>
              <a:t>Lab 10</a:t>
            </a:r>
            <a:endParaRPr b="0" sz="337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 txBox="1"/>
          <p:nvPr>
            <p:ph type="title"/>
          </p:nvPr>
        </p:nvSpPr>
        <p:spPr>
          <a:xfrm>
            <a:off x="504000" y="226080"/>
            <a:ext cx="9071700" cy="94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/>
              <a:t>Student Evaluation of Teaching and Units (SETU)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"/>
          <p:cNvSpPr txBox="1"/>
          <p:nvPr>
            <p:ph idx="1" type="subTitle"/>
          </p:nvPr>
        </p:nvSpPr>
        <p:spPr>
          <a:xfrm>
            <a:off x="504000" y="1326600"/>
            <a:ext cx="9071700" cy="328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300">
                <a:solidFill>
                  <a:srgbClr val="222222"/>
                </a:solidFill>
                <a:highlight>
                  <a:srgbClr val="FFFFFF"/>
                </a:highlight>
              </a:rPr>
              <a:t>Please consider taking 5 minutes to complete the SETU</a:t>
            </a:r>
            <a:endParaRPr b="1" sz="13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/>
          <p:nvPr/>
        </p:nvSpPr>
        <p:spPr>
          <a:xfrm>
            <a:off x="9044280" y="5389200"/>
            <a:ext cx="96120" cy="137520"/>
          </a:xfrm>
          <a:custGeom>
            <a:rect b="b" l="l" r="r" t="t"/>
            <a:pathLst>
              <a:path extrusionOk="0" h="382" w="267">
                <a:moveTo>
                  <a:pt x="240" y="0"/>
                </a:moveTo>
                <a:lnTo>
                  <a:pt x="240" y="222"/>
                </a:lnTo>
                <a:cubicBezTo>
                  <a:pt x="240" y="314"/>
                  <a:pt x="205" y="357"/>
                  <a:pt x="131" y="357"/>
                </a:cubicBezTo>
                <a:cubicBezTo>
                  <a:pt x="44" y="357"/>
                  <a:pt x="25" y="283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8"/>
                  <a:pt x="44" y="381"/>
                  <a:pt x="131" y="381"/>
                </a:cubicBezTo>
                <a:cubicBezTo>
                  <a:pt x="219" y="381"/>
                  <a:pt x="266" y="328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9159120" y="5423760"/>
            <a:ext cx="71640" cy="99720"/>
          </a:xfrm>
          <a:custGeom>
            <a:rect b="b" l="l" r="r" t="t"/>
            <a:pathLst>
              <a:path extrusionOk="0" h="277" w="199">
                <a:moveTo>
                  <a:pt x="108" y="0"/>
                </a:moveTo>
                <a:cubicBezTo>
                  <a:pt x="69" y="0"/>
                  <a:pt x="36" y="23"/>
                  <a:pt x="22" y="57"/>
                </a:cubicBezTo>
                <a:cubicBezTo>
                  <a:pt x="22" y="44"/>
                  <a:pt x="22" y="6"/>
                  <a:pt x="22" y="6"/>
                </a:cubicBezTo>
                <a:lnTo>
                  <a:pt x="0" y="6"/>
                </a:lnTo>
                <a:lnTo>
                  <a:pt x="0" y="276"/>
                </a:lnTo>
                <a:lnTo>
                  <a:pt x="22" y="276"/>
                </a:lnTo>
                <a:lnTo>
                  <a:pt x="22" y="129"/>
                </a:lnTo>
                <a:cubicBezTo>
                  <a:pt x="22" y="64"/>
                  <a:pt x="56" y="21"/>
                  <a:pt x="108" y="21"/>
                </a:cubicBezTo>
                <a:cubicBezTo>
                  <a:pt x="176" y="21"/>
                  <a:pt x="176" y="85"/>
                  <a:pt x="176" y="105"/>
                </a:cubicBezTo>
                <a:lnTo>
                  <a:pt x="176" y="276"/>
                </a:lnTo>
                <a:lnTo>
                  <a:pt x="198" y="276"/>
                </a:lnTo>
                <a:lnTo>
                  <a:pt x="198" y="109"/>
                </a:lnTo>
                <a:cubicBezTo>
                  <a:pt x="198" y="79"/>
                  <a:pt x="198" y="0"/>
                  <a:pt x="108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9249840" y="5425920"/>
            <a:ext cx="9360" cy="97560"/>
          </a:xfrm>
          <a:custGeom>
            <a:rect b="b" l="l" r="r" t="t"/>
            <a:pathLst>
              <a:path extrusionOk="0" h="271" w="26">
                <a:moveTo>
                  <a:pt x="0" y="270"/>
                </a:moveTo>
                <a:lnTo>
                  <a:pt x="25" y="270"/>
                </a:lnTo>
                <a:lnTo>
                  <a:pt x="25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79" name="Google Shape;179;p16"/>
          <p:cNvSpPr/>
          <p:nvPr/>
        </p:nvSpPr>
        <p:spPr>
          <a:xfrm>
            <a:off x="9249840" y="5396400"/>
            <a:ext cx="9360" cy="14040"/>
          </a:xfrm>
          <a:custGeom>
            <a:rect b="b" l="l" r="r" t="t"/>
            <a:pathLst>
              <a:path extrusionOk="0" h="39" w="26">
                <a:moveTo>
                  <a:pt x="0" y="38"/>
                </a:moveTo>
                <a:lnTo>
                  <a:pt x="25" y="38"/>
                </a:lnTo>
                <a:lnTo>
                  <a:pt x="25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80" name="Google Shape;180;p16"/>
          <p:cNvSpPr/>
          <p:nvPr/>
        </p:nvSpPr>
        <p:spPr>
          <a:xfrm>
            <a:off x="9267840" y="5425920"/>
            <a:ext cx="79560" cy="97560"/>
          </a:xfrm>
          <a:custGeom>
            <a:rect b="b" l="l" r="r" t="t"/>
            <a:pathLst>
              <a:path extrusionOk="0" h="271" w="221">
                <a:moveTo>
                  <a:pt x="196" y="0"/>
                </a:moveTo>
                <a:cubicBezTo>
                  <a:pt x="196" y="0"/>
                  <a:pt x="117" y="232"/>
                  <a:pt x="115" y="241"/>
                </a:cubicBezTo>
                <a:cubicBezTo>
                  <a:pt x="111" y="232"/>
                  <a:pt x="25" y="0"/>
                  <a:pt x="25" y="0"/>
                </a:cubicBezTo>
                <a:lnTo>
                  <a:pt x="0" y="0"/>
                </a:lnTo>
                <a:lnTo>
                  <a:pt x="101" y="270"/>
                </a:lnTo>
                <a:lnTo>
                  <a:pt x="127" y="270"/>
                </a:lnTo>
                <a:lnTo>
                  <a:pt x="220" y="0"/>
                </a:lnTo>
                <a:lnTo>
                  <a:pt x="19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9350640" y="5423760"/>
            <a:ext cx="80280" cy="101880"/>
          </a:xfrm>
          <a:custGeom>
            <a:rect b="b" l="l" r="r" t="t"/>
            <a:pathLst>
              <a:path extrusionOk="0" h="283" w="223">
                <a:moveTo>
                  <a:pt x="112" y="21"/>
                </a:moveTo>
                <a:cubicBezTo>
                  <a:pt x="168" y="21"/>
                  <a:pt x="197" y="73"/>
                  <a:pt x="200" y="126"/>
                </a:cubicBezTo>
                <a:cubicBezTo>
                  <a:pt x="194" y="126"/>
                  <a:pt x="29" y="126"/>
                  <a:pt x="24" y="126"/>
                </a:cubicBezTo>
                <a:cubicBezTo>
                  <a:pt x="29" y="73"/>
                  <a:pt x="60" y="21"/>
                  <a:pt x="112" y="21"/>
                </a:cubicBezTo>
                <a:moveTo>
                  <a:pt x="112" y="0"/>
                </a:moveTo>
                <a:cubicBezTo>
                  <a:pt x="83" y="0"/>
                  <a:pt x="57" y="12"/>
                  <a:pt x="39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8"/>
                  <a:pt x="12" y="225"/>
                  <a:pt x="35" y="250"/>
                </a:cubicBezTo>
                <a:cubicBezTo>
                  <a:pt x="55" y="271"/>
                  <a:pt x="82" y="282"/>
                  <a:pt x="112" y="282"/>
                </a:cubicBezTo>
                <a:cubicBezTo>
                  <a:pt x="172" y="282"/>
                  <a:pt x="209" y="248"/>
                  <a:pt x="219" y="185"/>
                </a:cubicBezTo>
                <a:lnTo>
                  <a:pt x="220" y="183"/>
                </a:lnTo>
                <a:lnTo>
                  <a:pt x="197" y="183"/>
                </a:lnTo>
                <a:lnTo>
                  <a:pt x="197" y="184"/>
                </a:lnTo>
                <a:cubicBezTo>
                  <a:pt x="189" y="232"/>
                  <a:pt x="157" y="261"/>
                  <a:pt x="112" y="261"/>
                </a:cubicBezTo>
                <a:cubicBezTo>
                  <a:pt x="88" y="261"/>
                  <a:pt x="68" y="252"/>
                  <a:pt x="53" y="236"/>
                </a:cubicBezTo>
                <a:cubicBezTo>
                  <a:pt x="34" y="215"/>
                  <a:pt x="24" y="183"/>
                  <a:pt x="24" y="147"/>
                </a:cubicBezTo>
                <a:cubicBezTo>
                  <a:pt x="28" y="147"/>
                  <a:pt x="222" y="147"/>
                  <a:pt x="222" y="147"/>
                </a:cubicBezTo>
                <a:lnTo>
                  <a:pt x="222" y="145"/>
                </a:lnTo>
                <a:cubicBezTo>
                  <a:pt x="222" y="141"/>
                  <a:pt x="222" y="138"/>
                  <a:pt x="222" y="134"/>
                </a:cubicBezTo>
                <a:cubicBezTo>
                  <a:pt x="222" y="94"/>
                  <a:pt x="211" y="58"/>
                  <a:pt x="190" y="34"/>
                </a:cubicBezTo>
                <a:cubicBezTo>
                  <a:pt x="170" y="12"/>
                  <a:pt x="144" y="0"/>
                  <a:pt x="1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9444600" y="5425200"/>
            <a:ext cx="43200" cy="98280"/>
          </a:xfrm>
          <a:custGeom>
            <a:rect b="b" l="l" r="r" t="t"/>
            <a:pathLst>
              <a:path extrusionOk="0" h="273" w="120">
                <a:moveTo>
                  <a:pt x="22" y="56"/>
                </a:moveTo>
                <a:cubicBezTo>
                  <a:pt x="22" y="45"/>
                  <a:pt x="22" y="2"/>
                  <a:pt x="22" y="2"/>
                </a:cubicBezTo>
                <a:lnTo>
                  <a:pt x="0" y="2"/>
                </a:lnTo>
                <a:lnTo>
                  <a:pt x="0" y="272"/>
                </a:lnTo>
                <a:lnTo>
                  <a:pt x="22" y="272"/>
                </a:lnTo>
                <a:lnTo>
                  <a:pt x="22" y="124"/>
                </a:lnTo>
                <a:cubicBezTo>
                  <a:pt x="24" y="84"/>
                  <a:pt x="33" y="70"/>
                  <a:pt x="50" y="51"/>
                </a:cubicBezTo>
                <a:cubicBezTo>
                  <a:pt x="76" y="22"/>
                  <a:pt x="107" y="24"/>
                  <a:pt x="117" y="26"/>
                </a:cubicBezTo>
                <a:lnTo>
                  <a:pt x="119" y="26"/>
                </a:lnTo>
                <a:lnTo>
                  <a:pt x="119" y="1"/>
                </a:lnTo>
                <a:lnTo>
                  <a:pt x="117" y="1"/>
                </a:lnTo>
                <a:cubicBezTo>
                  <a:pt x="75" y="0"/>
                  <a:pt x="36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9489240" y="5423760"/>
            <a:ext cx="72720" cy="101880"/>
          </a:xfrm>
          <a:custGeom>
            <a:rect b="b" l="l" r="r" t="t"/>
            <a:pathLst>
              <a:path extrusionOk="0" h="283" w="202">
                <a:moveTo>
                  <a:pt x="111" y="127"/>
                </a:moveTo>
                <a:lnTo>
                  <a:pt x="104" y="126"/>
                </a:lnTo>
                <a:cubicBezTo>
                  <a:pt x="66" y="117"/>
                  <a:pt x="32" y="109"/>
                  <a:pt x="32" y="71"/>
                </a:cubicBezTo>
                <a:cubicBezTo>
                  <a:pt x="32" y="36"/>
                  <a:pt x="67" y="21"/>
                  <a:pt x="99" y="21"/>
                </a:cubicBezTo>
                <a:cubicBezTo>
                  <a:pt x="126" y="21"/>
                  <a:pt x="171" y="31"/>
                  <a:pt x="171" y="88"/>
                </a:cubicBezTo>
                <a:lnTo>
                  <a:pt x="171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61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1"/>
                  <a:pt x="95" y="148"/>
                </a:cubicBezTo>
                <a:lnTo>
                  <a:pt x="101" y="151"/>
                </a:lnTo>
                <a:cubicBezTo>
                  <a:pt x="141" y="159"/>
                  <a:pt x="179" y="166"/>
                  <a:pt x="179" y="207"/>
                </a:cubicBezTo>
                <a:cubicBezTo>
                  <a:pt x="179" y="256"/>
                  <a:pt x="125" y="261"/>
                  <a:pt x="101" y="261"/>
                </a:cubicBezTo>
                <a:cubicBezTo>
                  <a:pt x="56" y="261"/>
                  <a:pt x="25" y="231"/>
                  <a:pt x="23" y="186"/>
                </a:cubicBezTo>
                <a:lnTo>
                  <a:pt x="23" y="184"/>
                </a:lnTo>
                <a:lnTo>
                  <a:pt x="0" y="184"/>
                </a:lnTo>
                <a:lnTo>
                  <a:pt x="1" y="186"/>
                </a:lnTo>
                <a:cubicBezTo>
                  <a:pt x="2" y="245"/>
                  <a:pt x="41" y="282"/>
                  <a:pt x="101" y="282"/>
                </a:cubicBezTo>
                <a:cubicBezTo>
                  <a:pt x="125" y="282"/>
                  <a:pt x="201" y="277"/>
                  <a:pt x="201" y="207"/>
                </a:cubicBezTo>
                <a:cubicBezTo>
                  <a:pt x="201" y="149"/>
                  <a:pt x="161" y="138"/>
                  <a:pt x="111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9577440" y="5425920"/>
            <a:ext cx="9000" cy="97560"/>
          </a:xfrm>
          <a:custGeom>
            <a:rect b="b" l="l" r="r" t="t"/>
            <a:pathLst>
              <a:path extrusionOk="0" h="271" w="25">
                <a:moveTo>
                  <a:pt x="0" y="270"/>
                </a:moveTo>
                <a:lnTo>
                  <a:pt x="24" y="270"/>
                </a:lnTo>
                <a:lnTo>
                  <a:pt x="24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85" name="Google Shape;185;p16"/>
          <p:cNvSpPr/>
          <p:nvPr/>
        </p:nvSpPr>
        <p:spPr>
          <a:xfrm>
            <a:off x="9596160" y="5396400"/>
            <a:ext cx="124560" cy="161280"/>
          </a:xfrm>
          <a:custGeom>
            <a:rect b="b" l="l" r="r" t="t"/>
            <a:pathLst>
              <a:path extrusionOk="0" h="448" w="346">
                <a:moveTo>
                  <a:pt x="67" y="82"/>
                </a:moveTo>
                <a:cubicBezTo>
                  <a:pt x="67" y="78"/>
                  <a:pt x="67" y="0"/>
                  <a:pt x="67" y="0"/>
                </a:cubicBezTo>
                <a:lnTo>
                  <a:pt x="45" y="0"/>
                </a:lnTo>
                <a:cubicBezTo>
                  <a:pt x="45" y="0"/>
                  <a:pt x="45" y="78"/>
                  <a:pt x="45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4"/>
                </a:lnTo>
                <a:cubicBezTo>
                  <a:pt x="0" y="104"/>
                  <a:pt x="41" y="104"/>
                  <a:pt x="45" y="104"/>
                </a:cubicBezTo>
                <a:cubicBezTo>
                  <a:pt x="45" y="108"/>
                  <a:pt x="45" y="286"/>
                  <a:pt x="45" y="286"/>
                </a:cubicBezTo>
                <a:cubicBezTo>
                  <a:pt x="45" y="287"/>
                  <a:pt x="45" y="289"/>
                  <a:pt x="45" y="290"/>
                </a:cubicBezTo>
                <a:cubicBezTo>
                  <a:pt x="45" y="311"/>
                  <a:pt x="50" y="326"/>
                  <a:pt x="60" y="335"/>
                </a:cubicBezTo>
                <a:cubicBezTo>
                  <a:pt x="74" y="352"/>
                  <a:pt x="98" y="352"/>
                  <a:pt x="118" y="351"/>
                </a:cubicBezTo>
                <a:lnTo>
                  <a:pt x="120" y="351"/>
                </a:lnTo>
                <a:lnTo>
                  <a:pt x="120" y="330"/>
                </a:lnTo>
                <a:lnTo>
                  <a:pt x="118" y="330"/>
                </a:lnTo>
                <a:cubicBezTo>
                  <a:pt x="98" y="330"/>
                  <a:pt x="85" y="328"/>
                  <a:pt x="76" y="320"/>
                </a:cubicBezTo>
                <a:cubicBezTo>
                  <a:pt x="71" y="314"/>
                  <a:pt x="67" y="302"/>
                  <a:pt x="67" y="286"/>
                </a:cubicBezTo>
                <a:cubicBezTo>
                  <a:pt x="67" y="286"/>
                  <a:pt x="67" y="108"/>
                  <a:pt x="67" y="104"/>
                </a:cubicBezTo>
                <a:cubicBezTo>
                  <a:pt x="71" y="104"/>
                  <a:pt x="116" y="104"/>
                  <a:pt x="129" y="104"/>
                </a:cubicBezTo>
                <a:cubicBezTo>
                  <a:pt x="154" y="167"/>
                  <a:pt x="224" y="345"/>
                  <a:pt x="224" y="347"/>
                </a:cubicBezTo>
                <a:cubicBezTo>
                  <a:pt x="213" y="381"/>
                  <a:pt x="206" y="399"/>
                  <a:pt x="200" y="408"/>
                </a:cubicBezTo>
                <a:cubicBezTo>
                  <a:pt x="189" y="421"/>
                  <a:pt x="176" y="424"/>
                  <a:pt x="150" y="424"/>
                </a:cubicBezTo>
                <a:lnTo>
                  <a:pt x="149" y="424"/>
                </a:lnTo>
                <a:lnTo>
                  <a:pt x="149" y="447"/>
                </a:lnTo>
                <a:lnTo>
                  <a:pt x="150" y="447"/>
                </a:lnTo>
                <a:cubicBezTo>
                  <a:pt x="177" y="447"/>
                  <a:pt x="195" y="446"/>
                  <a:pt x="208" y="434"/>
                </a:cubicBezTo>
                <a:cubicBezTo>
                  <a:pt x="219" y="426"/>
                  <a:pt x="227" y="405"/>
                  <a:pt x="238" y="377"/>
                </a:cubicBezTo>
                <a:lnTo>
                  <a:pt x="345" y="82"/>
                </a:lnTo>
                <a:lnTo>
                  <a:pt x="319" y="82"/>
                </a:lnTo>
                <a:cubicBezTo>
                  <a:pt x="319" y="82"/>
                  <a:pt x="240" y="308"/>
                  <a:pt x="236" y="319"/>
                </a:cubicBezTo>
                <a:cubicBezTo>
                  <a:pt x="233" y="308"/>
                  <a:pt x="147" y="82"/>
                  <a:pt x="147" y="82"/>
                </a:cubicBezTo>
                <a:lnTo>
                  <a:pt x="67" y="8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9577440" y="5396400"/>
            <a:ext cx="9000" cy="14040"/>
          </a:xfrm>
          <a:custGeom>
            <a:rect b="b" l="l" r="r" t="t"/>
            <a:pathLst>
              <a:path extrusionOk="0" h="39" w="25">
                <a:moveTo>
                  <a:pt x="0" y="38"/>
                </a:moveTo>
                <a:lnTo>
                  <a:pt x="24" y="38"/>
                </a:lnTo>
                <a:lnTo>
                  <a:pt x="24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187" name="Google Shape;187;p16"/>
          <p:cNvSpPr/>
          <p:nvPr/>
        </p:nvSpPr>
        <p:spPr>
          <a:xfrm>
            <a:off x="9182160" y="5228640"/>
            <a:ext cx="134280" cy="140760"/>
          </a:xfrm>
          <a:custGeom>
            <a:rect b="b" l="l" r="r" t="t"/>
            <a:pathLst>
              <a:path extrusionOk="0" h="391" w="373">
                <a:moveTo>
                  <a:pt x="186" y="26"/>
                </a:moveTo>
                <a:cubicBezTo>
                  <a:pt x="110" y="26"/>
                  <a:pt x="57" y="86"/>
                  <a:pt x="57" y="187"/>
                </a:cubicBezTo>
                <a:cubicBezTo>
                  <a:pt x="57" y="308"/>
                  <a:pt x="124" y="362"/>
                  <a:pt x="187" y="362"/>
                </a:cubicBezTo>
                <a:cubicBezTo>
                  <a:pt x="263" y="362"/>
                  <a:pt x="313" y="300"/>
                  <a:pt x="313" y="200"/>
                </a:cubicBezTo>
                <a:cubicBezTo>
                  <a:pt x="314" y="93"/>
                  <a:pt x="263" y="26"/>
                  <a:pt x="186" y="26"/>
                </a:cubicBezTo>
                <a:moveTo>
                  <a:pt x="182" y="387"/>
                </a:moveTo>
                <a:cubicBezTo>
                  <a:pt x="84" y="385"/>
                  <a:pt x="0" y="303"/>
                  <a:pt x="2" y="191"/>
                </a:cubicBezTo>
                <a:cubicBezTo>
                  <a:pt x="5" y="100"/>
                  <a:pt x="71" y="0"/>
                  <a:pt x="193" y="2"/>
                </a:cubicBezTo>
                <a:cubicBezTo>
                  <a:pt x="278" y="4"/>
                  <a:pt x="372" y="72"/>
                  <a:pt x="369" y="199"/>
                </a:cubicBezTo>
                <a:cubicBezTo>
                  <a:pt x="367" y="324"/>
                  <a:pt x="269" y="390"/>
                  <a:pt x="182" y="38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"/>
          <p:cNvSpPr/>
          <p:nvPr/>
        </p:nvSpPr>
        <p:spPr>
          <a:xfrm>
            <a:off x="9654120" y="5231520"/>
            <a:ext cx="117720" cy="135360"/>
          </a:xfrm>
          <a:custGeom>
            <a:rect b="b" l="l" r="r" t="t"/>
            <a:pathLst>
              <a:path extrusionOk="0" h="376" w="327">
                <a:moveTo>
                  <a:pt x="326" y="5"/>
                </a:moveTo>
                <a:lnTo>
                  <a:pt x="326" y="0"/>
                </a:lnTo>
                <a:lnTo>
                  <a:pt x="227" y="0"/>
                </a:lnTo>
                <a:lnTo>
                  <a:pt x="227" y="5"/>
                </a:lnTo>
                <a:cubicBezTo>
                  <a:pt x="247" y="6"/>
                  <a:pt x="252" y="11"/>
                  <a:pt x="252" y="40"/>
                </a:cubicBezTo>
                <a:lnTo>
                  <a:pt x="252" y="172"/>
                </a:lnTo>
                <a:lnTo>
                  <a:pt x="74" y="172"/>
                </a:lnTo>
                <a:lnTo>
                  <a:pt x="74" y="40"/>
                </a:lnTo>
                <a:cubicBezTo>
                  <a:pt x="74" y="11"/>
                  <a:pt x="79" y="6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6"/>
                  <a:pt x="25" y="11"/>
                  <a:pt x="25" y="4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99" y="375"/>
                </a:lnTo>
                <a:lnTo>
                  <a:pt x="99" y="369"/>
                </a:lnTo>
                <a:cubicBezTo>
                  <a:pt x="79" y="367"/>
                  <a:pt x="74" y="364"/>
                  <a:pt x="74" y="333"/>
                </a:cubicBezTo>
                <a:lnTo>
                  <a:pt x="74" y="194"/>
                </a:lnTo>
                <a:lnTo>
                  <a:pt x="252" y="194"/>
                </a:lnTo>
                <a:lnTo>
                  <a:pt x="252" y="333"/>
                </a:lnTo>
                <a:cubicBezTo>
                  <a:pt x="252" y="364"/>
                  <a:pt x="247" y="367"/>
                  <a:pt x="227" y="369"/>
                </a:cubicBezTo>
                <a:lnTo>
                  <a:pt x="227" y="375"/>
                </a:lnTo>
                <a:lnTo>
                  <a:pt x="326" y="375"/>
                </a:lnTo>
                <a:lnTo>
                  <a:pt x="326" y="369"/>
                </a:lnTo>
                <a:cubicBezTo>
                  <a:pt x="308" y="367"/>
                  <a:pt x="302" y="364"/>
                  <a:pt x="302" y="333"/>
                </a:cubicBezTo>
                <a:lnTo>
                  <a:pt x="302" y="40"/>
                </a:lnTo>
                <a:cubicBezTo>
                  <a:pt x="302" y="11"/>
                  <a:pt x="308" y="6"/>
                  <a:pt x="326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9324360" y="5231520"/>
            <a:ext cx="114480" cy="135360"/>
          </a:xfrm>
          <a:custGeom>
            <a:rect b="b" l="l" r="r" t="t"/>
            <a:pathLst>
              <a:path extrusionOk="0" h="376" w="318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3"/>
                </a:lnTo>
                <a:cubicBezTo>
                  <a:pt x="24" y="364"/>
                  <a:pt x="19" y="367"/>
                  <a:pt x="0" y="369"/>
                </a:cubicBezTo>
                <a:lnTo>
                  <a:pt x="0" y="375"/>
                </a:lnTo>
                <a:lnTo>
                  <a:pt x="74" y="375"/>
                </a:lnTo>
                <a:lnTo>
                  <a:pt x="74" y="369"/>
                </a:lnTo>
                <a:cubicBezTo>
                  <a:pt x="54" y="367"/>
                  <a:pt x="50" y="364"/>
                  <a:pt x="50" y="333"/>
                </a:cubicBezTo>
                <a:lnTo>
                  <a:pt x="50" y="60"/>
                </a:lnTo>
                <a:cubicBezTo>
                  <a:pt x="50" y="65"/>
                  <a:pt x="244" y="320"/>
                  <a:pt x="286" y="375"/>
                </a:cubicBezTo>
                <a:lnTo>
                  <a:pt x="293" y="375"/>
                </a:lnTo>
                <a:lnTo>
                  <a:pt x="293" y="30"/>
                </a:lnTo>
                <a:cubicBezTo>
                  <a:pt x="293" y="8"/>
                  <a:pt x="299" y="6"/>
                  <a:pt x="317" y="5"/>
                </a:cubicBezTo>
                <a:lnTo>
                  <a:pt x="317" y="0"/>
                </a:lnTo>
                <a:lnTo>
                  <a:pt x="244" y="0"/>
                </a:lnTo>
                <a:lnTo>
                  <a:pt x="244" y="5"/>
                </a:lnTo>
                <a:cubicBezTo>
                  <a:pt x="263" y="6"/>
                  <a:pt x="269" y="8"/>
                  <a:pt x="269" y="30"/>
                </a:cubicBezTo>
                <a:lnTo>
                  <a:pt x="269" y="268"/>
                </a:lnTo>
                <a:lnTo>
                  <a:pt x="66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"/>
          <p:cNvSpPr/>
          <p:nvPr/>
        </p:nvSpPr>
        <p:spPr>
          <a:xfrm>
            <a:off x="9439560" y="5231520"/>
            <a:ext cx="117360" cy="135360"/>
          </a:xfrm>
          <a:custGeom>
            <a:rect b="b" l="l" r="r" t="t"/>
            <a:pathLst>
              <a:path extrusionOk="0" h="376" w="326">
                <a:moveTo>
                  <a:pt x="91" y="239"/>
                </a:moveTo>
                <a:cubicBezTo>
                  <a:pt x="115" y="180"/>
                  <a:pt x="150" y="85"/>
                  <a:pt x="150" y="85"/>
                </a:cubicBezTo>
                <a:cubicBezTo>
                  <a:pt x="150" y="85"/>
                  <a:pt x="181" y="171"/>
                  <a:pt x="207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5"/>
                  <a:pt x="61" y="252"/>
                  <a:pt x="32" y="324"/>
                </a:cubicBezTo>
                <a:cubicBezTo>
                  <a:pt x="28" y="337"/>
                  <a:pt x="19" y="356"/>
                  <a:pt x="13" y="363"/>
                </a:cubicBezTo>
                <a:cubicBezTo>
                  <a:pt x="9" y="369"/>
                  <a:pt x="4" y="369"/>
                  <a:pt x="0" y="369"/>
                </a:cubicBezTo>
                <a:lnTo>
                  <a:pt x="0" y="375"/>
                </a:lnTo>
                <a:lnTo>
                  <a:pt x="66" y="375"/>
                </a:lnTo>
                <a:lnTo>
                  <a:pt x="66" y="369"/>
                </a:lnTo>
                <a:cubicBezTo>
                  <a:pt x="61" y="369"/>
                  <a:pt x="50" y="369"/>
                  <a:pt x="49" y="359"/>
                </a:cubicBezTo>
                <a:cubicBezTo>
                  <a:pt x="49" y="356"/>
                  <a:pt x="50" y="351"/>
                  <a:pt x="51" y="347"/>
                </a:cubicBezTo>
                <a:cubicBezTo>
                  <a:pt x="53" y="340"/>
                  <a:pt x="66" y="305"/>
                  <a:pt x="83" y="263"/>
                </a:cubicBezTo>
                <a:lnTo>
                  <a:pt x="216" y="263"/>
                </a:lnTo>
                <a:cubicBezTo>
                  <a:pt x="229" y="298"/>
                  <a:pt x="241" y="328"/>
                  <a:pt x="246" y="341"/>
                </a:cubicBezTo>
                <a:cubicBezTo>
                  <a:pt x="248" y="345"/>
                  <a:pt x="251" y="354"/>
                  <a:pt x="251" y="359"/>
                </a:cubicBezTo>
                <a:cubicBezTo>
                  <a:pt x="251" y="369"/>
                  <a:pt x="243" y="369"/>
                  <a:pt x="234" y="369"/>
                </a:cubicBezTo>
                <a:lnTo>
                  <a:pt x="234" y="375"/>
                </a:lnTo>
                <a:lnTo>
                  <a:pt x="325" y="375"/>
                </a:lnTo>
                <a:lnTo>
                  <a:pt x="325" y="369"/>
                </a:lnTo>
                <a:cubicBezTo>
                  <a:pt x="314" y="369"/>
                  <a:pt x="311" y="365"/>
                  <a:pt x="302" y="345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6"/>
          <p:cNvSpPr/>
          <p:nvPr/>
        </p:nvSpPr>
        <p:spPr>
          <a:xfrm>
            <a:off x="9037800" y="5231520"/>
            <a:ext cx="136800" cy="135360"/>
          </a:xfrm>
          <a:custGeom>
            <a:rect b="b" l="l" r="r" t="t"/>
            <a:pathLst>
              <a:path extrusionOk="0" h="376" w="380">
                <a:moveTo>
                  <a:pt x="1" y="0"/>
                </a:moveTo>
                <a:lnTo>
                  <a:pt x="1" y="5"/>
                </a:lnTo>
                <a:cubicBezTo>
                  <a:pt x="11" y="5"/>
                  <a:pt x="18" y="6"/>
                  <a:pt x="21" y="11"/>
                </a:cubicBezTo>
                <a:cubicBezTo>
                  <a:pt x="22" y="13"/>
                  <a:pt x="23" y="14"/>
                  <a:pt x="24" y="17"/>
                </a:cubicBezTo>
                <a:cubicBezTo>
                  <a:pt x="24" y="19"/>
                  <a:pt x="24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75" y="375"/>
                </a:lnTo>
                <a:lnTo>
                  <a:pt x="75" y="369"/>
                </a:lnTo>
                <a:cubicBezTo>
                  <a:pt x="55" y="367"/>
                  <a:pt x="50" y="364"/>
                  <a:pt x="50" y="333"/>
                </a:cubicBezTo>
                <a:lnTo>
                  <a:pt x="50" y="75"/>
                </a:lnTo>
                <a:cubicBezTo>
                  <a:pt x="50" y="70"/>
                  <a:pt x="50" y="59"/>
                  <a:pt x="50" y="59"/>
                </a:cubicBezTo>
                <a:lnTo>
                  <a:pt x="54" y="75"/>
                </a:lnTo>
                <a:lnTo>
                  <a:pt x="173" y="373"/>
                </a:lnTo>
                <a:lnTo>
                  <a:pt x="181" y="373"/>
                </a:lnTo>
                <a:lnTo>
                  <a:pt x="303" y="64"/>
                </a:lnTo>
                <a:lnTo>
                  <a:pt x="306" y="52"/>
                </a:lnTo>
                <a:cubicBezTo>
                  <a:pt x="306" y="52"/>
                  <a:pt x="305" y="58"/>
                  <a:pt x="305" y="63"/>
                </a:cubicBezTo>
                <a:lnTo>
                  <a:pt x="305" y="333"/>
                </a:lnTo>
                <a:cubicBezTo>
                  <a:pt x="305" y="364"/>
                  <a:pt x="300" y="367"/>
                  <a:pt x="281" y="369"/>
                </a:cubicBezTo>
                <a:lnTo>
                  <a:pt x="281" y="375"/>
                </a:lnTo>
                <a:lnTo>
                  <a:pt x="379" y="375"/>
                </a:lnTo>
                <a:lnTo>
                  <a:pt x="379" y="369"/>
                </a:lnTo>
                <a:cubicBezTo>
                  <a:pt x="359" y="367"/>
                  <a:pt x="355" y="364"/>
                  <a:pt x="355" y="333"/>
                </a:cubicBezTo>
                <a:lnTo>
                  <a:pt x="355" y="30"/>
                </a:lnTo>
                <a:cubicBezTo>
                  <a:pt x="355" y="8"/>
                  <a:pt x="359" y="6"/>
                  <a:pt x="379" y="5"/>
                </a:cubicBezTo>
                <a:lnTo>
                  <a:pt x="379" y="0"/>
                </a:lnTo>
                <a:lnTo>
                  <a:pt x="302" y="0"/>
                </a:lnTo>
                <a:lnTo>
                  <a:pt x="192" y="282"/>
                </a:lnTo>
                <a:lnTo>
                  <a:pt x="79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>
            <a:off x="9562320" y="5229720"/>
            <a:ext cx="75600" cy="138960"/>
          </a:xfrm>
          <a:custGeom>
            <a:rect b="b" l="l" r="r" t="t"/>
            <a:pathLst>
              <a:path extrusionOk="0" h="386" w="210">
                <a:moveTo>
                  <a:pt x="1" y="354"/>
                </a:moveTo>
                <a:cubicBezTo>
                  <a:pt x="25" y="369"/>
                  <a:pt x="60" y="385"/>
                  <a:pt x="96" y="385"/>
                </a:cubicBezTo>
                <a:cubicBezTo>
                  <a:pt x="97" y="385"/>
                  <a:pt x="98" y="385"/>
                  <a:pt x="98" y="385"/>
                </a:cubicBezTo>
                <a:cubicBezTo>
                  <a:pt x="152" y="384"/>
                  <a:pt x="209" y="340"/>
                  <a:pt x="209" y="273"/>
                </a:cubicBezTo>
                <a:cubicBezTo>
                  <a:pt x="209" y="199"/>
                  <a:pt x="161" y="183"/>
                  <a:pt x="114" y="155"/>
                </a:cubicBezTo>
                <a:cubicBezTo>
                  <a:pt x="64" y="129"/>
                  <a:pt x="44" y="116"/>
                  <a:pt x="44" y="81"/>
                </a:cubicBezTo>
                <a:cubicBezTo>
                  <a:pt x="44" y="57"/>
                  <a:pt x="57" y="21"/>
                  <a:pt x="100" y="21"/>
                </a:cubicBezTo>
                <a:cubicBezTo>
                  <a:pt x="115" y="21"/>
                  <a:pt x="127" y="26"/>
                  <a:pt x="137" y="32"/>
                </a:cubicBezTo>
                <a:cubicBezTo>
                  <a:pt x="172" y="52"/>
                  <a:pt x="173" y="83"/>
                  <a:pt x="179" y="102"/>
                </a:cubicBezTo>
                <a:lnTo>
                  <a:pt x="183" y="102"/>
                </a:lnTo>
                <a:lnTo>
                  <a:pt x="180" y="18"/>
                </a:lnTo>
                <a:cubicBezTo>
                  <a:pt x="158" y="8"/>
                  <a:pt x="140" y="4"/>
                  <a:pt x="128" y="1"/>
                </a:cubicBezTo>
                <a:cubicBezTo>
                  <a:pt x="120" y="1"/>
                  <a:pt x="114" y="0"/>
                  <a:pt x="108" y="0"/>
                </a:cubicBezTo>
                <a:cubicBezTo>
                  <a:pt x="60" y="0"/>
                  <a:pt x="1" y="31"/>
                  <a:pt x="1" y="98"/>
                </a:cubicBezTo>
                <a:cubicBezTo>
                  <a:pt x="1" y="143"/>
                  <a:pt x="28" y="172"/>
                  <a:pt x="76" y="198"/>
                </a:cubicBezTo>
                <a:cubicBezTo>
                  <a:pt x="126" y="225"/>
                  <a:pt x="162" y="236"/>
                  <a:pt x="162" y="288"/>
                </a:cubicBezTo>
                <a:cubicBezTo>
                  <a:pt x="162" y="315"/>
                  <a:pt x="149" y="362"/>
                  <a:pt x="94" y="362"/>
                </a:cubicBezTo>
                <a:cubicBezTo>
                  <a:pt x="72" y="362"/>
                  <a:pt x="54" y="353"/>
                  <a:pt x="40" y="341"/>
                </a:cubicBezTo>
                <a:cubicBezTo>
                  <a:pt x="8" y="308"/>
                  <a:pt x="8" y="282"/>
                  <a:pt x="6" y="271"/>
                </a:cubicBezTo>
                <a:lnTo>
                  <a:pt x="0" y="271"/>
                </a:lnTo>
                <a:lnTo>
                  <a:pt x="1" y="35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6"/>
          <p:cNvSpPr/>
          <p:nvPr/>
        </p:nvSpPr>
        <p:spPr>
          <a:xfrm>
            <a:off x="8723880" y="5382720"/>
            <a:ext cx="254880" cy="145440"/>
          </a:xfrm>
          <a:custGeom>
            <a:rect b="b" l="l" r="r" t="t"/>
            <a:pathLst>
              <a:path extrusionOk="0" h="404" w="708">
                <a:moveTo>
                  <a:pt x="660" y="152"/>
                </a:moveTo>
                <a:lnTo>
                  <a:pt x="670" y="79"/>
                </a:lnTo>
                <a:lnTo>
                  <a:pt x="639" y="49"/>
                </a:lnTo>
                <a:cubicBezTo>
                  <a:pt x="643" y="40"/>
                  <a:pt x="646" y="31"/>
                  <a:pt x="649" y="21"/>
                </a:cubicBezTo>
                <a:cubicBezTo>
                  <a:pt x="658" y="30"/>
                  <a:pt x="689" y="62"/>
                  <a:pt x="693" y="65"/>
                </a:cubicBezTo>
                <a:cubicBezTo>
                  <a:pt x="683" y="96"/>
                  <a:pt x="671" y="126"/>
                  <a:pt x="660" y="152"/>
                </a:cubicBezTo>
                <a:moveTo>
                  <a:pt x="615" y="173"/>
                </a:moveTo>
                <a:cubicBezTo>
                  <a:pt x="559" y="270"/>
                  <a:pt x="478" y="341"/>
                  <a:pt x="385" y="378"/>
                </a:cubicBezTo>
                <a:cubicBezTo>
                  <a:pt x="385" y="378"/>
                  <a:pt x="357" y="389"/>
                  <a:pt x="354" y="390"/>
                </a:cubicBezTo>
                <a:cubicBezTo>
                  <a:pt x="351" y="389"/>
                  <a:pt x="323" y="378"/>
                  <a:pt x="323" y="378"/>
                </a:cubicBezTo>
                <a:cubicBezTo>
                  <a:pt x="228" y="341"/>
                  <a:pt x="149" y="270"/>
                  <a:pt x="91" y="173"/>
                </a:cubicBezTo>
                <a:cubicBezTo>
                  <a:pt x="76" y="145"/>
                  <a:pt x="61" y="115"/>
                  <a:pt x="50" y="83"/>
                </a:cubicBezTo>
                <a:cubicBezTo>
                  <a:pt x="54" y="78"/>
                  <a:pt x="85" y="49"/>
                  <a:pt x="94" y="40"/>
                </a:cubicBezTo>
                <a:cubicBezTo>
                  <a:pt x="106" y="77"/>
                  <a:pt x="120" y="111"/>
                  <a:pt x="138" y="141"/>
                </a:cubicBezTo>
                <a:cubicBezTo>
                  <a:pt x="189" y="228"/>
                  <a:pt x="258" y="290"/>
                  <a:pt x="342" y="324"/>
                </a:cubicBezTo>
                <a:lnTo>
                  <a:pt x="354" y="328"/>
                </a:lnTo>
                <a:lnTo>
                  <a:pt x="366" y="324"/>
                </a:lnTo>
                <a:cubicBezTo>
                  <a:pt x="449" y="290"/>
                  <a:pt x="519" y="228"/>
                  <a:pt x="570" y="141"/>
                </a:cubicBezTo>
                <a:cubicBezTo>
                  <a:pt x="588" y="111"/>
                  <a:pt x="602" y="77"/>
                  <a:pt x="614" y="40"/>
                </a:cubicBezTo>
                <a:cubicBezTo>
                  <a:pt x="623" y="49"/>
                  <a:pt x="651" y="78"/>
                  <a:pt x="657" y="83"/>
                </a:cubicBezTo>
                <a:cubicBezTo>
                  <a:pt x="645" y="115"/>
                  <a:pt x="632" y="145"/>
                  <a:pt x="615" y="173"/>
                </a:cubicBezTo>
                <a:moveTo>
                  <a:pt x="645" y="174"/>
                </a:moveTo>
                <a:cubicBezTo>
                  <a:pt x="643" y="172"/>
                  <a:pt x="638" y="168"/>
                  <a:pt x="633" y="164"/>
                </a:cubicBezTo>
                <a:lnTo>
                  <a:pt x="633" y="162"/>
                </a:lnTo>
                <a:cubicBezTo>
                  <a:pt x="640" y="151"/>
                  <a:pt x="646" y="138"/>
                  <a:pt x="653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60" y="138"/>
                  <a:pt x="66" y="151"/>
                  <a:pt x="74" y="164"/>
                </a:cubicBezTo>
                <a:cubicBezTo>
                  <a:pt x="68" y="167"/>
                  <a:pt x="64" y="172"/>
                  <a:pt x="61" y="174"/>
                </a:cubicBezTo>
                <a:moveTo>
                  <a:pt x="13" y="65"/>
                </a:moveTo>
                <a:cubicBezTo>
                  <a:pt x="18" y="62"/>
                  <a:pt x="49" y="30"/>
                  <a:pt x="57" y="21"/>
                </a:cubicBezTo>
                <a:cubicBezTo>
                  <a:pt x="61" y="31"/>
                  <a:pt x="63" y="40"/>
                  <a:pt x="66" y="49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2" y="95"/>
                  <a:pt x="13" y="65"/>
                </a:cubicBezTo>
                <a:moveTo>
                  <a:pt x="644" y="0"/>
                </a:moveTo>
                <a:lnTo>
                  <a:pt x="642" y="8"/>
                </a:lnTo>
                <a:cubicBezTo>
                  <a:pt x="638" y="20"/>
                  <a:pt x="635" y="31"/>
                  <a:pt x="632" y="40"/>
                </a:cubicBezTo>
                <a:lnTo>
                  <a:pt x="609" y="19"/>
                </a:lnTo>
                <a:lnTo>
                  <a:pt x="606" y="28"/>
                </a:lnTo>
                <a:cubicBezTo>
                  <a:pt x="594" y="68"/>
                  <a:pt x="579" y="103"/>
                  <a:pt x="560" y="135"/>
                </a:cubicBezTo>
                <a:cubicBezTo>
                  <a:pt x="511" y="219"/>
                  <a:pt x="443" y="280"/>
                  <a:pt x="362" y="313"/>
                </a:cubicBezTo>
                <a:cubicBezTo>
                  <a:pt x="362" y="313"/>
                  <a:pt x="356" y="314"/>
                  <a:pt x="354" y="315"/>
                </a:cubicBezTo>
                <a:cubicBezTo>
                  <a:pt x="352" y="314"/>
                  <a:pt x="345" y="313"/>
                  <a:pt x="345" y="313"/>
                </a:cubicBezTo>
                <a:cubicBezTo>
                  <a:pt x="265" y="280"/>
                  <a:pt x="196" y="219"/>
                  <a:pt x="147" y="135"/>
                </a:cubicBezTo>
                <a:cubicBezTo>
                  <a:pt x="128" y="103"/>
                  <a:pt x="114" y="68"/>
                  <a:pt x="101" y="28"/>
                </a:cubicBezTo>
                <a:lnTo>
                  <a:pt x="98" y="19"/>
                </a:lnTo>
                <a:lnTo>
                  <a:pt x="91" y="25"/>
                </a:lnTo>
                <a:lnTo>
                  <a:pt x="76" y="40"/>
                </a:lnTo>
                <a:cubicBezTo>
                  <a:pt x="73" y="31"/>
                  <a:pt x="68" y="20"/>
                  <a:pt x="65" y="8"/>
                </a:cubicBezTo>
                <a:lnTo>
                  <a:pt x="63" y="0"/>
                </a:lnTo>
                <a:lnTo>
                  <a:pt x="56" y="6"/>
                </a:lnTo>
                <a:lnTo>
                  <a:pt x="0" y="62"/>
                </a:lnTo>
                <a:lnTo>
                  <a:pt x="1" y="65"/>
                </a:lnTo>
                <a:cubicBezTo>
                  <a:pt x="14" y="111"/>
                  <a:pt x="36" y="159"/>
                  <a:pt x="53" y="190"/>
                </a:cubicBezTo>
                <a:lnTo>
                  <a:pt x="56" y="197"/>
                </a:lnTo>
                <a:lnTo>
                  <a:pt x="80" y="174"/>
                </a:lnTo>
                <a:cubicBezTo>
                  <a:pt x="80" y="175"/>
                  <a:pt x="82" y="178"/>
                  <a:pt x="83" y="179"/>
                </a:cubicBezTo>
                <a:cubicBezTo>
                  <a:pt x="140" y="279"/>
                  <a:pt x="223" y="351"/>
                  <a:pt x="319" y="390"/>
                </a:cubicBezTo>
                <a:lnTo>
                  <a:pt x="354" y="403"/>
                </a:lnTo>
                <a:lnTo>
                  <a:pt x="388" y="390"/>
                </a:lnTo>
                <a:cubicBezTo>
                  <a:pt x="485" y="351"/>
                  <a:pt x="567" y="279"/>
                  <a:pt x="625" y="179"/>
                </a:cubicBezTo>
                <a:cubicBezTo>
                  <a:pt x="626" y="178"/>
                  <a:pt x="626" y="175"/>
                  <a:pt x="627" y="174"/>
                </a:cubicBezTo>
                <a:lnTo>
                  <a:pt x="650" y="197"/>
                </a:lnTo>
                <a:lnTo>
                  <a:pt x="654" y="190"/>
                </a:lnTo>
                <a:cubicBezTo>
                  <a:pt x="670" y="159"/>
                  <a:pt x="691" y="111"/>
                  <a:pt x="706" y="65"/>
                </a:cubicBezTo>
                <a:lnTo>
                  <a:pt x="707" y="62"/>
                </a:lnTo>
                <a:lnTo>
                  <a:pt x="644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8751960" y="5425920"/>
            <a:ext cx="15120" cy="14760"/>
          </a:xfrm>
          <a:custGeom>
            <a:rect b="b" l="l" r="r" t="t"/>
            <a:pathLst>
              <a:path extrusionOk="0" h="41" w="42">
                <a:moveTo>
                  <a:pt x="20" y="7"/>
                </a:moveTo>
                <a:lnTo>
                  <a:pt x="32" y="5"/>
                </a:lnTo>
                <a:lnTo>
                  <a:pt x="23" y="15"/>
                </a:lnTo>
                <a:lnTo>
                  <a:pt x="20" y="7"/>
                </a:lnTo>
                <a:moveTo>
                  <a:pt x="31" y="19"/>
                </a:moveTo>
                <a:lnTo>
                  <a:pt x="41" y="9"/>
                </a:lnTo>
                <a:lnTo>
                  <a:pt x="40" y="6"/>
                </a:lnTo>
                <a:cubicBezTo>
                  <a:pt x="39" y="4"/>
                  <a:pt x="35" y="2"/>
                  <a:pt x="34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6"/>
                  <a:pt x="1" y="7"/>
                  <a:pt x="2" y="8"/>
                </a:cubicBezTo>
                <a:cubicBezTo>
                  <a:pt x="3" y="11"/>
                  <a:pt x="4" y="13"/>
                  <a:pt x="6" y="14"/>
                </a:cubicBezTo>
                <a:lnTo>
                  <a:pt x="8" y="13"/>
                </a:lnTo>
                <a:lnTo>
                  <a:pt x="7" y="11"/>
                </a:lnTo>
                <a:lnTo>
                  <a:pt x="15" y="8"/>
                </a:lnTo>
                <a:lnTo>
                  <a:pt x="21" y="18"/>
                </a:lnTo>
                <a:cubicBezTo>
                  <a:pt x="19" y="20"/>
                  <a:pt x="17" y="24"/>
                  <a:pt x="14" y="27"/>
                </a:cubicBezTo>
                <a:lnTo>
                  <a:pt x="12" y="24"/>
                </a:lnTo>
                <a:lnTo>
                  <a:pt x="11" y="26"/>
                </a:lnTo>
                <a:cubicBezTo>
                  <a:pt x="12" y="28"/>
                  <a:pt x="13" y="31"/>
                  <a:pt x="14" y="33"/>
                </a:cubicBezTo>
                <a:cubicBezTo>
                  <a:pt x="15" y="36"/>
                  <a:pt x="17" y="38"/>
                  <a:pt x="18" y="40"/>
                </a:cubicBezTo>
                <a:lnTo>
                  <a:pt x="20" y="39"/>
                </a:lnTo>
                <a:lnTo>
                  <a:pt x="19" y="37"/>
                </a:lnTo>
                <a:cubicBezTo>
                  <a:pt x="21" y="33"/>
                  <a:pt x="26" y="26"/>
                  <a:pt x="31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"/>
          <p:cNvSpPr/>
          <p:nvPr/>
        </p:nvSpPr>
        <p:spPr>
          <a:xfrm>
            <a:off x="8762760" y="5439600"/>
            <a:ext cx="17280" cy="18360"/>
          </a:xfrm>
          <a:custGeom>
            <a:rect b="b" l="l" r="r" t="t"/>
            <a:pathLst>
              <a:path extrusionOk="0" h="51" w="48">
                <a:moveTo>
                  <a:pt x="46" y="33"/>
                </a:moveTo>
                <a:lnTo>
                  <a:pt x="47" y="32"/>
                </a:lnTo>
                <a:cubicBezTo>
                  <a:pt x="46" y="30"/>
                  <a:pt x="45" y="28"/>
                  <a:pt x="44" y="27"/>
                </a:cubicBezTo>
                <a:cubicBezTo>
                  <a:pt x="43" y="25"/>
                  <a:pt x="42" y="24"/>
                  <a:pt x="41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3" y="39"/>
                  <a:pt x="23" y="39"/>
                </a:cubicBezTo>
                <a:cubicBezTo>
                  <a:pt x="26" y="31"/>
                  <a:pt x="30" y="20"/>
                  <a:pt x="33" y="11"/>
                </a:cubicBezTo>
                <a:cubicBezTo>
                  <a:pt x="32" y="9"/>
                  <a:pt x="31" y="8"/>
                  <a:pt x="30" y="6"/>
                </a:cubicBezTo>
                <a:cubicBezTo>
                  <a:pt x="29" y="5"/>
                  <a:pt x="28" y="4"/>
                  <a:pt x="26" y="0"/>
                </a:cubicBezTo>
                <a:lnTo>
                  <a:pt x="25" y="4"/>
                </a:lnTo>
                <a:lnTo>
                  <a:pt x="26" y="6"/>
                </a:lnTo>
                <a:cubicBezTo>
                  <a:pt x="24" y="8"/>
                  <a:pt x="22" y="9"/>
                  <a:pt x="19" y="12"/>
                </a:cubicBezTo>
                <a:lnTo>
                  <a:pt x="12" y="18"/>
                </a:lnTo>
                <a:cubicBezTo>
                  <a:pt x="9" y="20"/>
                  <a:pt x="7" y="21"/>
                  <a:pt x="4" y="24"/>
                </a:cubicBezTo>
                <a:lnTo>
                  <a:pt x="1" y="21"/>
                </a:lnTo>
                <a:lnTo>
                  <a:pt x="0" y="23"/>
                </a:lnTo>
                <a:cubicBezTo>
                  <a:pt x="1" y="24"/>
                  <a:pt x="2" y="26"/>
                  <a:pt x="3" y="27"/>
                </a:cubicBezTo>
                <a:cubicBezTo>
                  <a:pt x="4" y="28"/>
                  <a:pt x="6" y="31"/>
                  <a:pt x="7" y="32"/>
                </a:cubicBezTo>
                <a:lnTo>
                  <a:pt x="9" y="31"/>
                </a:lnTo>
                <a:lnTo>
                  <a:pt x="8" y="28"/>
                </a:lnTo>
                <a:cubicBezTo>
                  <a:pt x="12" y="24"/>
                  <a:pt x="19" y="19"/>
                  <a:pt x="23" y="15"/>
                </a:cubicBezTo>
                <a:cubicBezTo>
                  <a:pt x="20" y="24"/>
                  <a:pt x="18" y="33"/>
                  <a:pt x="13" y="44"/>
                </a:cubicBezTo>
                <a:cubicBezTo>
                  <a:pt x="14" y="45"/>
                  <a:pt x="15" y="45"/>
                  <a:pt x="15" y="46"/>
                </a:cubicBezTo>
                <a:cubicBezTo>
                  <a:pt x="17" y="47"/>
                  <a:pt x="18" y="49"/>
                  <a:pt x="18" y="50"/>
                </a:cubicBezTo>
                <a:cubicBezTo>
                  <a:pt x="20" y="47"/>
                  <a:pt x="23" y="45"/>
                  <a:pt x="28" y="41"/>
                </a:cubicBezTo>
                <a:lnTo>
                  <a:pt x="35" y="37"/>
                </a:lnTo>
                <a:cubicBezTo>
                  <a:pt x="39" y="34"/>
                  <a:pt x="42" y="32"/>
                  <a:pt x="44" y="31"/>
                </a:cubicBezTo>
                <a:lnTo>
                  <a:pt x="46" y="3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"/>
          <p:cNvSpPr/>
          <p:nvPr/>
        </p:nvSpPr>
        <p:spPr>
          <a:xfrm>
            <a:off x="8777160" y="5457960"/>
            <a:ext cx="15480" cy="15840"/>
          </a:xfrm>
          <a:custGeom>
            <a:rect b="b" l="l" r="r" t="t"/>
            <a:pathLst>
              <a:path extrusionOk="0" h="44" w="43">
                <a:moveTo>
                  <a:pt x="8" y="7"/>
                </a:moveTo>
                <a:cubicBezTo>
                  <a:pt x="0" y="17"/>
                  <a:pt x="1" y="28"/>
                  <a:pt x="6" y="35"/>
                </a:cubicBezTo>
                <a:cubicBezTo>
                  <a:pt x="11" y="39"/>
                  <a:pt x="15" y="42"/>
                  <a:pt x="23" y="43"/>
                </a:cubicBezTo>
                <a:lnTo>
                  <a:pt x="23" y="38"/>
                </a:lnTo>
                <a:cubicBezTo>
                  <a:pt x="19" y="38"/>
                  <a:pt x="16" y="36"/>
                  <a:pt x="13" y="34"/>
                </a:cubicBezTo>
                <a:cubicBezTo>
                  <a:pt x="10" y="29"/>
                  <a:pt x="9" y="21"/>
                  <a:pt x="14" y="15"/>
                </a:cubicBezTo>
                <a:cubicBezTo>
                  <a:pt x="21" y="7"/>
                  <a:pt x="26" y="10"/>
                  <a:pt x="30" y="16"/>
                </a:cubicBezTo>
                <a:cubicBezTo>
                  <a:pt x="32" y="17"/>
                  <a:pt x="33" y="21"/>
                  <a:pt x="34" y="23"/>
                </a:cubicBezTo>
                <a:lnTo>
                  <a:pt x="32" y="25"/>
                </a:lnTo>
                <a:lnTo>
                  <a:pt x="33" y="28"/>
                </a:lnTo>
                <a:cubicBezTo>
                  <a:pt x="35" y="25"/>
                  <a:pt x="39" y="24"/>
                  <a:pt x="42" y="23"/>
                </a:cubicBezTo>
                <a:cubicBezTo>
                  <a:pt x="39" y="19"/>
                  <a:pt x="36" y="16"/>
                  <a:pt x="34" y="12"/>
                </a:cubicBezTo>
                <a:cubicBezTo>
                  <a:pt x="26" y="2"/>
                  <a:pt x="15" y="0"/>
                  <a:pt x="8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"/>
          <p:cNvSpPr/>
          <p:nvPr/>
        </p:nvSpPr>
        <p:spPr>
          <a:xfrm>
            <a:off x="8790840" y="5472720"/>
            <a:ext cx="16200" cy="17280"/>
          </a:xfrm>
          <a:custGeom>
            <a:rect b="b" l="l" r="r" t="t"/>
            <a:pathLst>
              <a:path extrusionOk="0" h="48" w="45">
                <a:moveTo>
                  <a:pt x="29" y="31"/>
                </a:moveTo>
                <a:cubicBezTo>
                  <a:pt x="24" y="37"/>
                  <a:pt x="18" y="38"/>
                  <a:pt x="13" y="35"/>
                </a:cubicBezTo>
                <a:cubicBezTo>
                  <a:pt x="8" y="30"/>
                  <a:pt x="8" y="23"/>
                  <a:pt x="14" y="17"/>
                </a:cubicBezTo>
                <a:cubicBezTo>
                  <a:pt x="18" y="10"/>
                  <a:pt x="24" y="9"/>
                  <a:pt x="29" y="12"/>
                </a:cubicBezTo>
                <a:cubicBezTo>
                  <a:pt x="34" y="18"/>
                  <a:pt x="34" y="25"/>
                  <a:pt x="29" y="31"/>
                </a:cubicBezTo>
                <a:moveTo>
                  <a:pt x="32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9"/>
                  <a:pt x="1" y="30"/>
                  <a:pt x="11" y="38"/>
                </a:cubicBezTo>
                <a:cubicBezTo>
                  <a:pt x="19" y="47"/>
                  <a:pt x="29" y="44"/>
                  <a:pt x="36" y="37"/>
                </a:cubicBezTo>
                <a:cubicBezTo>
                  <a:pt x="44" y="28"/>
                  <a:pt x="43" y="18"/>
                  <a:pt x="3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8807040" y="5485320"/>
            <a:ext cx="15840" cy="18720"/>
          </a:xfrm>
          <a:custGeom>
            <a:rect b="b" l="l" r="r" t="t"/>
            <a:pathLst>
              <a:path extrusionOk="0" h="52" w="44">
                <a:moveTo>
                  <a:pt x="33" y="20"/>
                </a:moveTo>
                <a:cubicBezTo>
                  <a:pt x="31" y="24"/>
                  <a:pt x="26" y="24"/>
                  <a:pt x="22" y="21"/>
                </a:cubicBezTo>
                <a:cubicBezTo>
                  <a:pt x="22" y="20"/>
                  <a:pt x="21" y="20"/>
                  <a:pt x="20" y="19"/>
                </a:cubicBezTo>
                <a:lnTo>
                  <a:pt x="22" y="17"/>
                </a:lnTo>
                <a:cubicBezTo>
                  <a:pt x="23" y="14"/>
                  <a:pt x="24" y="12"/>
                  <a:pt x="25" y="11"/>
                </a:cubicBezTo>
                <a:cubicBezTo>
                  <a:pt x="26" y="11"/>
                  <a:pt x="28" y="12"/>
                  <a:pt x="31" y="13"/>
                </a:cubicBezTo>
                <a:cubicBezTo>
                  <a:pt x="34" y="15"/>
                  <a:pt x="34" y="18"/>
                  <a:pt x="33" y="20"/>
                </a:cubicBezTo>
                <a:moveTo>
                  <a:pt x="35" y="11"/>
                </a:moveTo>
                <a:cubicBezTo>
                  <a:pt x="33" y="9"/>
                  <a:pt x="31" y="8"/>
                  <a:pt x="30" y="7"/>
                </a:cubicBezTo>
                <a:cubicBezTo>
                  <a:pt x="26" y="6"/>
                  <a:pt x="24" y="5"/>
                  <a:pt x="22" y="4"/>
                </a:cubicBezTo>
                <a:cubicBezTo>
                  <a:pt x="21" y="2"/>
                  <a:pt x="19" y="1"/>
                  <a:pt x="18" y="0"/>
                </a:cubicBezTo>
                <a:lnTo>
                  <a:pt x="17" y="2"/>
                </a:lnTo>
                <a:lnTo>
                  <a:pt x="19" y="4"/>
                </a:lnTo>
                <a:cubicBezTo>
                  <a:pt x="18" y="7"/>
                  <a:pt x="15" y="9"/>
                  <a:pt x="14" y="12"/>
                </a:cubicBezTo>
                <a:lnTo>
                  <a:pt x="9" y="21"/>
                </a:lnTo>
                <a:cubicBezTo>
                  <a:pt x="8" y="24"/>
                  <a:pt x="6" y="27"/>
                  <a:pt x="4" y="30"/>
                </a:cubicBezTo>
                <a:lnTo>
                  <a:pt x="1" y="27"/>
                </a:lnTo>
                <a:lnTo>
                  <a:pt x="0" y="30"/>
                </a:lnTo>
                <a:cubicBezTo>
                  <a:pt x="2" y="31"/>
                  <a:pt x="4" y="32"/>
                  <a:pt x="7" y="34"/>
                </a:cubicBezTo>
                <a:cubicBezTo>
                  <a:pt x="9" y="36"/>
                  <a:pt x="11" y="37"/>
                  <a:pt x="13" y="39"/>
                </a:cubicBezTo>
                <a:lnTo>
                  <a:pt x="14" y="37"/>
                </a:lnTo>
                <a:lnTo>
                  <a:pt x="12" y="34"/>
                </a:lnTo>
                <a:cubicBezTo>
                  <a:pt x="13" y="32"/>
                  <a:pt x="14" y="28"/>
                  <a:pt x="17" y="26"/>
                </a:cubicBezTo>
                <a:lnTo>
                  <a:pt x="18" y="24"/>
                </a:lnTo>
                <a:lnTo>
                  <a:pt x="20" y="25"/>
                </a:lnTo>
                <a:cubicBezTo>
                  <a:pt x="21" y="30"/>
                  <a:pt x="21" y="39"/>
                  <a:pt x="22" y="45"/>
                </a:cubicBezTo>
                <a:cubicBezTo>
                  <a:pt x="24" y="46"/>
                  <a:pt x="28" y="50"/>
                  <a:pt x="31" y="51"/>
                </a:cubicBezTo>
                <a:lnTo>
                  <a:pt x="32" y="50"/>
                </a:lnTo>
                <a:lnTo>
                  <a:pt x="32" y="49"/>
                </a:lnTo>
                <a:cubicBezTo>
                  <a:pt x="31" y="44"/>
                  <a:pt x="30" y="32"/>
                  <a:pt x="28" y="28"/>
                </a:cubicBezTo>
                <a:cubicBezTo>
                  <a:pt x="33" y="31"/>
                  <a:pt x="39" y="30"/>
                  <a:pt x="41" y="25"/>
                </a:cubicBezTo>
                <a:cubicBezTo>
                  <a:pt x="43" y="21"/>
                  <a:pt x="43" y="17"/>
                  <a:pt x="35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6"/>
          <p:cNvSpPr/>
          <p:nvPr/>
        </p:nvSpPr>
        <p:spPr>
          <a:xfrm>
            <a:off x="8824320" y="5497920"/>
            <a:ext cx="13320" cy="15840"/>
          </a:xfrm>
          <a:custGeom>
            <a:rect b="b" l="l" r="r" t="t"/>
            <a:pathLst>
              <a:path extrusionOk="0" h="44" w="37">
                <a:moveTo>
                  <a:pt x="26" y="18"/>
                </a:moveTo>
                <a:lnTo>
                  <a:pt x="20" y="14"/>
                </a:lnTo>
                <a:lnTo>
                  <a:pt x="29" y="5"/>
                </a:lnTo>
                <a:lnTo>
                  <a:pt x="26" y="18"/>
                </a:lnTo>
                <a:moveTo>
                  <a:pt x="36" y="4"/>
                </a:moveTo>
                <a:lnTo>
                  <a:pt x="34" y="1"/>
                </a:lnTo>
                <a:cubicBezTo>
                  <a:pt x="32" y="0"/>
                  <a:pt x="29" y="0"/>
                  <a:pt x="26" y="0"/>
                </a:cubicBezTo>
                <a:cubicBezTo>
                  <a:pt x="20" y="7"/>
                  <a:pt x="10" y="19"/>
                  <a:pt x="3" y="23"/>
                </a:cubicBezTo>
                <a:lnTo>
                  <a:pt x="1" y="23"/>
                </a:lnTo>
                <a:lnTo>
                  <a:pt x="0" y="25"/>
                </a:lnTo>
                <a:cubicBezTo>
                  <a:pt x="1" y="25"/>
                  <a:pt x="3" y="26"/>
                  <a:pt x="4" y="27"/>
                </a:cubicBezTo>
                <a:cubicBezTo>
                  <a:pt x="7" y="27"/>
                  <a:pt x="10" y="28"/>
                  <a:pt x="12" y="30"/>
                </a:cubicBezTo>
                <a:lnTo>
                  <a:pt x="12" y="27"/>
                </a:lnTo>
                <a:lnTo>
                  <a:pt x="10" y="26"/>
                </a:lnTo>
                <a:lnTo>
                  <a:pt x="17" y="18"/>
                </a:lnTo>
                <a:lnTo>
                  <a:pt x="26" y="23"/>
                </a:lnTo>
                <a:cubicBezTo>
                  <a:pt x="26" y="25"/>
                  <a:pt x="25" y="30"/>
                  <a:pt x="25" y="34"/>
                </a:cubicBezTo>
                <a:lnTo>
                  <a:pt x="22" y="33"/>
                </a:lnTo>
                <a:lnTo>
                  <a:pt x="21" y="36"/>
                </a:lnTo>
                <a:cubicBezTo>
                  <a:pt x="24" y="37"/>
                  <a:pt x="26" y="38"/>
                  <a:pt x="29" y="39"/>
                </a:cubicBezTo>
                <a:cubicBezTo>
                  <a:pt x="31" y="40"/>
                  <a:pt x="33" y="41"/>
                  <a:pt x="35" y="43"/>
                </a:cubicBezTo>
                <a:lnTo>
                  <a:pt x="36" y="40"/>
                </a:lnTo>
                <a:lnTo>
                  <a:pt x="34" y="38"/>
                </a:lnTo>
                <a:cubicBezTo>
                  <a:pt x="34" y="36"/>
                  <a:pt x="34" y="25"/>
                  <a:pt x="35" y="18"/>
                </a:cubicBezTo>
                <a:lnTo>
                  <a:pt x="36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6"/>
          <p:cNvSpPr/>
          <p:nvPr/>
        </p:nvSpPr>
        <p:spPr>
          <a:xfrm>
            <a:off x="8862120" y="5498280"/>
            <a:ext cx="10440" cy="14400"/>
          </a:xfrm>
          <a:custGeom>
            <a:rect b="b" l="l" r="r" t="t"/>
            <a:pathLst>
              <a:path extrusionOk="0" h="40" w="29">
                <a:moveTo>
                  <a:pt x="23" y="32"/>
                </a:moveTo>
                <a:cubicBezTo>
                  <a:pt x="22" y="28"/>
                  <a:pt x="21" y="26"/>
                  <a:pt x="19" y="23"/>
                </a:cubicBezTo>
                <a:lnTo>
                  <a:pt x="15" y="13"/>
                </a:lnTo>
                <a:cubicBezTo>
                  <a:pt x="14" y="8"/>
                  <a:pt x="13" y="6"/>
                  <a:pt x="12" y="4"/>
                </a:cubicBezTo>
                <a:lnTo>
                  <a:pt x="14" y="1"/>
                </a:lnTo>
                <a:lnTo>
                  <a:pt x="14" y="0"/>
                </a:lnTo>
                <a:cubicBezTo>
                  <a:pt x="11" y="0"/>
                  <a:pt x="9" y="1"/>
                  <a:pt x="7" y="2"/>
                </a:cubicBezTo>
                <a:cubicBezTo>
                  <a:pt x="4" y="4"/>
                  <a:pt x="2" y="5"/>
                  <a:pt x="0" y="6"/>
                </a:cubicBezTo>
                <a:lnTo>
                  <a:pt x="0" y="8"/>
                </a:lnTo>
                <a:lnTo>
                  <a:pt x="3" y="7"/>
                </a:lnTo>
                <a:cubicBezTo>
                  <a:pt x="4" y="9"/>
                  <a:pt x="7" y="13"/>
                  <a:pt x="8" y="18"/>
                </a:cubicBezTo>
                <a:lnTo>
                  <a:pt x="11" y="26"/>
                </a:lnTo>
                <a:cubicBezTo>
                  <a:pt x="13" y="30"/>
                  <a:pt x="14" y="33"/>
                  <a:pt x="14" y="36"/>
                </a:cubicBezTo>
                <a:lnTo>
                  <a:pt x="12" y="38"/>
                </a:lnTo>
                <a:lnTo>
                  <a:pt x="13" y="39"/>
                </a:lnTo>
                <a:cubicBezTo>
                  <a:pt x="15" y="38"/>
                  <a:pt x="18" y="37"/>
                  <a:pt x="20" y="36"/>
                </a:cubicBezTo>
                <a:cubicBezTo>
                  <a:pt x="22" y="34"/>
                  <a:pt x="24" y="34"/>
                  <a:pt x="28" y="33"/>
                </a:cubicBezTo>
                <a:lnTo>
                  <a:pt x="25" y="31"/>
                </a:lnTo>
                <a:lnTo>
                  <a:pt x="23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"/>
          <p:cNvSpPr/>
          <p:nvPr/>
        </p:nvSpPr>
        <p:spPr>
          <a:xfrm>
            <a:off x="8874360" y="5486040"/>
            <a:ext cx="19800" cy="20160"/>
          </a:xfrm>
          <a:custGeom>
            <a:rect b="b" l="l" r="r" t="t"/>
            <a:pathLst>
              <a:path extrusionOk="0" h="56" w="55">
                <a:moveTo>
                  <a:pt x="50" y="30"/>
                </a:moveTo>
                <a:cubicBezTo>
                  <a:pt x="49" y="26"/>
                  <a:pt x="46" y="24"/>
                  <a:pt x="45" y="21"/>
                </a:cubicBezTo>
                <a:lnTo>
                  <a:pt x="41" y="12"/>
                </a:lnTo>
                <a:cubicBezTo>
                  <a:pt x="39" y="8"/>
                  <a:pt x="37" y="6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5" y="0"/>
                  <a:pt x="32" y="2"/>
                  <a:pt x="30" y="4"/>
                </a:cubicBezTo>
                <a:cubicBezTo>
                  <a:pt x="29" y="5"/>
                  <a:pt x="26" y="6"/>
                  <a:pt x="24" y="7"/>
                </a:cubicBezTo>
                <a:cubicBezTo>
                  <a:pt x="25" y="12"/>
                  <a:pt x="29" y="30"/>
                  <a:pt x="30" y="33"/>
                </a:cubicBezTo>
                <a:cubicBezTo>
                  <a:pt x="26" y="30"/>
                  <a:pt x="14" y="19"/>
                  <a:pt x="11" y="15"/>
                </a:cubicBezTo>
                <a:cubicBezTo>
                  <a:pt x="9" y="17"/>
                  <a:pt x="7" y="18"/>
                  <a:pt x="6" y="20"/>
                </a:cubicBezTo>
                <a:cubicBezTo>
                  <a:pt x="3" y="21"/>
                  <a:pt x="1" y="21"/>
                  <a:pt x="0" y="24"/>
                </a:cubicBezTo>
                <a:lnTo>
                  <a:pt x="0" y="25"/>
                </a:lnTo>
                <a:lnTo>
                  <a:pt x="3" y="24"/>
                </a:lnTo>
                <a:lnTo>
                  <a:pt x="6" y="28"/>
                </a:lnTo>
                <a:cubicBezTo>
                  <a:pt x="8" y="32"/>
                  <a:pt x="15" y="46"/>
                  <a:pt x="17" y="50"/>
                </a:cubicBezTo>
                <a:lnTo>
                  <a:pt x="14" y="52"/>
                </a:lnTo>
                <a:lnTo>
                  <a:pt x="15" y="55"/>
                </a:lnTo>
                <a:cubicBezTo>
                  <a:pt x="18" y="55"/>
                  <a:pt x="19" y="52"/>
                  <a:pt x="20" y="51"/>
                </a:cubicBezTo>
                <a:cubicBezTo>
                  <a:pt x="22" y="50"/>
                  <a:pt x="23" y="49"/>
                  <a:pt x="25" y="47"/>
                </a:cubicBezTo>
                <a:lnTo>
                  <a:pt x="24" y="46"/>
                </a:lnTo>
                <a:lnTo>
                  <a:pt x="22" y="46"/>
                </a:lnTo>
                <a:cubicBezTo>
                  <a:pt x="20" y="44"/>
                  <a:pt x="19" y="41"/>
                  <a:pt x="17" y="39"/>
                </a:cubicBezTo>
                <a:lnTo>
                  <a:pt x="13" y="33"/>
                </a:lnTo>
                <a:cubicBezTo>
                  <a:pt x="11" y="30"/>
                  <a:pt x="10" y="26"/>
                  <a:pt x="9" y="25"/>
                </a:cubicBezTo>
                <a:cubicBezTo>
                  <a:pt x="21" y="36"/>
                  <a:pt x="28" y="41"/>
                  <a:pt x="31" y="44"/>
                </a:cubicBezTo>
                <a:lnTo>
                  <a:pt x="36" y="41"/>
                </a:lnTo>
                <a:lnTo>
                  <a:pt x="30" y="12"/>
                </a:lnTo>
                <a:cubicBezTo>
                  <a:pt x="30" y="13"/>
                  <a:pt x="32" y="15"/>
                  <a:pt x="35" y="20"/>
                </a:cubicBezTo>
                <a:lnTo>
                  <a:pt x="39" y="25"/>
                </a:lnTo>
                <a:cubicBezTo>
                  <a:pt x="40" y="28"/>
                  <a:pt x="42" y="31"/>
                  <a:pt x="43" y="33"/>
                </a:cubicBezTo>
                <a:lnTo>
                  <a:pt x="41" y="36"/>
                </a:lnTo>
                <a:lnTo>
                  <a:pt x="42" y="38"/>
                </a:lnTo>
                <a:cubicBezTo>
                  <a:pt x="43" y="37"/>
                  <a:pt x="45" y="34"/>
                  <a:pt x="47" y="33"/>
                </a:cubicBezTo>
                <a:cubicBezTo>
                  <a:pt x="50" y="32"/>
                  <a:pt x="53" y="31"/>
                  <a:pt x="54" y="30"/>
                </a:cubicBezTo>
                <a:lnTo>
                  <a:pt x="53" y="27"/>
                </a:lnTo>
                <a:lnTo>
                  <a:pt x="50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8892720" y="547488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3"/>
                  <a:pt x="26" y="31"/>
                  <a:pt x="24" y="28"/>
                </a:cubicBezTo>
                <a:lnTo>
                  <a:pt x="20" y="22"/>
                </a:lnTo>
                <a:cubicBezTo>
                  <a:pt x="17" y="20"/>
                  <a:pt x="14" y="16"/>
                  <a:pt x="13" y="14"/>
                </a:cubicBezTo>
                <a:cubicBezTo>
                  <a:pt x="13" y="13"/>
                  <a:pt x="14" y="12"/>
                  <a:pt x="15" y="12"/>
                </a:cubicBezTo>
                <a:cubicBezTo>
                  <a:pt x="20" y="8"/>
                  <a:pt x="23" y="8"/>
                  <a:pt x="25" y="12"/>
                </a:cubicBezTo>
                <a:cubicBezTo>
                  <a:pt x="28" y="14"/>
                  <a:pt x="28" y="18"/>
                  <a:pt x="24" y="20"/>
                </a:cubicBezTo>
                <a:cubicBezTo>
                  <a:pt x="24" y="21"/>
                  <a:pt x="23" y="21"/>
                  <a:pt x="23" y="22"/>
                </a:cubicBezTo>
                <a:lnTo>
                  <a:pt x="24" y="27"/>
                </a:lnTo>
                <a:cubicBezTo>
                  <a:pt x="25" y="26"/>
                  <a:pt x="28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5" y="6"/>
                  <a:pt x="13" y="7"/>
                  <a:pt x="11" y="9"/>
                </a:cubicBezTo>
                <a:cubicBezTo>
                  <a:pt x="9" y="10"/>
                  <a:pt x="8" y="13"/>
                  <a:pt x="6" y="14"/>
                </a:cubicBezTo>
                <a:cubicBezTo>
                  <a:pt x="4" y="15"/>
                  <a:pt x="2" y="16"/>
                  <a:pt x="0" y="19"/>
                </a:cubicBezTo>
                <a:lnTo>
                  <a:pt x="2" y="20"/>
                </a:lnTo>
                <a:lnTo>
                  <a:pt x="4" y="19"/>
                </a:lnTo>
                <a:cubicBezTo>
                  <a:pt x="7" y="21"/>
                  <a:pt x="8" y="24"/>
                  <a:pt x="11" y="26"/>
                </a:cubicBezTo>
                <a:lnTo>
                  <a:pt x="17" y="34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6" y="44"/>
                  <a:pt x="28" y="41"/>
                </a:cubicBezTo>
                <a:cubicBezTo>
                  <a:pt x="30" y="40"/>
                  <a:pt x="32" y="38"/>
                  <a:pt x="35" y="34"/>
                </a:cubicBezTo>
                <a:lnTo>
                  <a:pt x="34" y="33"/>
                </a:lnTo>
                <a:lnTo>
                  <a:pt x="3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8909280" y="5463360"/>
            <a:ext cx="15120" cy="16200"/>
          </a:xfrm>
          <a:custGeom>
            <a:rect b="b" l="l" r="r" t="t"/>
            <a:pathLst>
              <a:path extrusionOk="0" h="45" w="42">
                <a:moveTo>
                  <a:pt x="12" y="23"/>
                </a:moveTo>
                <a:lnTo>
                  <a:pt x="7" y="9"/>
                </a:lnTo>
                <a:lnTo>
                  <a:pt x="18" y="15"/>
                </a:lnTo>
                <a:lnTo>
                  <a:pt x="12" y="23"/>
                </a:lnTo>
                <a:moveTo>
                  <a:pt x="37" y="15"/>
                </a:moveTo>
                <a:cubicBezTo>
                  <a:pt x="34" y="14"/>
                  <a:pt x="26" y="11"/>
                  <a:pt x="20" y="7"/>
                </a:cubicBezTo>
                <a:lnTo>
                  <a:pt x="8" y="0"/>
                </a:lnTo>
                <a:lnTo>
                  <a:pt x="6" y="1"/>
                </a:lnTo>
                <a:cubicBezTo>
                  <a:pt x="4" y="5"/>
                  <a:pt x="2" y="7"/>
                  <a:pt x="0" y="9"/>
                </a:cubicBezTo>
                <a:cubicBezTo>
                  <a:pt x="6" y="19"/>
                  <a:pt x="12" y="33"/>
                  <a:pt x="14" y="40"/>
                </a:cubicBezTo>
                <a:lnTo>
                  <a:pt x="13" y="43"/>
                </a:lnTo>
                <a:lnTo>
                  <a:pt x="14" y="44"/>
                </a:lnTo>
                <a:cubicBezTo>
                  <a:pt x="15" y="43"/>
                  <a:pt x="17" y="40"/>
                  <a:pt x="19" y="40"/>
                </a:cubicBezTo>
                <a:cubicBezTo>
                  <a:pt x="20" y="38"/>
                  <a:pt x="21" y="37"/>
                  <a:pt x="23" y="36"/>
                </a:cubicBezTo>
                <a:lnTo>
                  <a:pt x="21" y="33"/>
                </a:lnTo>
                <a:lnTo>
                  <a:pt x="19" y="36"/>
                </a:lnTo>
                <a:lnTo>
                  <a:pt x="14" y="26"/>
                </a:lnTo>
                <a:lnTo>
                  <a:pt x="21" y="18"/>
                </a:lnTo>
                <a:cubicBezTo>
                  <a:pt x="24" y="19"/>
                  <a:pt x="28" y="21"/>
                  <a:pt x="31" y="23"/>
                </a:cubicBezTo>
                <a:lnTo>
                  <a:pt x="29" y="25"/>
                </a:lnTo>
                <a:lnTo>
                  <a:pt x="31" y="27"/>
                </a:lnTo>
                <a:cubicBezTo>
                  <a:pt x="32" y="25"/>
                  <a:pt x="34" y="23"/>
                  <a:pt x="35" y="20"/>
                </a:cubicBezTo>
                <a:cubicBezTo>
                  <a:pt x="37" y="19"/>
                  <a:pt x="39" y="17"/>
                  <a:pt x="41" y="15"/>
                </a:cubicBezTo>
                <a:lnTo>
                  <a:pt x="40" y="13"/>
                </a:lnTo>
                <a:lnTo>
                  <a:pt x="37" y="1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"/>
          <p:cNvSpPr/>
          <p:nvPr/>
        </p:nvSpPr>
        <p:spPr>
          <a:xfrm>
            <a:off x="8919000" y="5445720"/>
            <a:ext cx="18000" cy="17280"/>
          </a:xfrm>
          <a:custGeom>
            <a:rect b="b" l="l" r="r" t="t"/>
            <a:pathLst>
              <a:path extrusionOk="0" h="48" w="50">
                <a:moveTo>
                  <a:pt x="21" y="21"/>
                </a:moveTo>
                <a:cubicBezTo>
                  <a:pt x="20" y="21"/>
                  <a:pt x="19" y="23"/>
                  <a:pt x="19" y="23"/>
                </a:cubicBezTo>
                <a:lnTo>
                  <a:pt x="17" y="21"/>
                </a:lnTo>
                <a:cubicBezTo>
                  <a:pt x="14" y="20"/>
                  <a:pt x="12" y="18"/>
                  <a:pt x="11" y="17"/>
                </a:cubicBezTo>
                <a:cubicBezTo>
                  <a:pt x="12" y="15"/>
                  <a:pt x="12" y="14"/>
                  <a:pt x="13" y="13"/>
                </a:cubicBezTo>
                <a:cubicBezTo>
                  <a:pt x="17" y="10"/>
                  <a:pt x="19" y="10"/>
                  <a:pt x="21" y="11"/>
                </a:cubicBezTo>
                <a:cubicBezTo>
                  <a:pt x="24" y="13"/>
                  <a:pt x="23" y="17"/>
                  <a:pt x="21" y="21"/>
                </a:cubicBezTo>
                <a:moveTo>
                  <a:pt x="46" y="14"/>
                </a:moveTo>
                <a:cubicBezTo>
                  <a:pt x="44" y="15"/>
                  <a:pt x="31" y="15"/>
                  <a:pt x="28" y="15"/>
                </a:cubicBezTo>
                <a:cubicBezTo>
                  <a:pt x="30" y="11"/>
                  <a:pt x="30" y="6"/>
                  <a:pt x="25" y="2"/>
                </a:cubicBezTo>
                <a:cubicBezTo>
                  <a:pt x="22" y="0"/>
                  <a:pt x="18" y="0"/>
                  <a:pt x="12" y="7"/>
                </a:cubicBezTo>
                <a:cubicBezTo>
                  <a:pt x="11" y="10"/>
                  <a:pt x="10" y="12"/>
                  <a:pt x="8" y="13"/>
                </a:cubicBezTo>
                <a:cubicBezTo>
                  <a:pt x="7" y="15"/>
                  <a:pt x="6" y="18"/>
                  <a:pt x="4" y="19"/>
                </a:cubicBezTo>
                <a:cubicBezTo>
                  <a:pt x="2" y="21"/>
                  <a:pt x="1" y="23"/>
                  <a:pt x="0" y="24"/>
                </a:cubicBezTo>
                <a:lnTo>
                  <a:pt x="2" y="26"/>
                </a:lnTo>
                <a:lnTo>
                  <a:pt x="4" y="24"/>
                </a:lnTo>
                <a:cubicBezTo>
                  <a:pt x="7" y="25"/>
                  <a:pt x="9" y="27"/>
                  <a:pt x="12" y="31"/>
                </a:cubicBezTo>
                <a:lnTo>
                  <a:pt x="19" y="37"/>
                </a:lnTo>
                <a:cubicBezTo>
                  <a:pt x="22" y="39"/>
                  <a:pt x="24" y="40"/>
                  <a:pt x="26" y="43"/>
                </a:cubicBezTo>
                <a:lnTo>
                  <a:pt x="24" y="45"/>
                </a:lnTo>
                <a:lnTo>
                  <a:pt x="26" y="47"/>
                </a:lnTo>
                <a:cubicBezTo>
                  <a:pt x="28" y="45"/>
                  <a:pt x="29" y="43"/>
                  <a:pt x="31" y="40"/>
                </a:cubicBezTo>
                <a:cubicBezTo>
                  <a:pt x="32" y="38"/>
                  <a:pt x="34" y="36"/>
                  <a:pt x="35" y="34"/>
                </a:cubicBezTo>
                <a:lnTo>
                  <a:pt x="34" y="32"/>
                </a:lnTo>
                <a:lnTo>
                  <a:pt x="32" y="34"/>
                </a:lnTo>
                <a:cubicBezTo>
                  <a:pt x="29" y="33"/>
                  <a:pt x="26" y="32"/>
                  <a:pt x="24" y="30"/>
                </a:cubicBezTo>
                <a:lnTo>
                  <a:pt x="22" y="26"/>
                </a:lnTo>
                <a:lnTo>
                  <a:pt x="23" y="24"/>
                </a:lnTo>
                <a:cubicBezTo>
                  <a:pt x="29" y="24"/>
                  <a:pt x="36" y="24"/>
                  <a:pt x="43" y="24"/>
                </a:cubicBezTo>
                <a:cubicBezTo>
                  <a:pt x="45" y="21"/>
                  <a:pt x="47" y="18"/>
                  <a:pt x="49" y="15"/>
                </a:cubicBezTo>
                <a:lnTo>
                  <a:pt x="47" y="14"/>
                </a:lnTo>
                <a:lnTo>
                  <a:pt x="4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"/>
          <p:cNvSpPr/>
          <p:nvPr/>
        </p:nvSpPr>
        <p:spPr>
          <a:xfrm>
            <a:off x="8931600" y="5426280"/>
            <a:ext cx="16200" cy="18000"/>
          </a:xfrm>
          <a:custGeom>
            <a:rect b="b" l="l" r="r" t="t"/>
            <a:pathLst>
              <a:path extrusionOk="0" h="50" w="45">
                <a:moveTo>
                  <a:pt x="33" y="31"/>
                </a:moveTo>
                <a:cubicBezTo>
                  <a:pt x="29" y="35"/>
                  <a:pt x="23" y="37"/>
                  <a:pt x="17" y="33"/>
                </a:cubicBezTo>
                <a:cubicBezTo>
                  <a:pt x="11" y="28"/>
                  <a:pt x="7" y="22"/>
                  <a:pt x="11" y="17"/>
                </a:cubicBezTo>
                <a:cubicBezTo>
                  <a:pt x="14" y="11"/>
                  <a:pt x="21" y="11"/>
                  <a:pt x="27" y="14"/>
                </a:cubicBezTo>
                <a:cubicBezTo>
                  <a:pt x="33" y="18"/>
                  <a:pt x="36" y="25"/>
                  <a:pt x="33" y="31"/>
                </a:cubicBezTo>
                <a:moveTo>
                  <a:pt x="32" y="6"/>
                </a:moveTo>
                <a:cubicBezTo>
                  <a:pt x="22" y="0"/>
                  <a:pt x="13" y="3"/>
                  <a:pt x="7" y="14"/>
                </a:cubicBezTo>
                <a:cubicBezTo>
                  <a:pt x="0" y="25"/>
                  <a:pt x="3" y="35"/>
                  <a:pt x="12" y="43"/>
                </a:cubicBezTo>
                <a:cubicBezTo>
                  <a:pt x="22" y="49"/>
                  <a:pt x="30" y="45"/>
                  <a:pt x="36" y="33"/>
                </a:cubicBezTo>
                <a:cubicBezTo>
                  <a:pt x="44" y="21"/>
                  <a:pt x="39" y="11"/>
                  <a:pt x="32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6"/>
          <p:cNvSpPr/>
          <p:nvPr/>
        </p:nvSpPr>
        <p:spPr>
          <a:xfrm>
            <a:off x="8848080" y="5507280"/>
            <a:ext cx="5760" cy="6480"/>
          </a:xfrm>
          <a:custGeom>
            <a:rect b="b" l="l" r="r" t="t"/>
            <a:pathLst>
              <a:path extrusionOk="0" h="18" w="16">
                <a:moveTo>
                  <a:pt x="9" y="0"/>
                </a:moveTo>
                <a:cubicBezTo>
                  <a:pt x="3" y="0"/>
                  <a:pt x="0" y="4"/>
                  <a:pt x="0" y="8"/>
                </a:cubicBezTo>
                <a:cubicBezTo>
                  <a:pt x="0" y="13"/>
                  <a:pt x="3" y="17"/>
                  <a:pt x="9" y="17"/>
                </a:cubicBezTo>
                <a:cubicBezTo>
                  <a:pt x="12" y="17"/>
                  <a:pt x="15" y="13"/>
                  <a:pt x="15" y="8"/>
                </a:cubicBezTo>
                <a:cubicBezTo>
                  <a:pt x="15" y="4"/>
                  <a:pt x="12" y="0"/>
                  <a:pt x="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6"/>
          <p:cNvSpPr/>
          <p:nvPr/>
        </p:nvSpPr>
        <p:spPr>
          <a:xfrm>
            <a:off x="8751240" y="54122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6"/>
          <p:cNvSpPr/>
          <p:nvPr/>
        </p:nvSpPr>
        <p:spPr>
          <a:xfrm>
            <a:off x="8945280" y="5412240"/>
            <a:ext cx="6480" cy="6840"/>
          </a:xfrm>
          <a:custGeom>
            <a:rect b="b" l="l" r="r" t="t"/>
            <a:pathLst>
              <a:path extrusionOk="0" h="19" w="18">
                <a:moveTo>
                  <a:pt x="8" y="18"/>
                </a:moveTo>
                <a:cubicBezTo>
                  <a:pt x="13" y="18"/>
                  <a:pt x="17" y="14"/>
                  <a:pt x="17" y="9"/>
                </a:cubicBezTo>
                <a:cubicBezTo>
                  <a:pt x="17" y="4"/>
                  <a:pt x="13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8757360" y="5231520"/>
            <a:ext cx="187200" cy="257760"/>
          </a:xfrm>
          <a:custGeom>
            <a:rect b="b" l="l" r="r" t="t"/>
            <a:pathLst>
              <a:path extrusionOk="0" h="716" w="520">
                <a:moveTo>
                  <a:pt x="508" y="287"/>
                </a:moveTo>
                <a:cubicBezTo>
                  <a:pt x="508" y="332"/>
                  <a:pt x="502" y="378"/>
                  <a:pt x="489" y="423"/>
                </a:cubicBezTo>
                <a:lnTo>
                  <a:pt x="488" y="427"/>
                </a:lnTo>
                <a:cubicBezTo>
                  <a:pt x="488" y="427"/>
                  <a:pt x="488" y="429"/>
                  <a:pt x="487" y="430"/>
                </a:cubicBezTo>
                <a:cubicBezTo>
                  <a:pt x="461" y="405"/>
                  <a:pt x="267" y="216"/>
                  <a:pt x="260" y="209"/>
                </a:cubicBezTo>
                <a:cubicBezTo>
                  <a:pt x="259" y="210"/>
                  <a:pt x="258" y="210"/>
                  <a:pt x="257" y="212"/>
                </a:cubicBezTo>
                <a:cubicBezTo>
                  <a:pt x="256" y="212"/>
                  <a:pt x="256" y="213"/>
                  <a:pt x="255" y="215"/>
                </a:cubicBezTo>
                <a:cubicBezTo>
                  <a:pt x="224" y="243"/>
                  <a:pt x="75" y="389"/>
                  <a:pt x="31" y="430"/>
                </a:cubicBezTo>
                <a:cubicBezTo>
                  <a:pt x="31" y="429"/>
                  <a:pt x="30" y="427"/>
                  <a:pt x="30" y="427"/>
                </a:cubicBezTo>
                <a:lnTo>
                  <a:pt x="30" y="423"/>
                </a:lnTo>
                <a:cubicBezTo>
                  <a:pt x="17" y="378"/>
                  <a:pt x="11" y="333"/>
                  <a:pt x="11" y="287"/>
                </a:cubicBezTo>
                <a:cubicBezTo>
                  <a:pt x="11" y="287"/>
                  <a:pt x="11" y="23"/>
                  <a:pt x="11" y="12"/>
                </a:cubicBezTo>
                <a:cubicBezTo>
                  <a:pt x="31" y="12"/>
                  <a:pt x="487" y="12"/>
                  <a:pt x="508" y="12"/>
                </a:cubicBezTo>
                <a:cubicBezTo>
                  <a:pt x="508" y="33"/>
                  <a:pt x="508" y="287"/>
                  <a:pt x="508" y="287"/>
                </a:cubicBezTo>
                <a:moveTo>
                  <a:pt x="454" y="514"/>
                </a:moveTo>
                <a:lnTo>
                  <a:pt x="451" y="522"/>
                </a:lnTo>
                <a:cubicBezTo>
                  <a:pt x="407" y="607"/>
                  <a:pt x="338" y="671"/>
                  <a:pt x="260" y="702"/>
                </a:cubicBezTo>
                <a:cubicBezTo>
                  <a:pt x="181" y="671"/>
                  <a:pt x="112" y="607"/>
                  <a:pt x="67" y="522"/>
                </a:cubicBezTo>
                <a:lnTo>
                  <a:pt x="64" y="514"/>
                </a:lnTo>
                <a:lnTo>
                  <a:pt x="63" y="511"/>
                </a:lnTo>
                <a:cubicBezTo>
                  <a:pt x="62" y="510"/>
                  <a:pt x="62" y="509"/>
                  <a:pt x="62" y="509"/>
                </a:cubicBezTo>
                <a:lnTo>
                  <a:pt x="216" y="358"/>
                </a:lnTo>
                <a:cubicBezTo>
                  <a:pt x="243" y="334"/>
                  <a:pt x="260" y="316"/>
                  <a:pt x="260" y="316"/>
                </a:cubicBezTo>
                <a:lnTo>
                  <a:pt x="457" y="509"/>
                </a:lnTo>
                <a:cubicBezTo>
                  <a:pt x="457" y="509"/>
                  <a:pt x="456" y="510"/>
                  <a:pt x="456" y="511"/>
                </a:cubicBezTo>
                <a:lnTo>
                  <a:pt x="454" y="514"/>
                </a:lnTo>
                <a:moveTo>
                  <a:pt x="519" y="0"/>
                </a:moveTo>
                <a:lnTo>
                  <a:pt x="0" y="0"/>
                </a:lnTo>
                <a:lnTo>
                  <a:pt x="0" y="287"/>
                </a:lnTo>
                <a:cubicBezTo>
                  <a:pt x="0" y="334"/>
                  <a:pt x="7" y="381"/>
                  <a:pt x="19" y="427"/>
                </a:cubicBezTo>
                <a:lnTo>
                  <a:pt x="20" y="430"/>
                </a:lnTo>
                <a:lnTo>
                  <a:pt x="22" y="440"/>
                </a:lnTo>
                <a:lnTo>
                  <a:pt x="22" y="439"/>
                </a:lnTo>
                <a:cubicBezTo>
                  <a:pt x="31" y="466"/>
                  <a:pt x="41" y="492"/>
                  <a:pt x="53" y="516"/>
                </a:cubicBezTo>
                <a:lnTo>
                  <a:pt x="55" y="520"/>
                </a:lnTo>
                <a:lnTo>
                  <a:pt x="58" y="527"/>
                </a:lnTo>
                <a:cubicBezTo>
                  <a:pt x="105" y="615"/>
                  <a:pt x="175" y="682"/>
                  <a:pt x="258" y="715"/>
                </a:cubicBezTo>
                <a:lnTo>
                  <a:pt x="260" y="715"/>
                </a:lnTo>
                <a:lnTo>
                  <a:pt x="262" y="715"/>
                </a:lnTo>
                <a:cubicBezTo>
                  <a:pt x="344" y="682"/>
                  <a:pt x="414" y="615"/>
                  <a:pt x="461" y="527"/>
                </a:cubicBezTo>
                <a:lnTo>
                  <a:pt x="464" y="520"/>
                </a:lnTo>
                <a:lnTo>
                  <a:pt x="466" y="516"/>
                </a:lnTo>
                <a:cubicBezTo>
                  <a:pt x="478" y="492"/>
                  <a:pt x="488" y="466"/>
                  <a:pt x="496" y="439"/>
                </a:cubicBezTo>
                <a:lnTo>
                  <a:pt x="496" y="440"/>
                </a:lnTo>
                <a:lnTo>
                  <a:pt x="499" y="430"/>
                </a:lnTo>
                <a:lnTo>
                  <a:pt x="500" y="427"/>
                </a:lnTo>
                <a:cubicBezTo>
                  <a:pt x="513" y="381"/>
                  <a:pt x="519" y="334"/>
                  <a:pt x="519" y="287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6"/>
          <p:cNvSpPr/>
          <p:nvPr/>
        </p:nvSpPr>
        <p:spPr>
          <a:xfrm>
            <a:off x="8808480" y="5370480"/>
            <a:ext cx="79560" cy="102600"/>
          </a:xfrm>
          <a:custGeom>
            <a:rect b="b" l="l" r="r" t="t"/>
            <a:pathLst>
              <a:path extrusionOk="0" h="285" w="221">
                <a:moveTo>
                  <a:pt x="220" y="110"/>
                </a:moveTo>
                <a:lnTo>
                  <a:pt x="204" y="110"/>
                </a:lnTo>
                <a:lnTo>
                  <a:pt x="196" y="124"/>
                </a:lnTo>
                <a:lnTo>
                  <a:pt x="189" y="110"/>
                </a:lnTo>
                <a:lnTo>
                  <a:pt x="172" y="110"/>
                </a:lnTo>
                <a:lnTo>
                  <a:pt x="181" y="95"/>
                </a:lnTo>
                <a:lnTo>
                  <a:pt x="172" y="79"/>
                </a:lnTo>
                <a:lnTo>
                  <a:pt x="189" y="79"/>
                </a:lnTo>
                <a:lnTo>
                  <a:pt x="196" y="65"/>
                </a:lnTo>
                <a:lnTo>
                  <a:pt x="204" y="79"/>
                </a:lnTo>
                <a:lnTo>
                  <a:pt x="220" y="79"/>
                </a:lnTo>
                <a:lnTo>
                  <a:pt x="213" y="95"/>
                </a:lnTo>
                <a:lnTo>
                  <a:pt x="220" y="110"/>
                </a:lnTo>
                <a:moveTo>
                  <a:pt x="163" y="171"/>
                </a:moveTo>
                <a:lnTo>
                  <a:pt x="149" y="164"/>
                </a:lnTo>
                <a:lnTo>
                  <a:pt x="136" y="171"/>
                </a:lnTo>
                <a:lnTo>
                  <a:pt x="138" y="154"/>
                </a:lnTo>
                <a:lnTo>
                  <a:pt x="127" y="142"/>
                </a:lnTo>
                <a:lnTo>
                  <a:pt x="142" y="140"/>
                </a:lnTo>
                <a:lnTo>
                  <a:pt x="149" y="126"/>
                </a:lnTo>
                <a:lnTo>
                  <a:pt x="157" y="140"/>
                </a:lnTo>
                <a:lnTo>
                  <a:pt x="172" y="142"/>
                </a:lnTo>
                <a:lnTo>
                  <a:pt x="161" y="154"/>
                </a:lnTo>
                <a:lnTo>
                  <a:pt x="163" y="171"/>
                </a:lnTo>
                <a:moveTo>
                  <a:pt x="93" y="13"/>
                </a:moveTo>
                <a:lnTo>
                  <a:pt x="109" y="18"/>
                </a:lnTo>
                <a:lnTo>
                  <a:pt x="118" y="0"/>
                </a:lnTo>
                <a:lnTo>
                  <a:pt x="126" y="18"/>
                </a:lnTo>
                <a:lnTo>
                  <a:pt x="143" y="13"/>
                </a:lnTo>
                <a:lnTo>
                  <a:pt x="136" y="31"/>
                </a:lnTo>
                <a:lnTo>
                  <a:pt x="150" y="43"/>
                </a:lnTo>
                <a:lnTo>
                  <a:pt x="132" y="47"/>
                </a:lnTo>
                <a:lnTo>
                  <a:pt x="132" y="68"/>
                </a:lnTo>
                <a:lnTo>
                  <a:pt x="118" y="56"/>
                </a:lnTo>
                <a:lnTo>
                  <a:pt x="104" y="68"/>
                </a:lnTo>
                <a:lnTo>
                  <a:pt x="104" y="47"/>
                </a:lnTo>
                <a:lnTo>
                  <a:pt x="86" y="43"/>
                </a:lnTo>
                <a:lnTo>
                  <a:pt x="99" y="31"/>
                </a:lnTo>
                <a:lnTo>
                  <a:pt x="93" y="13"/>
                </a:lnTo>
                <a:moveTo>
                  <a:pt x="144" y="274"/>
                </a:moveTo>
                <a:lnTo>
                  <a:pt x="126" y="266"/>
                </a:lnTo>
                <a:lnTo>
                  <a:pt x="118" y="284"/>
                </a:lnTo>
                <a:lnTo>
                  <a:pt x="110" y="266"/>
                </a:lnTo>
                <a:lnTo>
                  <a:pt x="93" y="274"/>
                </a:lnTo>
                <a:lnTo>
                  <a:pt x="99" y="254"/>
                </a:lnTo>
                <a:lnTo>
                  <a:pt x="82" y="245"/>
                </a:lnTo>
                <a:lnTo>
                  <a:pt x="99" y="237"/>
                </a:lnTo>
                <a:lnTo>
                  <a:pt x="93" y="217"/>
                </a:lnTo>
                <a:lnTo>
                  <a:pt x="110" y="224"/>
                </a:lnTo>
                <a:lnTo>
                  <a:pt x="118" y="205"/>
                </a:lnTo>
                <a:lnTo>
                  <a:pt x="126" y="224"/>
                </a:lnTo>
                <a:lnTo>
                  <a:pt x="144" y="217"/>
                </a:lnTo>
                <a:lnTo>
                  <a:pt x="138" y="237"/>
                </a:lnTo>
                <a:lnTo>
                  <a:pt x="154" y="245"/>
                </a:lnTo>
                <a:lnTo>
                  <a:pt x="138" y="254"/>
                </a:lnTo>
                <a:lnTo>
                  <a:pt x="144" y="274"/>
                </a:lnTo>
                <a:moveTo>
                  <a:pt x="46" y="138"/>
                </a:moveTo>
                <a:lnTo>
                  <a:pt x="45" y="156"/>
                </a:lnTo>
                <a:lnTo>
                  <a:pt x="32" y="145"/>
                </a:lnTo>
                <a:lnTo>
                  <a:pt x="18" y="156"/>
                </a:lnTo>
                <a:lnTo>
                  <a:pt x="17" y="138"/>
                </a:lnTo>
                <a:lnTo>
                  <a:pt x="0" y="133"/>
                </a:lnTo>
                <a:lnTo>
                  <a:pt x="13" y="121"/>
                </a:lnTo>
                <a:lnTo>
                  <a:pt x="6" y="103"/>
                </a:lnTo>
                <a:lnTo>
                  <a:pt x="23" y="107"/>
                </a:lnTo>
                <a:lnTo>
                  <a:pt x="32" y="88"/>
                </a:lnTo>
                <a:lnTo>
                  <a:pt x="40" y="107"/>
                </a:lnTo>
                <a:lnTo>
                  <a:pt x="57" y="103"/>
                </a:lnTo>
                <a:lnTo>
                  <a:pt x="50" y="121"/>
                </a:lnTo>
                <a:lnTo>
                  <a:pt x="64" y="133"/>
                </a:lnTo>
                <a:lnTo>
                  <a:pt x="46" y="1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11" name="Google Shape;211;p16"/>
          <p:cNvSpPr/>
          <p:nvPr/>
        </p:nvSpPr>
        <p:spPr>
          <a:xfrm>
            <a:off x="8768880" y="5252400"/>
            <a:ext cx="68400" cy="57240"/>
          </a:xfrm>
          <a:custGeom>
            <a:rect b="b" l="l" r="r" t="t"/>
            <a:pathLst>
              <a:path extrusionOk="0" h="159" w="190">
                <a:moveTo>
                  <a:pt x="0" y="0"/>
                </a:moveTo>
                <a:lnTo>
                  <a:pt x="10" y="0"/>
                </a:lnTo>
                <a:lnTo>
                  <a:pt x="9" y="4"/>
                </a:lnTo>
                <a:lnTo>
                  <a:pt x="9" y="5"/>
                </a:lnTo>
                <a:lnTo>
                  <a:pt x="9" y="141"/>
                </a:lnTo>
                <a:cubicBezTo>
                  <a:pt x="22" y="141"/>
                  <a:pt x="84" y="141"/>
                  <a:pt x="87" y="141"/>
                </a:cubicBezTo>
                <a:cubicBezTo>
                  <a:pt x="88" y="143"/>
                  <a:pt x="90" y="143"/>
                  <a:pt x="94" y="143"/>
                </a:cubicBezTo>
                <a:cubicBezTo>
                  <a:pt x="98" y="143"/>
                  <a:pt x="99" y="143"/>
                  <a:pt x="101" y="141"/>
                </a:cubicBezTo>
                <a:cubicBezTo>
                  <a:pt x="105" y="141"/>
                  <a:pt x="173" y="141"/>
                  <a:pt x="179" y="141"/>
                </a:cubicBezTo>
                <a:lnTo>
                  <a:pt x="179" y="5"/>
                </a:lnTo>
                <a:lnTo>
                  <a:pt x="179" y="4"/>
                </a:lnTo>
                <a:lnTo>
                  <a:pt x="179" y="0"/>
                </a:lnTo>
                <a:lnTo>
                  <a:pt x="189" y="0"/>
                </a:lnTo>
                <a:lnTo>
                  <a:pt x="189" y="151"/>
                </a:lnTo>
                <a:cubicBezTo>
                  <a:pt x="189" y="151"/>
                  <a:pt x="108" y="151"/>
                  <a:pt x="105" y="151"/>
                </a:cubicBezTo>
                <a:cubicBezTo>
                  <a:pt x="104" y="155"/>
                  <a:pt x="99" y="158"/>
                  <a:pt x="94" y="158"/>
                </a:cubicBezTo>
                <a:cubicBezTo>
                  <a:pt x="88" y="158"/>
                  <a:pt x="85" y="155"/>
                  <a:pt x="84" y="151"/>
                </a:cubicBezTo>
                <a:cubicBezTo>
                  <a:pt x="80" y="151"/>
                  <a:pt x="0" y="151"/>
                  <a:pt x="0" y="151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6"/>
          <p:cNvSpPr/>
          <p:nvPr/>
        </p:nvSpPr>
        <p:spPr>
          <a:xfrm>
            <a:off x="877536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67" y="26"/>
                </a:moveTo>
                <a:cubicBezTo>
                  <a:pt x="64" y="25"/>
                  <a:pt x="61" y="24"/>
                  <a:pt x="55" y="24"/>
                </a:cubicBezTo>
                <a:cubicBezTo>
                  <a:pt x="49" y="24"/>
                  <a:pt x="40" y="26"/>
                  <a:pt x="32" y="30"/>
                </a:cubicBezTo>
                <a:cubicBezTo>
                  <a:pt x="24" y="31"/>
                  <a:pt x="15" y="33"/>
                  <a:pt x="8" y="34"/>
                </a:cubicBezTo>
                <a:lnTo>
                  <a:pt x="8" y="26"/>
                </a:lnTo>
                <a:cubicBezTo>
                  <a:pt x="14" y="26"/>
                  <a:pt x="23" y="24"/>
                  <a:pt x="30" y="21"/>
                </a:cubicBezTo>
                <a:cubicBezTo>
                  <a:pt x="39" y="20"/>
                  <a:pt x="47" y="17"/>
                  <a:pt x="56" y="18"/>
                </a:cubicBezTo>
                <a:cubicBezTo>
                  <a:pt x="60" y="18"/>
                  <a:pt x="64" y="18"/>
                  <a:pt x="67" y="20"/>
                </a:cubicBezTo>
                <a:lnTo>
                  <a:pt x="67" y="26"/>
                </a:lnTo>
                <a:moveTo>
                  <a:pt x="67" y="43"/>
                </a:moveTo>
                <a:cubicBezTo>
                  <a:pt x="64" y="42"/>
                  <a:pt x="61" y="40"/>
                  <a:pt x="55" y="40"/>
                </a:cubicBezTo>
                <a:cubicBezTo>
                  <a:pt x="49" y="40"/>
                  <a:pt x="40" y="43"/>
                  <a:pt x="32" y="44"/>
                </a:cubicBezTo>
                <a:cubicBezTo>
                  <a:pt x="24" y="46"/>
                  <a:pt x="15" y="49"/>
                  <a:pt x="8" y="49"/>
                </a:cubicBezTo>
                <a:lnTo>
                  <a:pt x="8" y="43"/>
                </a:lnTo>
                <a:cubicBezTo>
                  <a:pt x="14" y="43"/>
                  <a:pt x="23" y="40"/>
                  <a:pt x="30" y="38"/>
                </a:cubicBezTo>
                <a:cubicBezTo>
                  <a:pt x="39" y="36"/>
                  <a:pt x="47" y="33"/>
                  <a:pt x="56" y="34"/>
                </a:cubicBezTo>
                <a:cubicBezTo>
                  <a:pt x="60" y="34"/>
                  <a:pt x="64" y="34"/>
                  <a:pt x="67" y="36"/>
                </a:cubicBezTo>
                <a:lnTo>
                  <a:pt x="67" y="43"/>
                </a:lnTo>
                <a:moveTo>
                  <a:pt x="67" y="58"/>
                </a:moveTo>
                <a:cubicBezTo>
                  <a:pt x="64" y="57"/>
                  <a:pt x="61" y="56"/>
                  <a:pt x="55" y="56"/>
                </a:cubicBezTo>
                <a:cubicBezTo>
                  <a:pt x="49" y="55"/>
                  <a:pt x="40" y="57"/>
                  <a:pt x="32" y="59"/>
                </a:cubicBezTo>
                <a:cubicBezTo>
                  <a:pt x="24" y="62"/>
                  <a:pt x="15" y="64"/>
                  <a:pt x="8" y="64"/>
                </a:cubicBezTo>
                <a:lnTo>
                  <a:pt x="8" y="58"/>
                </a:lnTo>
                <a:cubicBezTo>
                  <a:pt x="14" y="57"/>
                  <a:pt x="23" y="56"/>
                  <a:pt x="30" y="53"/>
                </a:cubicBezTo>
                <a:cubicBezTo>
                  <a:pt x="39" y="51"/>
                  <a:pt x="47" y="49"/>
                  <a:pt x="56" y="49"/>
                </a:cubicBezTo>
                <a:cubicBezTo>
                  <a:pt x="60" y="50"/>
                  <a:pt x="64" y="50"/>
                  <a:pt x="67" y="51"/>
                </a:cubicBezTo>
                <a:lnTo>
                  <a:pt x="67" y="58"/>
                </a:lnTo>
                <a:moveTo>
                  <a:pt x="67" y="74"/>
                </a:moveTo>
                <a:cubicBezTo>
                  <a:pt x="64" y="71"/>
                  <a:pt x="61" y="71"/>
                  <a:pt x="55" y="71"/>
                </a:cubicBezTo>
                <a:cubicBezTo>
                  <a:pt x="49" y="70"/>
                  <a:pt x="40" y="72"/>
                  <a:pt x="32" y="75"/>
                </a:cubicBezTo>
                <a:cubicBezTo>
                  <a:pt x="24" y="77"/>
                  <a:pt x="15" y="79"/>
                  <a:pt x="8" y="79"/>
                </a:cubicBezTo>
                <a:lnTo>
                  <a:pt x="8" y="74"/>
                </a:lnTo>
                <a:cubicBezTo>
                  <a:pt x="14" y="72"/>
                  <a:pt x="23" y="71"/>
                  <a:pt x="30" y="69"/>
                </a:cubicBezTo>
                <a:cubicBezTo>
                  <a:pt x="39" y="66"/>
                  <a:pt x="47" y="64"/>
                  <a:pt x="56" y="64"/>
                </a:cubicBezTo>
                <a:cubicBezTo>
                  <a:pt x="60" y="64"/>
                  <a:pt x="64" y="65"/>
                  <a:pt x="67" y="66"/>
                </a:cubicBezTo>
                <a:lnTo>
                  <a:pt x="67" y="74"/>
                </a:lnTo>
                <a:moveTo>
                  <a:pt x="67" y="88"/>
                </a:moveTo>
                <a:cubicBezTo>
                  <a:pt x="64" y="87"/>
                  <a:pt x="61" y="85"/>
                  <a:pt x="55" y="85"/>
                </a:cubicBezTo>
                <a:cubicBezTo>
                  <a:pt x="49" y="85"/>
                  <a:pt x="40" y="88"/>
                  <a:pt x="32" y="90"/>
                </a:cubicBezTo>
                <a:cubicBezTo>
                  <a:pt x="24" y="93"/>
                  <a:pt x="15" y="94"/>
                  <a:pt x="8" y="95"/>
                </a:cubicBezTo>
                <a:lnTo>
                  <a:pt x="8" y="88"/>
                </a:lnTo>
                <a:cubicBezTo>
                  <a:pt x="14" y="88"/>
                  <a:pt x="23" y="85"/>
                  <a:pt x="30" y="84"/>
                </a:cubicBezTo>
                <a:cubicBezTo>
                  <a:pt x="39" y="82"/>
                  <a:pt x="47" y="79"/>
                  <a:pt x="55" y="79"/>
                </a:cubicBezTo>
                <a:cubicBezTo>
                  <a:pt x="60" y="79"/>
                  <a:pt x="64" y="81"/>
                  <a:pt x="67" y="82"/>
                </a:cubicBezTo>
                <a:lnTo>
                  <a:pt x="67" y="88"/>
                </a:lnTo>
                <a:moveTo>
                  <a:pt x="67" y="103"/>
                </a:moveTo>
                <a:cubicBezTo>
                  <a:pt x="64" y="102"/>
                  <a:pt x="61" y="101"/>
                  <a:pt x="55" y="101"/>
                </a:cubicBezTo>
                <a:cubicBezTo>
                  <a:pt x="49" y="101"/>
                  <a:pt x="40" y="103"/>
                  <a:pt x="32" y="106"/>
                </a:cubicBezTo>
                <a:cubicBezTo>
                  <a:pt x="24" y="108"/>
                  <a:pt x="15" y="109"/>
                  <a:pt x="8" y="110"/>
                </a:cubicBezTo>
                <a:lnTo>
                  <a:pt x="8" y="104"/>
                </a:lnTo>
                <a:cubicBezTo>
                  <a:pt x="14" y="103"/>
                  <a:pt x="23" y="101"/>
                  <a:pt x="30" y="100"/>
                </a:cubicBezTo>
                <a:cubicBezTo>
                  <a:pt x="39" y="96"/>
                  <a:pt x="47" y="95"/>
                  <a:pt x="56" y="95"/>
                </a:cubicBezTo>
                <a:cubicBezTo>
                  <a:pt x="60" y="95"/>
                  <a:pt x="64" y="96"/>
                  <a:pt x="67" y="96"/>
                </a:cubicBezTo>
                <a:lnTo>
                  <a:pt x="67" y="103"/>
                </a:lnTo>
                <a:moveTo>
                  <a:pt x="67" y="119"/>
                </a:moveTo>
                <a:cubicBezTo>
                  <a:pt x="64" y="117"/>
                  <a:pt x="61" y="116"/>
                  <a:pt x="55" y="116"/>
                </a:cubicBezTo>
                <a:cubicBezTo>
                  <a:pt x="49" y="116"/>
                  <a:pt x="40" y="119"/>
                  <a:pt x="32" y="121"/>
                </a:cubicBezTo>
                <a:cubicBezTo>
                  <a:pt x="24" y="122"/>
                  <a:pt x="15" y="125"/>
                  <a:pt x="8" y="125"/>
                </a:cubicBezTo>
                <a:lnTo>
                  <a:pt x="8" y="119"/>
                </a:lnTo>
                <a:cubicBezTo>
                  <a:pt x="14" y="119"/>
                  <a:pt x="23" y="116"/>
                  <a:pt x="30" y="115"/>
                </a:cubicBezTo>
                <a:cubicBezTo>
                  <a:pt x="39" y="111"/>
                  <a:pt x="47" y="109"/>
                  <a:pt x="56" y="110"/>
                </a:cubicBezTo>
                <a:cubicBezTo>
                  <a:pt x="60" y="110"/>
                  <a:pt x="64" y="110"/>
                  <a:pt x="67" y="111"/>
                </a:cubicBezTo>
                <a:lnTo>
                  <a:pt x="67" y="119"/>
                </a:lnTo>
                <a:moveTo>
                  <a:pt x="55" y="1"/>
                </a:moveTo>
                <a:cubicBezTo>
                  <a:pt x="49" y="0"/>
                  <a:pt x="40" y="4"/>
                  <a:pt x="32" y="5"/>
                </a:cubicBezTo>
                <a:cubicBezTo>
                  <a:pt x="21" y="8"/>
                  <a:pt x="11" y="11"/>
                  <a:pt x="0" y="10"/>
                </a:cubicBezTo>
                <a:cubicBezTo>
                  <a:pt x="0" y="11"/>
                  <a:pt x="0" y="12"/>
                  <a:pt x="0" y="12"/>
                </a:cubicBezTo>
                <a:cubicBezTo>
                  <a:pt x="0" y="32"/>
                  <a:pt x="0" y="138"/>
                  <a:pt x="0" y="142"/>
                </a:cubicBezTo>
                <a:cubicBezTo>
                  <a:pt x="10" y="143"/>
                  <a:pt x="20" y="141"/>
                  <a:pt x="30" y="138"/>
                </a:cubicBezTo>
                <a:cubicBezTo>
                  <a:pt x="39" y="135"/>
                  <a:pt x="47" y="133"/>
                  <a:pt x="56" y="133"/>
                </a:cubicBezTo>
                <a:cubicBezTo>
                  <a:pt x="63" y="134"/>
                  <a:pt x="69" y="135"/>
                  <a:pt x="74" y="139"/>
                </a:cubicBezTo>
                <a:lnTo>
                  <a:pt x="74" y="8"/>
                </a:lnTo>
                <a:cubicBezTo>
                  <a:pt x="71" y="5"/>
                  <a:pt x="65" y="1"/>
                  <a:pt x="5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880380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7" y="20"/>
                </a:moveTo>
                <a:cubicBezTo>
                  <a:pt x="10" y="18"/>
                  <a:pt x="13" y="18"/>
                  <a:pt x="19" y="18"/>
                </a:cubicBezTo>
                <a:cubicBezTo>
                  <a:pt x="28" y="17"/>
                  <a:pt x="36" y="20"/>
                  <a:pt x="44" y="21"/>
                </a:cubicBezTo>
                <a:cubicBezTo>
                  <a:pt x="52" y="24"/>
                  <a:pt x="58" y="26"/>
                  <a:pt x="66" y="26"/>
                </a:cubicBezTo>
                <a:lnTo>
                  <a:pt x="66" y="34"/>
                </a:lnTo>
                <a:cubicBezTo>
                  <a:pt x="58" y="33"/>
                  <a:pt x="51" y="31"/>
                  <a:pt x="43" y="30"/>
                </a:cubicBezTo>
                <a:cubicBezTo>
                  <a:pt x="35" y="26"/>
                  <a:pt x="26" y="24"/>
                  <a:pt x="20" y="24"/>
                </a:cubicBezTo>
                <a:cubicBezTo>
                  <a:pt x="13" y="24"/>
                  <a:pt x="10" y="25"/>
                  <a:pt x="7" y="26"/>
                </a:cubicBezTo>
                <a:lnTo>
                  <a:pt x="7" y="20"/>
                </a:lnTo>
                <a:moveTo>
                  <a:pt x="7" y="36"/>
                </a:moveTo>
                <a:cubicBezTo>
                  <a:pt x="10" y="34"/>
                  <a:pt x="13" y="34"/>
                  <a:pt x="20" y="34"/>
                </a:cubicBezTo>
                <a:cubicBezTo>
                  <a:pt x="28" y="33"/>
                  <a:pt x="36" y="36"/>
                  <a:pt x="44" y="38"/>
                </a:cubicBezTo>
                <a:cubicBezTo>
                  <a:pt x="52" y="40"/>
                  <a:pt x="58" y="43"/>
                  <a:pt x="66" y="43"/>
                </a:cubicBezTo>
                <a:lnTo>
                  <a:pt x="66" y="49"/>
                </a:lnTo>
                <a:cubicBezTo>
                  <a:pt x="58" y="49"/>
                  <a:pt x="51" y="46"/>
                  <a:pt x="43" y="44"/>
                </a:cubicBezTo>
                <a:cubicBezTo>
                  <a:pt x="35" y="43"/>
                  <a:pt x="26" y="40"/>
                  <a:pt x="20" y="40"/>
                </a:cubicBezTo>
                <a:cubicBezTo>
                  <a:pt x="13" y="40"/>
                  <a:pt x="10" y="42"/>
                  <a:pt x="7" y="43"/>
                </a:cubicBezTo>
                <a:lnTo>
                  <a:pt x="7" y="36"/>
                </a:lnTo>
                <a:moveTo>
                  <a:pt x="7" y="51"/>
                </a:moveTo>
                <a:cubicBezTo>
                  <a:pt x="10" y="50"/>
                  <a:pt x="13" y="50"/>
                  <a:pt x="19" y="49"/>
                </a:cubicBezTo>
                <a:cubicBezTo>
                  <a:pt x="28" y="49"/>
                  <a:pt x="36" y="51"/>
                  <a:pt x="44" y="53"/>
                </a:cubicBezTo>
                <a:cubicBezTo>
                  <a:pt x="52" y="56"/>
                  <a:pt x="58" y="57"/>
                  <a:pt x="66" y="58"/>
                </a:cubicBezTo>
                <a:lnTo>
                  <a:pt x="66" y="64"/>
                </a:lnTo>
                <a:cubicBezTo>
                  <a:pt x="58" y="64"/>
                  <a:pt x="51" y="62"/>
                  <a:pt x="43" y="59"/>
                </a:cubicBezTo>
                <a:cubicBezTo>
                  <a:pt x="35" y="57"/>
                  <a:pt x="26" y="55"/>
                  <a:pt x="20" y="56"/>
                </a:cubicBezTo>
                <a:cubicBezTo>
                  <a:pt x="13" y="56"/>
                  <a:pt x="10" y="57"/>
                  <a:pt x="7" y="58"/>
                </a:cubicBezTo>
                <a:lnTo>
                  <a:pt x="7" y="51"/>
                </a:lnTo>
                <a:moveTo>
                  <a:pt x="7" y="66"/>
                </a:moveTo>
                <a:cubicBezTo>
                  <a:pt x="10" y="65"/>
                  <a:pt x="13" y="64"/>
                  <a:pt x="19" y="64"/>
                </a:cubicBezTo>
                <a:cubicBezTo>
                  <a:pt x="28" y="64"/>
                  <a:pt x="36" y="66"/>
                  <a:pt x="44" y="69"/>
                </a:cubicBezTo>
                <a:cubicBezTo>
                  <a:pt x="52" y="71"/>
                  <a:pt x="58" y="72"/>
                  <a:pt x="66" y="74"/>
                </a:cubicBezTo>
                <a:lnTo>
                  <a:pt x="66" y="79"/>
                </a:lnTo>
                <a:cubicBezTo>
                  <a:pt x="58" y="79"/>
                  <a:pt x="51" y="77"/>
                  <a:pt x="43" y="75"/>
                </a:cubicBezTo>
                <a:cubicBezTo>
                  <a:pt x="35" y="72"/>
                  <a:pt x="26" y="70"/>
                  <a:pt x="20" y="71"/>
                </a:cubicBezTo>
                <a:cubicBezTo>
                  <a:pt x="13" y="71"/>
                  <a:pt x="10" y="71"/>
                  <a:pt x="7" y="74"/>
                </a:cubicBezTo>
                <a:lnTo>
                  <a:pt x="7" y="66"/>
                </a:lnTo>
                <a:moveTo>
                  <a:pt x="7" y="82"/>
                </a:moveTo>
                <a:cubicBezTo>
                  <a:pt x="10" y="81"/>
                  <a:pt x="13" y="79"/>
                  <a:pt x="20" y="79"/>
                </a:cubicBezTo>
                <a:cubicBezTo>
                  <a:pt x="28" y="79"/>
                  <a:pt x="36" y="82"/>
                  <a:pt x="44" y="84"/>
                </a:cubicBezTo>
                <a:cubicBezTo>
                  <a:pt x="52" y="85"/>
                  <a:pt x="58" y="88"/>
                  <a:pt x="66" y="88"/>
                </a:cubicBezTo>
                <a:lnTo>
                  <a:pt x="66" y="95"/>
                </a:lnTo>
                <a:cubicBezTo>
                  <a:pt x="58" y="94"/>
                  <a:pt x="51" y="93"/>
                  <a:pt x="43" y="90"/>
                </a:cubicBezTo>
                <a:cubicBezTo>
                  <a:pt x="35" y="88"/>
                  <a:pt x="26" y="85"/>
                  <a:pt x="20" y="85"/>
                </a:cubicBezTo>
                <a:cubicBezTo>
                  <a:pt x="13" y="85"/>
                  <a:pt x="10" y="87"/>
                  <a:pt x="7" y="88"/>
                </a:cubicBezTo>
                <a:lnTo>
                  <a:pt x="7" y="82"/>
                </a:lnTo>
                <a:moveTo>
                  <a:pt x="7" y="96"/>
                </a:moveTo>
                <a:cubicBezTo>
                  <a:pt x="10" y="96"/>
                  <a:pt x="13" y="95"/>
                  <a:pt x="20" y="95"/>
                </a:cubicBezTo>
                <a:cubicBezTo>
                  <a:pt x="28" y="95"/>
                  <a:pt x="36" y="96"/>
                  <a:pt x="44" y="100"/>
                </a:cubicBezTo>
                <a:cubicBezTo>
                  <a:pt x="52" y="101"/>
                  <a:pt x="58" y="103"/>
                  <a:pt x="66" y="104"/>
                </a:cubicBezTo>
                <a:lnTo>
                  <a:pt x="66" y="110"/>
                </a:lnTo>
                <a:cubicBezTo>
                  <a:pt x="58" y="109"/>
                  <a:pt x="51" y="108"/>
                  <a:pt x="43" y="106"/>
                </a:cubicBezTo>
                <a:cubicBezTo>
                  <a:pt x="35" y="103"/>
                  <a:pt x="26" y="101"/>
                  <a:pt x="20" y="101"/>
                </a:cubicBezTo>
                <a:cubicBezTo>
                  <a:pt x="13" y="101"/>
                  <a:pt x="10" y="102"/>
                  <a:pt x="7" y="103"/>
                </a:cubicBezTo>
                <a:lnTo>
                  <a:pt x="7" y="96"/>
                </a:lnTo>
                <a:moveTo>
                  <a:pt x="7" y="111"/>
                </a:moveTo>
                <a:cubicBezTo>
                  <a:pt x="10" y="110"/>
                  <a:pt x="13" y="110"/>
                  <a:pt x="20" y="110"/>
                </a:cubicBezTo>
                <a:cubicBezTo>
                  <a:pt x="28" y="109"/>
                  <a:pt x="36" y="111"/>
                  <a:pt x="44" y="115"/>
                </a:cubicBezTo>
                <a:cubicBezTo>
                  <a:pt x="52" y="116"/>
                  <a:pt x="58" y="119"/>
                  <a:pt x="66" y="119"/>
                </a:cubicBezTo>
                <a:lnTo>
                  <a:pt x="66" y="125"/>
                </a:lnTo>
                <a:cubicBezTo>
                  <a:pt x="58" y="125"/>
                  <a:pt x="51" y="122"/>
                  <a:pt x="43" y="121"/>
                </a:cubicBezTo>
                <a:cubicBezTo>
                  <a:pt x="35" y="119"/>
                  <a:pt x="26" y="116"/>
                  <a:pt x="20" y="116"/>
                </a:cubicBezTo>
                <a:cubicBezTo>
                  <a:pt x="13" y="116"/>
                  <a:pt x="10" y="117"/>
                  <a:pt x="7" y="119"/>
                </a:cubicBezTo>
                <a:lnTo>
                  <a:pt x="7" y="111"/>
                </a:lnTo>
                <a:moveTo>
                  <a:pt x="0" y="8"/>
                </a:moveTo>
                <a:lnTo>
                  <a:pt x="0" y="139"/>
                </a:lnTo>
                <a:cubicBezTo>
                  <a:pt x="4" y="135"/>
                  <a:pt x="11" y="134"/>
                  <a:pt x="20" y="133"/>
                </a:cubicBezTo>
                <a:cubicBezTo>
                  <a:pt x="28" y="133"/>
                  <a:pt x="36" y="135"/>
                  <a:pt x="45" y="138"/>
                </a:cubicBezTo>
                <a:cubicBezTo>
                  <a:pt x="54" y="141"/>
                  <a:pt x="64" y="143"/>
                  <a:pt x="74" y="142"/>
                </a:cubicBezTo>
                <a:cubicBezTo>
                  <a:pt x="74" y="138"/>
                  <a:pt x="74" y="32"/>
                  <a:pt x="74" y="12"/>
                </a:cubicBezTo>
                <a:cubicBezTo>
                  <a:pt x="74" y="12"/>
                  <a:pt x="74" y="11"/>
                  <a:pt x="74" y="10"/>
                </a:cubicBezTo>
                <a:cubicBezTo>
                  <a:pt x="63" y="11"/>
                  <a:pt x="53" y="8"/>
                  <a:pt x="43" y="5"/>
                </a:cubicBezTo>
                <a:cubicBezTo>
                  <a:pt x="35" y="4"/>
                  <a:pt x="26" y="0"/>
                  <a:pt x="20" y="1"/>
                </a:cubicBezTo>
                <a:cubicBezTo>
                  <a:pt x="9" y="1"/>
                  <a:pt x="3" y="5"/>
                  <a:pt x="0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6"/>
          <p:cNvSpPr/>
          <p:nvPr/>
        </p:nvSpPr>
        <p:spPr>
          <a:xfrm>
            <a:off x="8923680" y="527544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3" y="11"/>
                  <a:pt x="11" y="14"/>
                </a:cubicBezTo>
                <a:cubicBezTo>
                  <a:pt x="10" y="17"/>
                  <a:pt x="9" y="20"/>
                  <a:pt x="8" y="21"/>
                </a:cubicBezTo>
                <a:cubicBezTo>
                  <a:pt x="6" y="23"/>
                  <a:pt x="2" y="24"/>
                  <a:pt x="0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0" y="14"/>
                  <a:pt x="2" y="9"/>
                </a:cubicBezTo>
                <a:cubicBezTo>
                  <a:pt x="6" y="6"/>
                  <a:pt x="9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"/>
          <p:cNvSpPr/>
          <p:nvPr/>
        </p:nvSpPr>
        <p:spPr>
          <a:xfrm>
            <a:off x="8908560" y="5303160"/>
            <a:ext cx="9720" cy="4680"/>
          </a:xfrm>
          <a:custGeom>
            <a:rect b="b" l="l" r="r" t="t"/>
            <a:pathLst>
              <a:path extrusionOk="0" h="13" w="27">
                <a:moveTo>
                  <a:pt x="13" y="1"/>
                </a:moveTo>
                <a:cubicBezTo>
                  <a:pt x="18" y="0"/>
                  <a:pt x="22" y="1"/>
                  <a:pt x="26" y="4"/>
                </a:cubicBezTo>
                <a:cubicBezTo>
                  <a:pt x="23" y="7"/>
                  <a:pt x="19" y="11"/>
                  <a:pt x="14" y="11"/>
                </a:cubicBezTo>
                <a:cubicBezTo>
                  <a:pt x="9" y="12"/>
                  <a:pt x="4" y="11"/>
                  <a:pt x="0" y="7"/>
                </a:cubicBezTo>
                <a:cubicBezTo>
                  <a:pt x="3" y="4"/>
                  <a:pt x="8" y="1"/>
                  <a:pt x="13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"/>
          <p:cNvSpPr/>
          <p:nvPr/>
        </p:nvSpPr>
        <p:spPr>
          <a:xfrm>
            <a:off x="8905320" y="5298480"/>
            <a:ext cx="5400" cy="9000"/>
          </a:xfrm>
          <a:custGeom>
            <a:rect b="b" l="l" r="r" t="t"/>
            <a:pathLst>
              <a:path extrusionOk="0" h="25" w="15">
                <a:moveTo>
                  <a:pt x="0" y="24"/>
                </a:moveTo>
                <a:lnTo>
                  <a:pt x="0" y="23"/>
                </a:lnTo>
                <a:cubicBezTo>
                  <a:pt x="0" y="18"/>
                  <a:pt x="1" y="12"/>
                  <a:pt x="3" y="8"/>
                </a:cubicBezTo>
                <a:cubicBezTo>
                  <a:pt x="6" y="5"/>
                  <a:pt x="10" y="1"/>
                  <a:pt x="14" y="0"/>
                </a:cubicBezTo>
                <a:lnTo>
                  <a:pt x="14" y="1"/>
                </a:lnTo>
                <a:cubicBezTo>
                  <a:pt x="14" y="6"/>
                  <a:pt x="13" y="9"/>
                  <a:pt x="11" y="13"/>
                </a:cubicBezTo>
                <a:cubicBezTo>
                  <a:pt x="9" y="19"/>
                  <a:pt x="4" y="21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6"/>
          <p:cNvSpPr/>
          <p:nvPr/>
        </p:nvSpPr>
        <p:spPr>
          <a:xfrm>
            <a:off x="8910720" y="5294520"/>
            <a:ext cx="4320" cy="9360"/>
          </a:xfrm>
          <a:custGeom>
            <a:rect b="b" l="l" r="r" t="t"/>
            <a:pathLst>
              <a:path extrusionOk="0" h="26" w="12">
                <a:moveTo>
                  <a:pt x="2" y="7"/>
                </a:moveTo>
                <a:cubicBezTo>
                  <a:pt x="3" y="5"/>
                  <a:pt x="6" y="2"/>
                  <a:pt x="9" y="0"/>
                </a:cubicBezTo>
                <a:cubicBezTo>
                  <a:pt x="10" y="2"/>
                  <a:pt x="11" y="4"/>
                  <a:pt x="11" y="6"/>
                </a:cubicBezTo>
                <a:cubicBezTo>
                  <a:pt x="11" y="8"/>
                  <a:pt x="10" y="11"/>
                  <a:pt x="10" y="15"/>
                </a:cubicBezTo>
                <a:cubicBezTo>
                  <a:pt x="9" y="18"/>
                  <a:pt x="6" y="21"/>
                  <a:pt x="3" y="24"/>
                </a:cubicBezTo>
                <a:cubicBezTo>
                  <a:pt x="2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2" y="19"/>
                  <a:pt x="2" y="14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8914680" y="5289480"/>
            <a:ext cx="3600" cy="10080"/>
          </a:xfrm>
          <a:custGeom>
            <a:rect b="b" l="l" r="r" t="t"/>
            <a:pathLst>
              <a:path extrusionOk="0" h="28" w="10">
                <a:moveTo>
                  <a:pt x="0" y="11"/>
                </a:moveTo>
                <a:cubicBezTo>
                  <a:pt x="1" y="7"/>
                  <a:pt x="4" y="4"/>
                  <a:pt x="7" y="0"/>
                </a:cubicBezTo>
                <a:cubicBezTo>
                  <a:pt x="8" y="5"/>
                  <a:pt x="9" y="9"/>
                  <a:pt x="9" y="13"/>
                </a:cubicBezTo>
                <a:cubicBezTo>
                  <a:pt x="9" y="14"/>
                  <a:pt x="9" y="14"/>
                  <a:pt x="9" y="15"/>
                </a:cubicBezTo>
                <a:cubicBezTo>
                  <a:pt x="9" y="19"/>
                  <a:pt x="8" y="21"/>
                  <a:pt x="6" y="25"/>
                </a:cubicBezTo>
                <a:cubicBezTo>
                  <a:pt x="4" y="26"/>
                  <a:pt x="4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4" y="21"/>
                  <a:pt x="2" y="17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/>
          <p:cNvSpPr/>
          <p:nvPr/>
        </p:nvSpPr>
        <p:spPr>
          <a:xfrm>
            <a:off x="8917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0" y="6"/>
                  <a:pt x="1" y="2"/>
                  <a:pt x="3" y="0"/>
                </a:cubicBezTo>
                <a:cubicBezTo>
                  <a:pt x="8" y="4"/>
                  <a:pt x="10" y="7"/>
                  <a:pt x="10" y="12"/>
                </a:cubicBezTo>
                <a:cubicBezTo>
                  <a:pt x="10" y="13"/>
                  <a:pt x="10" y="14"/>
                  <a:pt x="10" y="15"/>
                </a:cubicBezTo>
                <a:cubicBezTo>
                  <a:pt x="10" y="18"/>
                  <a:pt x="10" y="21"/>
                  <a:pt x="9" y="24"/>
                </a:cubicBezTo>
                <a:cubicBezTo>
                  <a:pt x="9" y="25"/>
                  <a:pt x="8" y="25"/>
                  <a:pt x="7" y="26"/>
                </a:cubicBezTo>
                <a:cubicBezTo>
                  <a:pt x="7" y="19"/>
                  <a:pt x="3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8918280" y="5278680"/>
            <a:ext cx="4680" cy="9360"/>
          </a:xfrm>
          <a:custGeom>
            <a:rect b="b" l="l" r="r" t="t"/>
            <a:pathLst>
              <a:path extrusionOk="0" h="26" w="13">
                <a:moveTo>
                  <a:pt x="1" y="11"/>
                </a:moveTo>
                <a:cubicBezTo>
                  <a:pt x="1" y="8"/>
                  <a:pt x="0" y="7"/>
                  <a:pt x="0" y="5"/>
                </a:cubicBezTo>
                <a:cubicBezTo>
                  <a:pt x="0" y="4"/>
                  <a:pt x="1" y="1"/>
                  <a:pt x="1" y="0"/>
                </a:cubicBezTo>
                <a:cubicBezTo>
                  <a:pt x="6" y="2"/>
                  <a:pt x="9" y="6"/>
                  <a:pt x="11" y="11"/>
                </a:cubicBezTo>
                <a:cubicBezTo>
                  <a:pt x="12" y="14"/>
                  <a:pt x="12" y="17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10" y="25"/>
                </a:cubicBezTo>
                <a:lnTo>
                  <a:pt x="10" y="24"/>
                </a:lnTo>
                <a:cubicBezTo>
                  <a:pt x="9" y="19"/>
                  <a:pt x="6" y="14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6"/>
          <p:cNvSpPr/>
          <p:nvPr/>
        </p:nvSpPr>
        <p:spPr>
          <a:xfrm>
            <a:off x="8917920" y="5272920"/>
            <a:ext cx="5760" cy="8640"/>
          </a:xfrm>
          <a:custGeom>
            <a:rect b="b" l="l" r="r" t="t"/>
            <a:pathLst>
              <a:path extrusionOk="0" h="24" w="16">
                <a:moveTo>
                  <a:pt x="2" y="11"/>
                </a:moveTo>
                <a:cubicBezTo>
                  <a:pt x="1" y="7"/>
                  <a:pt x="0" y="5"/>
                  <a:pt x="0" y="0"/>
                </a:cubicBezTo>
                <a:cubicBezTo>
                  <a:pt x="4" y="2"/>
                  <a:pt x="9" y="5"/>
                  <a:pt x="11" y="8"/>
                </a:cubicBezTo>
                <a:cubicBezTo>
                  <a:pt x="12" y="12"/>
                  <a:pt x="14" y="15"/>
                  <a:pt x="15" y="19"/>
                </a:cubicBezTo>
                <a:cubicBezTo>
                  <a:pt x="14" y="20"/>
                  <a:pt x="14" y="21"/>
                  <a:pt x="14" y="23"/>
                </a:cubicBezTo>
                <a:cubicBezTo>
                  <a:pt x="10" y="18"/>
                  <a:pt x="7" y="14"/>
                  <a:pt x="2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6"/>
          <p:cNvSpPr/>
          <p:nvPr/>
        </p:nvSpPr>
        <p:spPr>
          <a:xfrm>
            <a:off x="8915760" y="526752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lnTo>
                  <a:pt x="18" y="18"/>
                </a:lnTo>
                <a:cubicBezTo>
                  <a:pt x="14" y="15"/>
                  <a:pt x="10" y="12"/>
                  <a:pt x="4" y="11"/>
                </a:cubicBezTo>
                <a:cubicBezTo>
                  <a:pt x="2" y="8"/>
                  <a:pt x="1" y="5"/>
                  <a:pt x="0" y="0"/>
                </a:cubicBezTo>
                <a:cubicBezTo>
                  <a:pt x="4" y="1"/>
                  <a:pt x="10" y="2"/>
                  <a:pt x="13" y="7"/>
                </a:cubicBezTo>
                <a:cubicBezTo>
                  <a:pt x="15" y="8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6"/>
          <p:cNvSpPr/>
          <p:nvPr/>
        </p:nvSpPr>
        <p:spPr>
          <a:xfrm>
            <a:off x="8912880" y="5262840"/>
            <a:ext cx="7920" cy="5400"/>
          </a:xfrm>
          <a:custGeom>
            <a:rect b="b" l="l" r="r" t="t"/>
            <a:pathLst>
              <a:path extrusionOk="0" h="15" w="22">
                <a:moveTo>
                  <a:pt x="21" y="14"/>
                </a:moveTo>
                <a:cubicBezTo>
                  <a:pt x="17" y="11"/>
                  <a:pt x="11" y="8"/>
                  <a:pt x="6" y="8"/>
                </a:cubicBezTo>
                <a:cubicBezTo>
                  <a:pt x="3" y="6"/>
                  <a:pt x="1" y="4"/>
                  <a:pt x="0" y="0"/>
                </a:cubicBezTo>
                <a:cubicBezTo>
                  <a:pt x="4" y="0"/>
                  <a:pt x="9" y="0"/>
                  <a:pt x="12" y="2"/>
                </a:cubicBezTo>
                <a:cubicBezTo>
                  <a:pt x="17" y="4"/>
                  <a:pt x="19" y="7"/>
                  <a:pt x="21" y="9"/>
                </a:cubicBezTo>
                <a:cubicBezTo>
                  <a:pt x="21" y="11"/>
                  <a:pt x="21" y="13"/>
                  <a:pt x="21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6"/>
          <p:cNvSpPr/>
          <p:nvPr/>
        </p:nvSpPr>
        <p:spPr>
          <a:xfrm>
            <a:off x="8914320" y="5298480"/>
            <a:ext cx="9000" cy="5040"/>
          </a:xfrm>
          <a:custGeom>
            <a:rect b="b" l="l" r="r" t="t"/>
            <a:pathLst>
              <a:path extrusionOk="0" h="14" w="25">
                <a:moveTo>
                  <a:pt x="9" y="13"/>
                </a:moveTo>
                <a:cubicBezTo>
                  <a:pt x="4" y="12"/>
                  <a:pt x="2" y="12"/>
                  <a:pt x="0" y="12"/>
                </a:cubicBezTo>
                <a:cubicBezTo>
                  <a:pt x="3" y="7"/>
                  <a:pt x="7" y="4"/>
                  <a:pt x="11" y="1"/>
                </a:cubicBezTo>
                <a:cubicBezTo>
                  <a:pt x="15" y="0"/>
                  <a:pt x="20" y="0"/>
                  <a:pt x="24" y="0"/>
                </a:cubicBezTo>
                <a:cubicBezTo>
                  <a:pt x="22" y="5"/>
                  <a:pt x="19" y="9"/>
                  <a:pt x="14" y="12"/>
                </a:cubicBezTo>
                <a:cubicBezTo>
                  <a:pt x="13" y="12"/>
                  <a:pt x="11" y="13"/>
                  <a:pt x="9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6"/>
          <p:cNvSpPr/>
          <p:nvPr/>
        </p:nvSpPr>
        <p:spPr>
          <a:xfrm>
            <a:off x="8919000" y="5290920"/>
            <a:ext cx="8280" cy="6840"/>
          </a:xfrm>
          <a:custGeom>
            <a:rect b="b" l="l" r="r" t="t"/>
            <a:pathLst>
              <a:path extrusionOk="0" h="19" w="23">
                <a:moveTo>
                  <a:pt x="7" y="17"/>
                </a:moveTo>
                <a:cubicBezTo>
                  <a:pt x="4" y="17"/>
                  <a:pt x="2" y="17"/>
                  <a:pt x="0" y="18"/>
                </a:cubicBezTo>
                <a:cubicBezTo>
                  <a:pt x="1" y="13"/>
                  <a:pt x="3" y="8"/>
                  <a:pt x="8" y="6"/>
                </a:cubicBezTo>
                <a:cubicBezTo>
                  <a:pt x="11" y="2"/>
                  <a:pt x="15" y="0"/>
                  <a:pt x="22" y="0"/>
                </a:cubicBezTo>
                <a:cubicBezTo>
                  <a:pt x="20" y="7"/>
                  <a:pt x="17" y="11"/>
                  <a:pt x="12" y="13"/>
                </a:cubicBezTo>
                <a:cubicBezTo>
                  <a:pt x="11" y="15"/>
                  <a:pt x="9" y="17"/>
                  <a:pt x="7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6"/>
          <p:cNvSpPr/>
          <p:nvPr/>
        </p:nvSpPr>
        <p:spPr>
          <a:xfrm>
            <a:off x="8922240" y="5283360"/>
            <a:ext cx="6840" cy="7920"/>
          </a:xfrm>
          <a:custGeom>
            <a:rect b="b" l="l" r="r" t="t"/>
            <a:pathLst>
              <a:path extrusionOk="0" h="22" w="19">
                <a:moveTo>
                  <a:pt x="12" y="14"/>
                </a:moveTo>
                <a:cubicBezTo>
                  <a:pt x="10" y="17"/>
                  <a:pt x="9" y="18"/>
                  <a:pt x="7" y="19"/>
                </a:cubicBezTo>
                <a:cubicBezTo>
                  <a:pt x="4" y="20"/>
                  <a:pt x="1" y="20"/>
                  <a:pt x="0" y="21"/>
                </a:cubicBezTo>
                <a:cubicBezTo>
                  <a:pt x="0" y="17"/>
                  <a:pt x="2" y="12"/>
                  <a:pt x="4" y="8"/>
                </a:cubicBezTo>
                <a:cubicBezTo>
                  <a:pt x="8" y="5"/>
                  <a:pt x="13" y="1"/>
                  <a:pt x="18" y="0"/>
                </a:cubicBezTo>
                <a:cubicBezTo>
                  <a:pt x="17" y="6"/>
                  <a:pt x="15" y="11"/>
                  <a:pt x="12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6"/>
          <p:cNvSpPr/>
          <p:nvPr/>
        </p:nvSpPr>
        <p:spPr>
          <a:xfrm>
            <a:off x="8923680" y="5267160"/>
            <a:ext cx="3960" cy="10440"/>
          </a:xfrm>
          <a:custGeom>
            <a:rect b="b" l="l" r="r" t="t"/>
            <a:pathLst>
              <a:path extrusionOk="0" h="29" w="11">
                <a:moveTo>
                  <a:pt x="10" y="9"/>
                </a:moveTo>
                <a:cubicBezTo>
                  <a:pt x="10" y="12"/>
                  <a:pt x="10" y="13"/>
                  <a:pt x="10" y="15"/>
                </a:cubicBezTo>
                <a:cubicBezTo>
                  <a:pt x="9" y="18"/>
                  <a:pt x="9" y="21"/>
                  <a:pt x="7" y="23"/>
                </a:cubicBezTo>
                <a:cubicBezTo>
                  <a:pt x="4" y="25"/>
                  <a:pt x="2" y="26"/>
                  <a:pt x="1" y="28"/>
                </a:cubicBezTo>
                <a:cubicBezTo>
                  <a:pt x="0" y="26"/>
                  <a:pt x="0" y="23"/>
                  <a:pt x="0" y="20"/>
                </a:cubicBezTo>
                <a:cubicBezTo>
                  <a:pt x="0" y="17"/>
                  <a:pt x="0" y="14"/>
                  <a:pt x="0" y="13"/>
                </a:cubicBezTo>
                <a:cubicBezTo>
                  <a:pt x="1" y="8"/>
                  <a:pt x="4" y="4"/>
                  <a:pt x="9" y="0"/>
                </a:cubicBezTo>
                <a:cubicBezTo>
                  <a:pt x="10" y="4"/>
                  <a:pt x="10" y="7"/>
                  <a:pt x="1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6"/>
          <p:cNvSpPr/>
          <p:nvPr/>
        </p:nvSpPr>
        <p:spPr>
          <a:xfrm>
            <a:off x="892152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2" y="5"/>
                  <a:pt x="4" y="0"/>
                </a:cubicBezTo>
                <a:cubicBezTo>
                  <a:pt x="7" y="5"/>
                  <a:pt x="10" y="9"/>
                  <a:pt x="10" y="15"/>
                </a:cubicBezTo>
                <a:cubicBezTo>
                  <a:pt x="10" y="18"/>
                  <a:pt x="10" y="20"/>
                  <a:pt x="9" y="23"/>
                </a:cubicBezTo>
                <a:cubicBezTo>
                  <a:pt x="7" y="25"/>
                  <a:pt x="6" y="26"/>
                  <a:pt x="4" y="28"/>
                </a:cubicBezTo>
                <a:cubicBezTo>
                  <a:pt x="2" y="25"/>
                  <a:pt x="0" y="20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6"/>
          <p:cNvSpPr/>
          <p:nvPr/>
        </p:nvSpPr>
        <p:spPr>
          <a:xfrm>
            <a:off x="8917560" y="5253840"/>
            <a:ext cx="4320" cy="10080"/>
          </a:xfrm>
          <a:custGeom>
            <a:rect b="b" l="l" r="r" t="t"/>
            <a:pathLst>
              <a:path extrusionOk="0" h="28" w="12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1" y="17"/>
                  <a:pt x="11" y="19"/>
                </a:cubicBezTo>
                <a:lnTo>
                  <a:pt x="11" y="20"/>
                </a:lnTo>
                <a:cubicBezTo>
                  <a:pt x="10" y="23"/>
                  <a:pt x="9" y="25"/>
                  <a:pt x="9" y="27"/>
                </a:cubicBezTo>
                <a:cubicBezTo>
                  <a:pt x="4" y="24"/>
                  <a:pt x="2" y="20"/>
                  <a:pt x="1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6"/>
          <p:cNvSpPr/>
          <p:nvPr/>
        </p:nvSpPr>
        <p:spPr>
          <a:xfrm>
            <a:off x="8909280" y="5258520"/>
            <a:ext cx="8640" cy="5040"/>
          </a:xfrm>
          <a:custGeom>
            <a:rect b="b" l="l" r="r" t="t"/>
            <a:pathLst>
              <a:path extrusionOk="0" h="14" w="24">
                <a:moveTo>
                  <a:pt x="23" y="11"/>
                </a:moveTo>
                <a:lnTo>
                  <a:pt x="23" y="13"/>
                </a:lnTo>
                <a:cubicBezTo>
                  <a:pt x="18" y="9"/>
                  <a:pt x="12" y="9"/>
                  <a:pt x="8" y="11"/>
                </a:cubicBezTo>
                <a:cubicBezTo>
                  <a:pt x="4" y="9"/>
                  <a:pt x="2" y="7"/>
                  <a:pt x="0" y="3"/>
                </a:cubicBezTo>
                <a:cubicBezTo>
                  <a:pt x="4" y="2"/>
                  <a:pt x="9" y="0"/>
                  <a:pt x="12" y="2"/>
                </a:cubicBezTo>
                <a:cubicBezTo>
                  <a:pt x="15" y="3"/>
                  <a:pt x="19" y="6"/>
                  <a:pt x="21" y="8"/>
                </a:cubicBezTo>
                <a:cubicBezTo>
                  <a:pt x="23" y="9"/>
                  <a:pt x="23" y="9"/>
                  <a:pt x="2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6"/>
          <p:cNvSpPr/>
          <p:nvPr/>
        </p:nvSpPr>
        <p:spPr>
          <a:xfrm>
            <a:off x="8911800" y="5249160"/>
            <a:ext cx="5040" cy="9360"/>
          </a:xfrm>
          <a:custGeom>
            <a:rect b="b" l="l" r="r" t="t"/>
            <a:pathLst>
              <a:path extrusionOk="0" h="26" w="14">
                <a:moveTo>
                  <a:pt x="1" y="0"/>
                </a:moveTo>
                <a:cubicBezTo>
                  <a:pt x="4" y="2"/>
                  <a:pt x="9" y="5"/>
                  <a:pt x="11" y="9"/>
                </a:cubicBezTo>
                <a:cubicBezTo>
                  <a:pt x="11" y="12"/>
                  <a:pt x="13" y="14"/>
                  <a:pt x="13" y="17"/>
                </a:cubicBezTo>
                <a:cubicBezTo>
                  <a:pt x="13" y="19"/>
                  <a:pt x="13" y="23"/>
                  <a:pt x="13" y="25"/>
                </a:cubicBezTo>
                <a:cubicBezTo>
                  <a:pt x="8" y="23"/>
                  <a:pt x="4" y="18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0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6"/>
          <p:cNvSpPr/>
          <p:nvPr/>
        </p:nvSpPr>
        <p:spPr>
          <a:xfrm>
            <a:off x="8905680" y="5250960"/>
            <a:ext cx="7920" cy="6840"/>
          </a:xfrm>
          <a:custGeom>
            <a:rect b="b" l="l" r="r" t="t"/>
            <a:pathLst>
              <a:path extrusionOk="0" h="19" w="22">
                <a:moveTo>
                  <a:pt x="14" y="4"/>
                </a:moveTo>
                <a:cubicBezTo>
                  <a:pt x="15" y="5"/>
                  <a:pt x="15" y="5"/>
                  <a:pt x="15" y="6"/>
                </a:cubicBezTo>
                <a:cubicBezTo>
                  <a:pt x="17" y="7"/>
                  <a:pt x="17" y="11"/>
                  <a:pt x="18" y="12"/>
                </a:cubicBezTo>
                <a:lnTo>
                  <a:pt x="18" y="13"/>
                </a:lnTo>
                <a:cubicBezTo>
                  <a:pt x="19" y="14"/>
                  <a:pt x="20" y="15"/>
                  <a:pt x="21" y="18"/>
                </a:cubicBezTo>
                <a:cubicBezTo>
                  <a:pt x="17" y="18"/>
                  <a:pt x="13" y="15"/>
                  <a:pt x="10" y="13"/>
                </a:cubicBezTo>
                <a:cubicBezTo>
                  <a:pt x="4" y="11"/>
                  <a:pt x="2" y="5"/>
                  <a:pt x="0" y="0"/>
                </a:cubicBezTo>
                <a:cubicBezTo>
                  <a:pt x="6" y="0"/>
                  <a:pt x="11" y="1"/>
                  <a:pt x="14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6"/>
          <p:cNvSpPr/>
          <p:nvPr/>
        </p:nvSpPr>
        <p:spPr>
          <a:xfrm>
            <a:off x="8878320" y="5294520"/>
            <a:ext cx="4320" cy="9360"/>
          </a:xfrm>
          <a:custGeom>
            <a:rect b="b" l="l" r="r" t="t"/>
            <a:pathLst>
              <a:path extrusionOk="0" h="26" w="12">
                <a:moveTo>
                  <a:pt x="11" y="24"/>
                </a:moveTo>
                <a:lnTo>
                  <a:pt x="11" y="25"/>
                </a:lnTo>
                <a:cubicBezTo>
                  <a:pt x="10" y="24"/>
                  <a:pt x="8" y="24"/>
                  <a:pt x="7" y="24"/>
                </a:cubicBezTo>
                <a:cubicBezTo>
                  <a:pt x="4" y="21"/>
                  <a:pt x="2" y="18"/>
                  <a:pt x="1" y="15"/>
                </a:cubicBezTo>
                <a:cubicBezTo>
                  <a:pt x="1" y="11"/>
                  <a:pt x="0" y="8"/>
                  <a:pt x="0" y="6"/>
                </a:cubicBezTo>
                <a:cubicBezTo>
                  <a:pt x="0" y="4"/>
                  <a:pt x="1" y="2"/>
                  <a:pt x="2" y="0"/>
                </a:cubicBezTo>
                <a:cubicBezTo>
                  <a:pt x="4" y="2"/>
                  <a:pt x="7" y="5"/>
                  <a:pt x="8" y="7"/>
                </a:cubicBezTo>
                <a:cubicBezTo>
                  <a:pt x="8" y="14"/>
                  <a:pt x="8" y="19"/>
                  <a:pt x="11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6"/>
          <p:cNvSpPr/>
          <p:nvPr/>
        </p:nvSpPr>
        <p:spPr>
          <a:xfrm>
            <a:off x="8872200" y="5262840"/>
            <a:ext cx="8280" cy="5400"/>
          </a:xfrm>
          <a:custGeom>
            <a:rect b="b" l="l" r="r" t="t"/>
            <a:pathLst>
              <a:path extrusionOk="0" h="15" w="23">
                <a:moveTo>
                  <a:pt x="15" y="8"/>
                </a:moveTo>
                <a:cubicBezTo>
                  <a:pt x="10" y="8"/>
                  <a:pt x="4" y="11"/>
                  <a:pt x="0" y="14"/>
                </a:cubicBezTo>
                <a:cubicBezTo>
                  <a:pt x="0" y="13"/>
                  <a:pt x="0" y="11"/>
                  <a:pt x="0" y="9"/>
                </a:cubicBezTo>
                <a:cubicBezTo>
                  <a:pt x="2" y="7"/>
                  <a:pt x="4" y="4"/>
                  <a:pt x="8" y="2"/>
                </a:cubicBezTo>
                <a:cubicBezTo>
                  <a:pt x="12" y="0"/>
                  <a:pt x="17" y="0"/>
                  <a:pt x="22" y="0"/>
                </a:cubicBezTo>
                <a:cubicBezTo>
                  <a:pt x="20" y="4"/>
                  <a:pt x="18" y="6"/>
                  <a:pt x="15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6"/>
          <p:cNvSpPr/>
          <p:nvPr/>
        </p:nvSpPr>
        <p:spPr>
          <a:xfrm>
            <a:off x="8874720" y="5289480"/>
            <a:ext cx="3960" cy="10080"/>
          </a:xfrm>
          <a:custGeom>
            <a:rect b="b" l="l" r="r" t="t"/>
            <a:pathLst>
              <a:path extrusionOk="0" h="28" w="11">
                <a:moveTo>
                  <a:pt x="8" y="26"/>
                </a:moveTo>
                <a:lnTo>
                  <a:pt x="8" y="27"/>
                </a:lnTo>
                <a:cubicBezTo>
                  <a:pt x="6" y="26"/>
                  <a:pt x="4" y="26"/>
                  <a:pt x="4" y="25"/>
                </a:cubicBezTo>
                <a:cubicBezTo>
                  <a:pt x="2" y="21"/>
                  <a:pt x="1" y="19"/>
                  <a:pt x="1" y="15"/>
                </a:cubicBezTo>
                <a:cubicBezTo>
                  <a:pt x="1" y="14"/>
                  <a:pt x="0" y="14"/>
                  <a:pt x="0" y="13"/>
                </a:cubicBezTo>
                <a:cubicBezTo>
                  <a:pt x="0" y="9"/>
                  <a:pt x="2" y="5"/>
                  <a:pt x="3" y="0"/>
                </a:cubicBezTo>
                <a:cubicBezTo>
                  <a:pt x="6" y="4"/>
                  <a:pt x="9" y="7"/>
                  <a:pt x="10" y="11"/>
                </a:cubicBezTo>
                <a:cubicBezTo>
                  <a:pt x="8" y="17"/>
                  <a:pt x="8" y="21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6"/>
          <p:cNvSpPr/>
          <p:nvPr/>
        </p:nvSpPr>
        <p:spPr>
          <a:xfrm>
            <a:off x="8872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12"/>
                </a:moveTo>
                <a:cubicBezTo>
                  <a:pt x="0" y="7"/>
                  <a:pt x="2" y="4"/>
                  <a:pt x="7" y="0"/>
                </a:cubicBezTo>
                <a:cubicBezTo>
                  <a:pt x="9" y="2"/>
                  <a:pt x="10" y="6"/>
                  <a:pt x="10" y="9"/>
                </a:cubicBezTo>
                <a:cubicBezTo>
                  <a:pt x="7" y="14"/>
                  <a:pt x="3" y="19"/>
                  <a:pt x="3" y="26"/>
                </a:cubicBezTo>
                <a:cubicBezTo>
                  <a:pt x="2" y="25"/>
                  <a:pt x="2" y="25"/>
                  <a:pt x="1" y="24"/>
                </a:cubicBezTo>
                <a:cubicBezTo>
                  <a:pt x="0" y="21"/>
                  <a:pt x="0" y="18"/>
                  <a:pt x="0" y="15"/>
                </a:cubicBezTo>
                <a:cubicBezTo>
                  <a:pt x="0" y="14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6"/>
          <p:cNvSpPr/>
          <p:nvPr/>
        </p:nvSpPr>
        <p:spPr>
          <a:xfrm>
            <a:off x="8870400" y="527868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2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7"/>
                  <a:pt x="0" y="14"/>
                  <a:pt x="1" y="11"/>
                </a:cubicBezTo>
                <a:cubicBezTo>
                  <a:pt x="4" y="6"/>
                  <a:pt x="8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11"/>
                </a:cubicBezTo>
                <a:cubicBezTo>
                  <a:pt x="8" y="14"/>
                  <a:pt x="4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6"/>
          <p:cNvSpPr/>
          <p:nvPr/>
        </p:nvSpPr>
        <p:spPr>
          <a:xfrm>
            <a:off x="8870400" y="526752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10" y="2"/>
                  <a:pt x="14" y="1"/>
                  <a:pt x="19" y="0"/>
                </a:cubicBezTo>
                <a:cubicBezTo>
                  <a:pt x="18" y="5"/>
                  <a:pt x="17" y="8"/>
                  <a:pt x="14" y="11"/>
                </a:cubicBezTo>
                <a:cubicBezTo>
                  <a:pt x="9" y="12"/>
                  <a:pt x="4" y="14"/>
                  <a:pt x="1" y="1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3" y="8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"/>
          <p:cNvSpPr/>
          <p:nvPr/>
        </p:nvSpPr>
        <p:spPr>
          <a:xfrm>
            <a:off x="8869320" y="527292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4"/>
                  <a:pt x="6" y="18"/>
                  <a:pt x="2" y="23"/>
                </a:cubicBezTo>
                <a:cubicBezTo>
                  <a:pt x="1" y="23"/>
                  <a:pt x="1" y="23"/>
                  <a:pt x="1" y="23"/>
                </a:cubicBezTo>
                <a:cubicBezTo>
                  <a:pt x="1" y="21"/>
                  <a:pt x="0" y="20"/>
                  <a:pt x="0" y="19"/>
                </a:cubicBezTo>
                <a:cubicBezTo>
                  <a:pt x="1" y="15"/>
                  <a:pt x="2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"/>
          <p:cNvSpPr/>
          <p:nvPr/>
        </p:nvSpPr>
        <p:spPr>
          <a:xfrm>
            <a:off x="8864280" y="528336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4" y="20"/>
                  <a:pt x="11" y="19"/>
                </a:cubicBezTo>
                <a:cubicBezTo>
                  <a:pt x="10" y="18"/>
                  <a:pt x="8" y="17"/>
                  <a:pt x="6" y="14"/>
                </a:cubicBezTo>
                <a:cubicBezTo>
                  <a:pt x="2" y="11"/>
                  <a:pt x="1" y="6"/>
                  <a:pt x="0" y="0"/>
                </a:cubicBezTo>
                <a:cubicBezTo>
                  <a:pt x="4" y="1"/>
                  <a:pt x="10" y="5"/>
                  <a:pt x="13" y="8"/>
                </a:cubicBezTo>
                <a:cubicBezTo>
                  <a:pt x="15" y="12"/>
                  <a:pt x="18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6"/>
          <p:cNvSpPr/>
          <p:nvPr/>
        </p:nvSpPr>
        <p:spPr>
          <a:xfrm>
            <a:off x="8866080" y="5290920"/>
            <a:ext cx="7920" cy="6840"/>
          </a:xfrm>
          <a:custGeom>
            <a:rect b="b" l="l" r="r" t="t"/>
            <a:pathLst>
              <a:path extrusionOk="0" h="19" w="22">
                <a:moveTo>
                  <a:pt x="13" y="6"/>
                </a:moveTo>
                <a:cubicBezTo>
                  <a:pt x="18" y="8"/>
                  <a:pt x="20" y="13"/>
                  <a:pt x="21" y="18"/>
                </a:cubicBezTo>
                <a:cubicBezTo>
                  <a:pt x="19" y="17"/>
                  <a:pt x="17" y="17"/>
                  <a:pt x="14" y="17"/>
                </a:cubicBezTo>
                <a:cubicBezTo>
                  <a:pt x="12" y="17"/>
                  <a:pt x="10" y="15"/>
                  <a:pt x="9" y="13"/>
                </a:cubicBezTo>
                <a:cubicBezTo>
                  <a:pt x="3" y="11"/>
                  <a:pt x="1" y="7"/>
                  <a:pt x="0" y="0"/>
                </a:cubicBezTo>
                <a:cubicBezTo>
                  <a:pt x="4" y="0"/>
                  <a:pt x="10" y="2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6"/>
          <p:cNvSpPr/>
          <p:nvPr/>
        </p:nvSpPr>
        <p:spPr>
          <a:xfrm>
            <a:off x="8869320" y="5298480"/>
            <a:ext cx="9360" cy="5040"/>
          </a:xfrm>
          <a:custGeom>
            <a:rect b="b" l="l" r="r" t="t"/>
            <a:pathLst>
              <a:path extrusionOk="0" h="14" w="26">
                <a:moveTo>
                  <a:pt x="15" y="1"/>
                </a:moveTo>
                <a:cubicBezTo>
                  <a:pt x="19" y="4"/>
                  <a:pt x="22" y="7"/>
                  <a:pt x="25" y="12"/>
                </a:cubicBezTo>
                <a:cubicBezTo>
                  <a:pt x="22" y="12"/>
                  <a:pt x="20" y="12"/>
                  <a:pt x="19" y="13"/>
                </a:cubicBezTo>
                <a:cubicBezTo>
                  <a:pt x="15" y="13"/>
                  <a:pt x="14" y="12"/>
                  <a:pt x="11" y="12"/>
                </a:cubicBezTo>
                <a:cubicBezTo>
                  <a:pt x="8" y="9"/>
                  <a:pt x="3" y="5"/>
                  <a:pt x="0" y="0"/>
                </a:cubicBezTo>
                <a:cubicBezTo>
                  <a:pt x="7" y="0"/>
                  <a:pt x="11" y="0"/>
                  <a:pt x="1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6"/>
          <p:cNvSpPr/>
          <p:nvPr/>
        </p:nvSpPr>
        <p:spPr>
          <a:xfrm>
            <a:off x="8874720" y="5303160"/>
            <a:ext cx="9720" cy="4680"/>
          </a:xfrm>
          <a:custGeom>
            <a:rect b="b" l="l" r="r" t="t"/>
            <a:pathLst>
              <a:path extrusionOk="0" h="13" w="27">
                <a:moveTo>
                  <a:pt x="14" y="1"/>
                </a:moveTo>
                <a:cubicBezTo>
                  <a:pt x="19" y="1"/>
                  <a:pt x="23" y="4"/>
                  <a:pt x="26" y="7"/>
                </a:cubicBezTo>
                <a:cubicBezTo>
                  <a:pt x="22" y="11"/>
                  <a:pt x="18" y="12"/>
                  <a:pt x="13" y="11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10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"/>
          <p:cNvSpPr/>
          <p:nvPr/>
        </p:nvSpPr>
        <p:spPr>
          <a:xfrm>
            <a:off x="8882640" y="5298480"/>
            <a:ext cx="5400" cy="9000"/>
          </a:xfrm>
          <a:custGeom>
            <a:rect b="b" l="l" r="r" t="t"/>
            <a:pathLst>
              <a:path extrusionOk="0" h="25" w="15">
                <a:moveTo>
                  <a:pt x="4" y="13"/>
                </a:moveTo>
                <a:cubicBezTo>
                  <a:pt x="1" y="9"/>
                  <a:pt x="0" y="6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6" y="1"/>
                  <a:pt x="9" y="5"/>
                  <a:pt x="11" y="8"/>
                </a:cubicBezTo>
                <a:cubicBezTo>
                  <a:pt x="13" y="12"/>
                  <a:pt x="14" y="18"/>
                  <a:pt x="14" y="23"/>
                </a:cubicBezTo>
                <a:lnTo>
                  <a:pt x="14" y="24"/>
                </a:lnTo>
                <a:cubicBezTo>
                  <a:pt x="10" y="21"/>
                  <a:pt x="7" y="19"/>
                  <a:pt x="4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6"/>
          <p:cNvSpPr/>
          <p:nvPr/>
        </p:nvSpPr>
        <p:spPr>
          <a:xfrm>
            <a:off x="8879760" y="525096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4" y="7"/>
                  <a:pt x="7" y="6"/>
                </a:cubicBezTo>
                <a:cubicBezTo>
                  <a:pt x="7" y="5"/>
                  <a:pt x="7" y="5"/>
                  <a:pt x="8" y="4"/>
                </a:cubicBezTo>
                <a:cubicBezTo>
                  <a:pt x="11" y="1"/>
                  <a:pt x="15" y="0"/>
                  <a:pt x="21" y="0"/>
                </a:cubicBezTo>
                <a:cubicBezTo>
                  <a:pt x="19" y="5"/>
                  <a:pt x="17" y="11"/>
                  <a:pt x="12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1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8876160" y="5249160"/>
            <a:ext cx="5040" cy="9360"/>
          </a:xfrm>
          <a:custGeom>
            <a:rect b="b" l="l" r="r" t="t"/>
            <a:pathLst>
              <a:path extrusionOk="0" h="26" w="14">
                <a:moveTo>
                  <a:pt x="2" y="9"/>
                </a:moveTo>
                <a:cubicBezTo>
                  <a:pt x="3" y="5"/>
                  <a:pt x="7" y="2"/>
                  <a:pt x="12" y="0"/>
                </a:cubicBezTo>
                <a:cubicBezTo>
                  <a:pt x="12" y="0"/>
                  <a:pt x="13" y="2"/>
                  <a:pt x="13" y="4"/>
                </a:cubicBezTo>
                <a:cubicBezTo>
                  <a:pt x="13" y="7"/>
                  <a:pt x="12" y="11"/>
                  <a:pt x="11" y="14"/>
                </a:cubicBezTo>
                <a:cubicBezTo>
                  <a:pt x="8" y="18"/>
                  <a:pt x="4" y="23"/>
                  <a:pt x="0" y="25"/>
                </a:cubicBezTo>
                <a:cubicBezTo>
                  <a:pt x="0" y="23"/>
                  <a:pt x="0" y="19"/>
                  <a:pt x="0" y="17"/>
                </a:cubicBezTo>
                <a:cubicBezTo>
                  <a:pt x="0" y="14"/>
                  <a:pt x="1" y="12"/>
                  <a:pt x="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6"/>
          <p:cNvSpPr/>
          <p:nvPr/>
        </p:nvSpPr>
        <p:spPr>
          <a:xfrm>
            <a:off x="8875440" y="5258520"/>
            <a:ext cx="9000" cy="5040"/>
          </a:xfrm>
          <a:custGeom>
            <a:rect b="b" l="l" r="r" t="t"/>
            <a:pathLst>
              <a:path extrusionOk="0" h="14" w="25">
                <a:moveTo>
                  <a:pt x="1" y="8"/>
                </a:moveTo>
                <a:cubicBezTo>
                  <a:pt x="3" y="6"/>
                  <a:pt x="8" y="3"/>
                  <a:pt x="10" y="2"/>
                </a:cubicBezTo>
                <a:cubicBezTo>
                  <a:pt x="14" y="0"/>
                  <a:pt x="19" y="2"/>
                  <a:pt x="24" y="3"/>
                </a:cubicBezTo>
                <a:cubicBezTo>
                  <a:pt x="21" y="7"/>
                  <a:pt x="19" y="9"/>
                  <a:pt x="15" y="11"/>
                </a:cubicBezTo>
                <a:cubicBezTo>
                  <a:pt x="11" y="9"/>
                  <a:pt x="4" y="9"/>
                  <a:pt x="0" y="13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9"/>
                  <a:pt x="1" y="9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6"/>
          <p:cNvSpPr/>
          <p:nvPr/>
        </p:nvSpPr>
        <p:spPr>
          <a:xfrm>
            <a:off x="8871480" y="5253840"/>
            <a:ext cx="4680" cy="10080"/>
          </a:xfrm>
          <a:custGeom>
            <a:rect b="b" l="l" r="r" t="t"/>
            <a:pathLst>
              <a:path extrusionOk="0" h="28" w="13">
                <a:moveTo>
                  <a:pt x="0" y="13"/>
                </a:moveTo>
                <a:cubicBezTo>
                  <a:pt x="2" y="8"/>
                  <a:pt x="6" y="5"/>
                  <a:pt x="9" y="0"/>
                </a:cubicBezTo>
                <a:cubicBezTo>
                  <a:pt x="10" y="2"/>
                  <a:pt x="12" y="7"/>
                  <a:pt x="12" y="11"/>
                </a:cubicBezTo>
                <a:cubicBezTo>
                  <a:pt x="12" y="12"/>
                  <a:pt x="12" y="14"/>
                  <a:pt x="10" y="15"/>
                </a:cubicBezTo>
                <a:cubicBezTo>
                  <a:pt x="9" y="20"/>
                  <a:pt x="7" y="24"/>
                  <a:pt x="3" y="27"/>
                </a:cubicBezTo>
                <a:cubicBezTo>
                  <a:pt x="3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0" y="15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6"/>
          <p:cNvSpPr/>
          <p:nvPr/>
        </p:nvSpPr>
        <p:spPr>
          <a:xfrm>
            <a:off x="886788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10" y="9"/>
                  <a:pt x="10" y="15"/>
                </a:cubicBezTo>
                <a:cubicBezTo>
                  <a:pt x="10" y="20"/>
                  <a:pt x="8" y="25"/>
                  <a:pt x="6" y="28"/>
                </a:cubicBezTo>
                <a:cubicBezTo>
                  <a:pt x="4" y="26"/>
                  <a:pt x="3" y="25"/>
                  <a:pt x="1" y="23"/>
                </a:cubicBezTo>
                <a:cubicBezTo>
                  <a:pt x="0" y="20"/>
                  <a:pt x="0" y="18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6"/>
          <p:cNvSpPr/>
          <p:nvPr/>
        </p:nvSpPr>
        <p:spPr>
          <a:xfrm>
            <a:off x="8865360" y="5267160"/>
            <a:ext cx="4320" cy="10440"/>
          </a:xfrm>
          <a:custGeom>
            <a:rect b="b" l="l" r="r" t="t"/>
            <a:pathLst>
              <a:path extrusionOk="0" h="29" w="12">
                <a:moveTo>
                  <a:pt x="1" y="0"/>
                </a:moveTo>
                <a:cubicBezTo>
                  <a:pt x="6" y="4"/>
                  <a:pt x="8" y="8"/>
                  <a:pt x="10" y="13"/>
                </a:cubicBezTo>
                <a:cubicBezTo>
                  <a:pt x="10" y="14"/>
                  <a:pt x="11" y="17"/>
                  <a:pt x="11" y="20"/>
                </a:cubicBezTo>
                <a:cubicBezTo>
                  <a:pt x="11" y="23"/>
                  <a:pt x="10" y="26"/>
                  <a:pt x="8" y="28"/>
                </a:cubicBezTo>
                <a:cubicBezTo>
                  <a:pt x="7" y="26"/>
                  <a:pt x="4" y="25"/>
                  <a:pt x="2" y="23"/>
                </a:cubicBezTo>
                <a:cubicBezTo>
                  <a:pt x="2" y="21"/>
                  <a:pt x="1" y="18"/>
                  <a:pt x="0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0" y="4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6"/>
          <p:cNvSpPr/>
          <p:nvPr/>
        </p:nvSpPr>
        <p:spPr>
          <a:xfrm>
            <a:off x="8863920" y="527544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9" y="6"/>
                  <a:pt x="11" y="9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4"/>
                  <a:pt x="14" y="25"/>
                </a:cubicBezTo>
                <a:cubicBezTo>
                  <a:pt x="11" y="24"/>
                  <a:pt x="9" y="23"/>
                  <a:pt x="7" y="21"/>
                </a:cubicBezTo>
                <a:cubicBezTo>
                  <a:pt x="6" y="20"/>
                  <a:pt x="4" y="17"/>
                  <a:pt x="3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1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8885520" y="5243400"/>
            <a:ext cx="21960" cy="72360"/>
          </a:xfrm>
          <a:custGeom>
            <a:rect b="b" l="l" r="r" t="t"/>
            <a:pathLst>
              <a:path extrusionOk="0" h="201" w="61">
                <a:moveTo>
                  <a:pt x="35" y="138"/>
                </a:moveTo>
                <a:lnTo>
                  <a:pt x="30" y="138"/>
                </a:lnTo>
                <a:lnTo>
                  <a:pt x="30" y="12"/>
                </a:lnTo>
                <a:cubicBezTo>
                  <a:pt x="35" y="24"/>
                  <a:pt x="35" y="37"/>
                  <a:pt x="35" y="47"/>
                </a:cubicBezTo>
                <a:lnTo>
                  <a:pt x="35" y="138"/>
                </a:lnTo>
                <a:moveTo>
                  <a:pt x="57" y="179"/>
                </a:moveTo>
                <a:cubicBezTo>
                  <a:pt x="52" y="183"/>
                  <a:pt x="44" y="185"/>
                  <a:pt x="36" y="187"/>
                </a:cubicBezTo>
                <a:cubicBezTo>
                  <a:pt x="39" y="183"/>
                  <a:pt x="40" y="174"/>
                  <a:pt x="40" y="165"/>
                </a:cubicBezTo>
                <a:cubicBezTo>
                  <a:pt x="40" y="158"/>
                  <a:pt x="39" y="152"/>
                  <a:pt x="37" y="147"/>
                </a:cubicBezTo>
                <a:lnTo>
                  <a:pt x="49" y="147"/>
                </a:lnTo>
                <a:cubicBezTo>
                  <a:pt x="55" y="147"/>
                  <a:pt x="58" y="143"/>
                  <a:pt x="58" y="140"/>
                </a:cubicBezTo>
                <a:cubicBezTo>
                  <a:pt x="58" y="136"/>
                  <a:pt x="55" y="134"/>
                  <a:pt x="53" y="134"/>
                </a:cubicBezTo>
                <a:cubicBezTo>
                  <a:pt x="50" y="134"/>
                  <a:pt x="47" y="136"/>
                  <a:pt x="47" y="139"/>
                </a:cubicBezTo>
                <a:cubicBezTo>
                  <a:pt x="47" y="140"/>
                  <a:pt x="47" y="141"/>
                  <a:pt x="47" y="141"/>
                </a:cubicBezTo>
                <a:cubicBezTo>
                  <a:pt x="49" y="142"/>
                  <a:pt x="49" y="143"/>
                  <a:pt x="47" y="143"/>
                </a:cubicBezTo>
                <a:lnTo>
                  <a:pt x="40" y="143"/>
                </a:lnTo>
                <a:lnTo>
                  <a:pt x="40" y="47"/>
                </a:lnTo>
                <a:cubicBezTo>
                  <a:pt x="40" y="34"/>
                  <a:pt x="40" y="19"/>
                  <a:pt x="32" y="5"/>
                </a:cubicBezTo>
                <a:lnTo>
                  <a:pt x="30" y="0"/>
                </a:lnTo>
                <a:lnTo>
                  <a:pt x="29" y="5"/>
                </a:lnTo>
                <a:cubicBezTo>
                  <a:pt x="21" y="19"/>
                  <a:pt x="21" y="34"/>
                  <a:pt x="21" y="47"/>
                </a:cubicBezTo>
                <a:lnTo>
                  <a:pt x="21" y="143"/>
                </a:lnTo>
                <a:lnTo>
                  <a:pt x="13" y="143"/>
                </a:lnTo>
                <a:cubicBezTo>
                  <a:pt x="12" y="143"/>
                  <a:pt x="12" y="142"/>
                  <a:pt x="12" y="141"/>
                </a:cubicBezTo>
                <a:cubicBezTo>
                  <a:pt x="13" y="141"/>
                  <a:pt x="13" y="140"/>
                  <a:pt x="13" y="139"/>
                </a:cubicBezTo>
                <a:cubicBezTo>
                  <a:pt x="13" y="136"/>
                  <a:pt x="11" y="134"/>
                  <a:pt x="8" y="134"/>
                </a:cubicBezTo>
                <a:cubicBezTo>
                  <a:pt x="6" y="134"/>
                  <a:pt x="3" y="136"/>
                  <a:pt x="3" y="140"/>
                </a:cubicBezTo>
                <a:cubicBezTo>
                  <a:pt x="3" y="143"/>
                  <a:pt x="6" y="147"/>
                  <a:pt x="12" y="147"/>
                </a:cubicBezTo>
                <a:lnTo>
                  <a:pt x="23" y="147"/>
                </a:lnTo>
                <a:cubicBezTo>
                  <a:pt x="21" y="152"/>
                  <a:pt x="21" y="158"/>
                  <a:pt x="21" y="165"/>
                </a:cubicBezTo>
                <a:cubicBezTo>
                  <a:pt x="21" y="174"/>
                  <a:pt x="22" y="183"/>
                  <a:pt x="24" y="187"/>
                </a:cubicBezTo>
                <a:cubicBezTo>
                  <a:pt x="15" y="185"/>
                  <a:pt x="9" y="183"/>
                  <a:pt x="3" y="179"/>
                </a:cubicBezTo>
                <a:lnTo>
                  <a:pt x="1" y="179"/>
                </a:lnTo>
                <a:lnTo>
                  <a:pt x="0" y="183"/>
                </a:lnTo>
                <a:lnTo>
                  <a:pt x="0" y="184"/>
                </a:lnTo>
                <a:cubicBezTo>
                  <a:pt x="7" y="187"/>
                  <a:pt x="12" y="187"/>
                  <a:pt x="19" y="190"/>
                </a:cubicBezTo>
                <a:cubicBezTo>
                  <a:pt x="19" y="190"/>
                  <a:pt x="23" y="191"/>
                  <a:pt x="26" y="191"/>
                </a:cubicBezTo>
                <a:cubicBezTo>
                  <a:pt x="25" y="192"/>
                  <a:pt x="25" y="193"/>
                  <a:pt x="25" y="196"/>
                </a:cubicBezTo>
                <a:cubicBezTo>
                  <a:pt x="25" y="198"/>
                  <a:pt x="28" y="200"/>
                  <a:pt x="30" y="200"/>
                </a:cubicBezTo>
                <a:cubicBezTo>
                  <a:pt x="33" y="200"/>
                  <a:pt x="35" y="198"/>
                  <a:pt x="35" y="196"/>
                </a:cubicBezTo>
                <a:cubicBezTo>
                  <a:pt x="35" y="193"/>
                  <a:pt x="34" y="192"/>
                  <a:pt x="33" y="191"/>
                </a:cubicBezTo>
                <a:cubicBezTo>
                  <a:pt x="36" y="191"/>
                  <a:pt x="42" y="190"/>
                  <a:pt x="42" y="190"/>
                </a:cubicBezTo>
                <a:cubicBezTo>
                  <a:pt x="47" y="187"/>
                  <a:pt x="53" y="187"/>
                  <a:pt x="58" y="184"/>
                </a:cubicBezTo>
                <a:lnTo>
                  <a:pt x="60" y="183"/>
                </a:lnTo>
                <a:lnTo>
                  <a:pt x="57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"/>
          <p:cNvSpPr/>
          <p:nvPr/>
        </p:nvSpPr>
        <p:spPr>
          <a:xfrm>
            <a:off x="181080" y="75240"/>
            <a:ext cx="2292120" cy="1034280"/>
          </a:xfrm>
          <a:custGeom>
            <a:rect b="b" l="l" r="r" t="t"/>
            <a:pathLst>
              <a:path extrusionOk="0" h="2873" w="6367">
                <a:moveTo>
                  <a:pt x="0" y="2872"/>
                </a:moveTo>
                <a:lnTo>
                  <a:pt x="6366" y="2872"/>
                </a:lnTo>
                <a:lnTo>
                  <a:pt x="6366" y="0"/>
                </a:lnTo>
                <a:lnTo>
                  <a:pt x="0" y="0"/>
                </a:lnTo>
                <a:lnTo>
                  <a:pt x="0" y="2872"/>
                </a:ln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4" name="Google Shape;254;p16"/>
          <p:cNvSpPr/>
          <p:nvPr/>
        </p:nvSpPr>
        <p:spPr>
          <a:xfrm>
            <a:off x="9170280" y="5368320"/>
            <a:ext cx="96120" cy="136800"/>
          </a:xfrm>
          <a:custGeom>
            <a:rect b="b" l="l" r="r" t="t"/>
            <a:pathLst>
              <a:path extrusionOk="0" h="380" w="267">
                <a:moveTo>
                  <a:pt x="240" y="0"/>
                </a:moveTo>
                <a:lnTo>
                  <a:pt x="240" y="222"/>
                </a:lnTo>
                <a:cubicBezTo>
                  <a:pt x="240" y="313"/>
                  <a:pt x="205" y="356"/>
                  <a:pt x="130" y="356"/>
                </a:cubicBezTo>
                <a:cubicBezTo>
                  <a:pt x="44" y="356"/>
                  <a:pt x="25" y="282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6"/>
                  <a:pt x="44" y="379"/>
                  <a:pt x="130" y="379"/>
                </a:cubicBezTo>
                <a:cubicBezTo>
                  <a:pt x="220" y="379"/>
                  <a:pt x="266" y="326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9284760" y="5402880"/>
            <a:ext cx="72360" cy="99360"/>
          </a:xfrm>
          <a:custGeom>
            <a:rect b="b" l="l" r="r" t="t"/>
            <a:pathLst>
              <a:path extrusionOk="0" h="276" w="201">
                <a:moveTo>
                  <a:pt x="109" y="0"/>
                </a:moveTo>
                <a:cubicBezTo>
                  <a:pt x="71" y="0"/>
                  <a:pt x="37" y="23"/>
                  <a:pt x="23" y="56"/>
                </a:cubicBezTo>
                <a:cubicBezTo>
                  <a:pt x="23" y="44"/>
                  <a:pt x="23" y="6"/>
                  <a:pt x="23" y="6"/>
                </a:cubicBezTo>
                <a:lnTo>
                  <a:pt x="0" y="6"/>
                </a:lnTo>
                <a:lnTo>
                  <a:pt x="0" y="275"/>
                </a:lnTo>
                <a:lnTo>
                  <a:pt x="23" y="275"/>
                </a:lnTo>
                <a:lnTo>
                  <a:pt x="23" y="129"/>
                </a:lnTo>
                <a:cubicBezTo>
                  <a:pt x="23" y="64"/>
                  <a:pt x="56" y="21"/>
                  <a:pt x="109" y="21"/>
                </a:cubicBezTo>
                <a:cubicBezTo>
                  <a:pt x="177" y="21"/>
                  <a:pt x="177" y="84"/>
                  <a:pt x="177" y="105"/>
                </a:cubicBezTo>
                <a:lnTo>
                  <a:pt x="177" y="275"/>
                </a:lnTo>
                <a:lnTo>
                  <a:pt x="200" y="275"/>
                </a:lnTo>
                <a:lnTo>
                  <a:pt x="200" y="109"/>
                </a:lnTo>
                <a:cubicBezTo>
                  <a:pt x="200" y="79"/>
                  <a:pt x="200" y="0"/>
                  <a:pt x="10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937620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57" name="Google Shape;257;p16"/>
          <p:cNvSpPr/>
          <p:nvPr/>
        </p:nvSpPr>
        <p:spPr>
          <a:xfrm>
            <a:off x="937620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58" name="Google Shape;258;p16"/>
          <p:cNvSpPr/>
          <p:nvPr/>
        </p:nvSpPr>
        <p:spPr>
          <a:xfrm>
            <a:off x="9394200" y="5405040"/>
            <a:ext cx="79560" cy="97200"/>
          </a:xfrm>
          <a:custGeom>
            <a:rect b="b" l="l" r="r" t="t"/>
            <a:pathLst>
              <a:path extrusionOk="0" h="270" w="221">
                <a:moveTo>
                  <a:pt x="195" y="0"/>
                </a:moveTo>
                <a:cubicBezTo>
                  <a:pt x="195" y="0"/>
                  <a:pt x="116" y="231"/>
                  <a:pt x="112" y="238"/>
                </a:cubicBezTo>
                <a:cubicBezTo>
                  <a:pt x="109" y="231"/>
                  <a:pt x="25" y="0"/>
                  <a:pt x="25" y="0"/>
                </a:cubicBezTo>
                <a:lnTo>
                  <a:pt x="0" y="0"/>
                </a:lnTo>
                <a:lnTo>
                  <a:pt x="100" y="269"/>
                </a:lnTo>
                <a:lnTo>
                  <a:pt x="126" y="269"/>
                </a:lnTo>
                <a:lnTo>
                  <a:pt x="220" y="0"/>
                </a:lnTo>
                <a:lnTo>
                  <a:pt x="195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6"/>
          <p:cNvSpPr/>
          <p:nvPr/>
        </p:nvSpPr>
        <p:spPr>
          <a:xfrm>
            <a:off x="9477000" y="5402880"/>
            <a:ext cx="80280" cy="101520"/>
          </a:xfrm>
          <a:custGeom>
            <a:rect b="b" l="l" r="r" t="t"/>
            <a:pathLst>
              <a:path extrusionOk="0" h="282" w="223">
                <a:moveTo>
                  <a:pt x="111" y="23"/>
                </a:moveTo>
                <a:cubicBezTo>
                  <a:pt x="166" y="23"/>
                  <a:pt x="196" y="73"/>
                  <a:pt x="198" y="124"/>
                </a:cubicBezTo>
                <a:cubicBezTo>
                  <a:pt x="194" y="124"/>
                  <a:pt x="28" y="124"/>
                  <a:pt x="22" y="124"/>
                </a:cubicBezTo>
                <a:cubicBezTo>
                  <a:pt x="28" y="73"/>
                  <a:pt x="58" y="23"/>
                  <a:pt x="111" y="23"/>
                </a:cubicBezTo>
                <a:moveTo>
                  <a:pt x="111" y="0"/>
                </a:moveTo>
                <a:cubicBezTo>
                  <a:pt x="82" y="0"/>
                  <a:pt x="56" y="12"/>
                  <a:pt x="37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7"/>
                  <a:pt x="11" y="224"/>
                  <a:pt x="34" y="249"/>
                </a:cubicBezTo>
                <a:cubicBezTo>
                  <a:pt x="53" y="269"/>
                  <a:pt x="79" y="281"/>
                  <a:pt x="111" y="281"/>
                </a:cubicBezTo>
                <a:cubicBezTo>
                  <a:pt x="171" y="281"/>
                  <a:pt x="209" y="247"/>
                  <a:pt x="219" y="184"/>
                </a:cubicBezTo>
                <a:lnTo>
                  <a:pt x="219" y="181"/>
                </a:lnTo>
                <a:lnTo>
                  <a:pt x="197" y="181"/>
                </a:lnTo>
                <a:lnTo>
                  <a:pt x="197" y="183"/>
                </a:lnTo>
                <a:cubicBezTo>
                  <a:pt x="189" y="231"/>
                  <a:pt x="157" y="260"/>
                  <a:pt x="111" y="260"/>
                </a:cubicBezTo>
                <a:cubicBezTo>
                  <a:pt x="86" y="260"/>
                  <a:pt x="67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2" y="146"/>
                  <a:pt x="222" y="146"/>
                </a:cubicBezTo>
                <a:lnTo>
                  <a:pt x="222" y="143"/>
                </a:lnTo>
                <a:cubicBezTo>
                  <a:pt x="222" y="140"/>
                  <a:pt x="222" y="136"/>
                  <a:pt x="222" y="134"/>
                </a:cubicBezTo>
                <a:cubicBezTo>
                  <a:pt x="222" y="92"/>
                  <a:pt x="211" y="58"/>
                  <a:pt x="189" y="34"/>
                </a:cubicBezTo>
                <a:cubicBezTo>
                  <a:pt x="170" y="12"/>
                  <a:pt x="143" y="0"/>
                  <a:pt x="11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6"/>
          <p:cNvSpPr/>
          <p:nvPr/>
        </p:nvSpPr>
        <p:spPr>
          <a:xfrm>
            <a:off x="9570600" y="5404320"/>
            <a:ext cx="42840" cy="97920"/>
          </a:xfrm>
          <a:custGeom>
            <a:rect b="b" l="l" r="r" t="t"/>
            <a:pathLst>
              <a:path extrusionOk="0" h="272" w="119">
                <a:moveTo>
                  <a:pt x="22" y="56"/>
                </a:moveTo>
                <a:cubicBezTo>
                  <a:pt x="22" y="44"/>
                  <a:pt x="22" y="2"/>
                  <a:pt x="22" y="2"/>
                </a:cubicBezTo>
                <a:lnTo>
                  <a:pt x="0" y="2"/>
                </a:lnTo>
                <a:lnTo>
                  <a:pt x="0" y="271"/>
                </a:lnTo>
                <a:lnTo>
                  <a:pt x="22" y="271"/>
                </a:lnTo>
                <a:lnTo>
                  <a:pt x="22" y="123"/>
                </a:lnTo>
                <a:cubicBezTo>
                  <a:pt x="24" y="84"/>
                  <a:pt x="32" y="69"/>
                  <a:pt x="50" y="50"/>
                </a:cubicBezTo>
                <a:cubicBezTo>
                  <a:pt x="75" y="22"/>
                  <a:pt x="106" y="24"/>
                  <a:pt x="116" y="25"/>
                </a:cubicBezTo>
                <a:lnTo>
                  <a:pt x="118" y="26"/>
                </a:lnTo>
                <a:lnTo>
                  <a:pt x="118" y="1"/>
                </a:lnTo>
                <a:lnTo>
                  <a:pt x="117" y="1"/>
                </a:lnTo>
                <a:cubicBezTo>
                  <a:pt x="75" y="0"/>
                  <a:pt x="35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6"/>
          <p:cNvSpPr/>
          <p:nvPr/>
        </p:nvSpPr>
        <p:spPr>
          <a:xfrm>
            <a:off x="9615600" y="5402880"/>
            <a:ext cx="72360" cy="101520"/>
          </a:xfrm>
          <a:custGeom>
            <a:rect b="b" l="l" r="r" t="t"/>
            <a:pathLst>
              <a:path extrusionOk="0" h="282" w="201">
                <a:moveTo>
                  <a:pt x="110" y="127"/>
                </a:moveTo>
                <a:lnTo>
                  <a:pt x="104" y="124"/>
                </a:lnTo>
                <a:cubicBezTo>
                  <a:pt x="66" y="116"/>
                  <a:pt x="31" y="109"/>
                  <a:pt x="31" y="71"/>
                </a:cubicBezTo>
                <a:cubicBezTo>
                  <a:pt x="31" y="36"/>
                  <a:pt x="66" y="23"/>
                  <a:pt x="99" y="23"/>
                </a:cubicBezTo>
                <a:cubicBezTo>
                  <a:pt x="126" y="23"/>
                  <a:pt x="169" y="31"/>
                  <a:pt x="170" y="88"/>
                </a:cubicBezTo>
                <a:lnTo>
                  <a:pt x="170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59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0"/>
                  <a:pt x="95" y="148"/>
                </a:cubicBezTo>
                <a:lnTo>
                  <a:pt x="101" y="149"/>
                </a:lnTo>
                <a:cubicBezTo>
                  <a:pt x="140" y="158"/>
                  <a:pt x="177" y="166"/>
                  <a:pt x="177" y="206"/>
                </a:cubicBezTo>
                <a:cubicBezTo>
                  <a:pt x="177" y="254"/>
                  <a:pt x="123" y="260"/>
                  <a:pt x="101" y="260"/>
                </a:cubicBezTo>
                <a:cubicBezTo>
                  <a:pt x="56" y="260"/>
                  <a:pt x="25" y="230"/>
                  <a:pt x="22" y="185"/>
                </a:cubicBezTo>
                <a:lnTo>
                  <a:pt x="22" y="183"/>
                </a:lnTo>
                <a:lnTo>
                  <a:pt x="0" y="183"/>
                </a:lnTo>
                <a:lnTo>
                  <a:pt x="0" y="185"/>
                </a:lnTo>
                <a:cubicBezTo>
                  <a:pt x="1" y="244"/>
                  <a:pt x="41" y="281"/>
                  <a:pt x="101" y="281"/>
                </a:cubicBezTo>
                <a:cubicBezTo>
                  <a:pt x="125" y="281"/>
                  <a:pt x="200" y="275"/>
                  <a:pt x="200" y="206"/>
                </a:cubicBezTo>
                <a:cubicBezTo>
                  <a:pt x="200" y="148"/>
                  <a:pt x="159" y="136"/>
                  <a:pt x="110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6"/>
          <p:cNvSpPr/>
          <p:nvPr/>
        </p:nvSpPr>
        <p:spPr>
          <a:xfrm>
            <a:off x="970344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63" name="Google Shape;263;p16"/>
          <p:cNvSpPr/>
          <p:nvPr/>
        </p:nvSpPr>
        <p:spPr>
          <a:xfrm>
            <a:off x="9721800" y="5375880"/>
            <a:ext cx="124920" cy="159840"/>
          </a:xfrm>
          <a:custGeom>
            <a:rect b="b" l="l" r="r" t="t"/>
            <a:pathLst>
              <a:path extrusionOk="0" h="444" w="347">
                <a:moveTo>
                  <a:pt x="68" y="81"/>
                </a:moveTo>
                <a:cubicBezTo>
                  <a:pt x="68" y="77"/>
                  <a:pt x="68" y="0"/>
                  <a:pt x="68" y="0"/>
                </a:cubicBezTo>
                <a:lnTo>
                  <a:pt x="45" y="0"/>
                </a:lnTo>
                <a:cubicBezTo>
                  <a:pt x="45" y="0"/>
                  <a:pt x="45" y="77"/>
                  <a:pt x="45" y="81"/>
                </a:cubicBezTo>
                <a:cubicBezTo>
                  <a:pt x="42" y="81"/>
                  <a:pt x="0" y="81"/>
                  <a:pt x="0" y="81"/>
                </a:cubicBezTo>
                <a:lnTo>
                  <a:pt x="0" y="102"/>
                </a:lnTo>
                <a:cubicBezTo>
                  <a:pt x="0" y="102"/>
                  <a:pt x="42" y="102"/>
                  <a:pt x="45" y="102"/>
                </a:cubicBezTo>
                <a:cubicBezTo>
                  <a:pt x="45" y="107"/>
                  <a:pt x="45" y="283"/>
                  <a:pt x="45" y="283"/>
                </a:cubicBezTo>
                <a:cubicBezTo>
                  <a:pt x="45" y="284"/>
                  <a:pt x="45" y="287"/>
                  <a:pt x="45" y="288"/>
                </a:cubicBezTo>
                <a:cubicBezTo>
                  <a:pt x="45" y="308"/>
                  <a:pt x="51" y="324"/>
                  <a:pt x="60" y="333"/>
                </a:cubicBezTo>
                <a:cubicBezTo>
                  <a:pt x="75" y="348"/>
                  <a:pt x="99" y="350"/>
                  <a:pt x="119" y="348"/>
                </a:cubicBezTo>
                <a:lnTo>
                  <a:pt x="121" y="347"/>
                </a:lnTo>
                <a:lnTo>
                  <a:pt x="121" y="326"/>
                </a:lnTo>
                <a:lnTo>
                  <a:pt x="118" y="326"/>
                </a:lnTo>
                <a:cubicBezTo>
                  <a:pt x="98" y="327"/>
                  <a:pt x="85" y="326"/>
                  <a:pt x="77" y="318"/>
                </a:cubicBezTo>
                <a:cubicBezTo>
                  <a:pt x="71" y="311"/>
                  <a:pt x="68" y="300"/>
                  <a:pt x="68" y="283"/>
                </a:cubicBezTo>
                <a:cubicBezTo>
                  <a:pt x="68" y="283"/>
                  <a:pt x="68" y="107"/>
                  <a:pt x="68" y="102"/>
                </a:cubicBezTo>
                <a:cubicBezTo>
                  <a:pt x="72" y="102"/>
                  <a:pt x="117" y="102"/>
                  <a:pt x="130" y="102"/>
                </a:cubicBezTo>
                <a:cubicBezTo>
                  <a:pt x="154" y="165"/>
                  <a:pt x="224" y="343"/>
                  <a:pt x="225" y="344"/>
                </a:cubicBezTo>
                <a:cubicBezTo>
                  <a:pt x="214" y="378"/>
                  <a:pt x="207" y="398"/>
                  <a:pt x="201" y="405"/>
                </a:cubicBezTo>
                <a:cubicBezTo>
                  <a:pt x="189" y="417"/>
                  <a:pt x="177" y="422"/>
                  <a:pt x="151" y="422"/>
                </a:cubicBezTo>
                <a:lnTo>
                  <a:pt x="149" y="422"/>
                </a:lnTo>
                <a:lnTo>
                  <a:pt x="149" y="443"/>
                </a:lnTo>
                <a:lnTo>
                  <a:pt x="151" y="443"/>
                </a:lnTo>
                <a:cubicBezTo>
                  <a:pt x="179" y="443"/>
                  <a:pt x="196" y="442"/>
                  <a:pt x="209" y="431"/>
                </a:cubicBezTo>
                <a:cubicBezTo>
                  <a:pt x="219" y="422"/>
                  <a:pt x="228" y="403"/>
                  <a:pt x="238" y="375"/>
                </a:cubicBezTo>
                <a:lnTo>
                  <a:pt x="346" y="81"/>
                </a:lnTo>
                <a:lnTo>
                  <a:pt x="320" y="81"/>
                </a:lnTo>
                <a:cubicBezTo>
                  <a:pt x="320" y="81"/>
                  <a:pt x="240" y="306"/>
                  <a:pt x="237" y="316"/>
                </a:cubicBezTo>
                <a:cubicBezTo>
                  <a:pt x="234" y="306"/>
                  <a:pt x="148" y="81"/>
                  <a:pt x="148" y="81"/>
                </a:cubicBezTo>
                <a:lnTo>
                  <a:pt x="68" y="8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6"/>
          <p:cNvSpPr/>
          <p:nvPr/>
        </p:nvSpPr>
        <p:spPr>
          <a:xfrm>
            <a:off x="970344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65" name="Google Shape;265;p16"/>
          <p:cNvSpPr/>
          <p:nvPr/>
        </p:nvSpPr>
        <p:spPr>
          <a:xfrm>
            <a:off x="9308520" y="5208480"/>
            <a:ext cx="133920" cy="140040"/>
          </a:xfrm>
          <a:custGeom>
            <a:rect b="b" l="l" r="r" t="t"/>
            <a:pathLst>
              <a:path extrusionOk="0" h="389" w="372">
                <a:moveTo>
                  <a:pt x="185" y="26"/>
                </a:moveTo>
                <a:cubicBezTo>
                  <a:pt x="110" y="26"/>
                  <a:pt x="57" y="87"/>
                  <a:pt x="57" y="187"/>
                </a:cubicBezTo>
                <a:cubicBezTo>
                  <a:pt x="57" y="307"/>
                  <a:pt x="123" y="360"/>
                  <a:pt x="186" y="360"/>
                </a:cubicBezTo>
                <a:cubicBezTo>
                  <a:pt x="263" y="360"/>
                  <a:pt x="313" y="298"/>
                  <a:pt x="313" y="200"/>
                </a:cubicBezTo>
                <a:cubicBezTo>
                  <a:pt x="314" y="94"/>
                  <a:pt x="263" y="26"/>
                  <a:pt x="185" y="26"/>
                </a:cubicBezTo>
                <a:moveTo>
                  <a:pt x="182" y="386"/>
                </a:moveTo>
                <a:cubicBezTo>
                  <a:pt x="83" y="384"/>
                  <a:pt x="0" y="302"/>
                  <a:pt x="2" y="189"/>
                </a:cubicBezTo>
                <a:cubicBezTo>
                  <a:pt x="4" y="100"/>
                  <a:pt x="71" y="0"/>
                  <a:pt x="192" y="3"/>
                </a:cubicBezTo>
                <a:cubicBezTo>
                  <a:pt x="277" y="4"/>
                  <a:pt x="371" y="73"/>
                  <a:pt x="369" y="199"/>
                </a:cubicBezTo>
                <a:cubicBezTo>
                  <a:pt x="366" y="323"/>
                  <a:pt x="268" y="388"/>
                  <a:pt x="182" y="38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"/>
          <p:cNvSpPr/>
          <p:nvPr/>
        </p:nvSpPr>
        <p:spPr>
          <a:xfrm>
            <a:off x="9780120" y="5211360"/>
            <a:ext cx="117720" cy="134280"/>
          </a:xfrm>
          <a:custGeom>
            <a:rect b="b" l="l" r="r" t="t"/>
            <a:pathLst>
              <a:path extrusionOk="0" h="373" w="327">
                <a:moveTo>
                  <a:pt x="326" y="6"/>
                </a:moveTo>
                <a:lnTo>
                  <a:pt x="326" y="0"/>
                </a:lnTo>
                <a:lnTo>
                  <a:pt x="227" y="0"/>
                </a:lnTo>
                <a:lnTo>
                  <a:pt x="227" y="6"/>
                </a:lnTo>
                <a:cubicBezTo>
                  <a:pt x="247" y="7"/>
                  <a:pt x="252" y="11"/>
                  <a:pt x="252" y="41"/>
                </a:cubicBezTo>
                <a:lnTo>
                  <a:pt x="252" y="171"/>
                </a:lnTo>
                <a:lnTo>
                  <a:pt x="74" y="171"/>
                </a:lnTo>
                <a:lnTo>
                  <a:pt x="74" y="41"/>
                </a:lnTo>
                <a:cubicBezTo>
                  <a:pt x="74" y="11"/>
                  <a:pt x="79" y="7"/>
                  <a:pt x="99" y="6"/>
                </a:cubicBezTo>
                <a:lnTo>
                  <a:pt x="99" y="0"/>
                </a:lnTo>
                <a:lnTo>
                  <a:pt x="0" y="0"/>
                </a:lnTo>
                <a:lnTo>
                  <a:pt x="0" y="6"/>
                </a:lnTo>
                <a:cubicBezTo>
                  <a:pt x="19" y="7"/>
                  <a:pt x="25" y="11"/>
                  <a:pt x="25" y="41"/>
                </a:cubicBezTo>
                <a:lnTo>
                  <a:pt x="25" y="332"/>
                </a:lnTo>
                <a:cubicBezTo>
                  <a:pt x="25" y="363"/>
                  <a:pt x="19" y="366"/>
                  <a:pt x="0" y="367"/>
                </a:cubicBezTo>
                <a:lnTo>
                  <a:pt x="0" y="372"/>
                </a:lnTo>
                <a:lnTo>
                  <a:pt x="99" y="372"/>
                </a:lnTo>
                <a:lnTo>
                  <a:pt x="99" y="367"/>
                </a:lnTo>
                <a:cubicBezTo>
                  <a:pt x="79" y="366"/>
                  <a:pt x="74" y="363"/>
                  <a:pt x="74" y="332"/>
                </a:cubicBezTo>
                <a:lnTo>
                  <a:pt x="74" y="193"/>
                </a:lnTo>
                <a:lnTo>
                  <a:pt x="252" y="193"/>
                </a:lnTo>
                <a:lnTo>
                  <a:pt x="252" y="332"/>
                </a:lnTo>
                <a:cubicBezTo>
                  <a:pt x="252" y="363"/>
                  <a:pt x="247" y="366"/>
                  <a:pt x="227" y="367"/>
                </a:cubicBezTo>
                <a:lnTo>
                  <a:pt x="227" y="372"/>
                </a:lnTo>
                <a:lnTo>
                  <a:pt x="326" y="372"/>
                </a:lnTo>
                <a:lnTo>
                  <a:pt x="326" y="367"/>
                </a:lnTo>
                <a:cubicBezTo>
                  <a:pt x="306" y="366"/>
                  <a:pt x="301" y="363"/>
                  <a:pt x="301" y="332"/>
                </a:cubicBezTo>
                <a:lnTo>
                  <a:pt x="301" y="41"/>
                </a:lnTo>
                <a:cubicBezTo>
                  <a:pt x="301" y="11"/>
                  <a:pt x="306" y="7"/>
                  <a:pt x="326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6"/>
          <p:cNvSpPr/>
          <p:nvPr/>
        </p:nvSpPr>
        <p:spPr>
          <a:xfrm>
            <a:off x="9450000" y="5211360"/>
            <a:ext cx="115200" cy="134280"/>
          </a:xfrm>
          <a:custGeom>
            <a:rect b="b" l="l" r="r" t="t"/>
            <a:pathLst>
              <a:path extrusionOk="0" h="373" w="320">
                <a:moveTo>
                  <a:pt x="1" y="0"/>
                </a:moveTo>
                <a:lnTo>
                  <a:pt x="1" y="6"/>
                </a:lnTo>
                <a:cubicBezTo>
                  <a:pt x="20" y="6"/>
                  <a:pt x="25" y="8"/>
                  <a:pt x="25" y="31"/>
                </a:cubicBezTo>
                <a:lnTo>
                  <a:pt x="25" y="332"/>
                </a:lnTo>
                <a:cubicBezTo>
                  <a:pt x="25" y="363"/>
                  <a:pt x="20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5" y="366"/>
                  <a:pt x="50" y="363"/>
                  <a:pt x="50" y="332"/>
                </a:cubicBezTo>
                <a:lnTo>
                  <a:pt x="50" y="62"/>
                </a:lnTo>
                <a:cubicBezTo>
                  <a:pt x="50" y="66"/>
                  <a:pt x="244" y="319"/>
                  <a:pt x="286" y="372"/>
                </a:cubicBezTo>
                <a:lnTo>
                  <a:pt x="293" y="372"/>
                </a:lnTo>
                <a:lnTo>
                  <a:pt x="293" y="31"/>
                </a:lnTo>
                <a:cubicBezTo>
                  <a:pt x="293" y="8"/>
                  <a:pt x="299" y="6"/>
                  <a:pt x="319" y="6"/>
                </a:cubicBezTo>
                <a:lnTo>
                  <a:pt x="319" y="0"/>
                </a:lnTo>
                <a:lnTo>
                  <a:pt x="245" y="0"/>
                </a:lnTo>
                <a:lnTo>
                  <a:pt x="245" y="6"/>
                </a:lnTo>
                <a:cubicBezTo>
                  <a:pt x="263" y="6"/>
                  <a:pt x="269" y="8"/>
                  <a:pt x="269" y="31"/>
                </a:cubicBezTo>
                <a:lnTo>
                  <a:pt x="269" y="267"/>
                </a:lnTo>
                <a:lnTo>
                  <a:pt x="66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6"/>
          <p:cNvSpPr/>
          <p:nvPr/>
        </p:nvSpPr>
        <p:spPr>
          <a:xfrm>
            <a:off x="9565920" y="5211360"/>
            <a:ext cx="117000" cy="134280"/>
          </a:xfrm>
          <a:custGeom>
            <a:rect b="b" l="l" r="r" t="t"/>
            <a:pathLst>
              <a:path extrusionOk="0" h="373" w="325">
                <a:moveTo>
                  <a:pt x="91" y="239"/>
                </a:moveTo>
                <a:cubicBezTo>
                  <a:pt x="115" y="180"/>
                  <a:pt x="149" y="85"/>
                  <a:pt x="149" y="85"/>
                </a:cubicBezTo>
                <a:cubicBezTo>
                  <a:pt x="149" y="85"/>
                  <a:pt x="180" y="170"/>
                  <a:pt x="206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6"/>
                  <a:pt x="60" y="251"/>
                  <a:pt x="32" y="322"/>
                </a:cubicBezTo>
                <a:cubicBezTo>
                  <a:pt x="26" y="335"/>
                  <a:pt x="19" y="354"/>
                  <a:pt x="13" y="362"/>
                </a:cubicBezTo>
                <a:cubicBezTo>
                  <a:pt x="8" y="366"/>
                  <a:pt x="3" y="367"/>
                  <a:pt x="0" y="367"/>
                </a:cubicBezTo>
                <a:lnTo>
                  <a:pt x="0" y="372"/>
                </a:lnTo>
                <a:lnTo>
                  <a:pt x="66" y="372"/>
                </a:lnTo>
                <a:lnTo>
                  <a:pt x="66" y="367"/>
                </a:lnTo>
                <a:cubicBezTo>
                  <a:pt x="61" y="367"/>
                  <a:pt x="49" y="367"/>
                  <a:pt x="49" y="357"/>
                </a:cubicBezTo>
                <a:cubicBezTo>
                  <a:pt x="49" y="353"/>
                  <a:pt x="49" y="350"/>
                  <a:pt x="50" y="346"/>
                </a:cubicBezTo>
                <a:cubicBezTo>
                  <a:pt x="52" y="339"/>
                  <a:pt x="65" y="303"/>
                  <a:pt x="83" y="262"/>
                </a:cubicBezTo>
                <a:lnTo>
                  <a:pt x="215" y="262"/>
                </a:lnTo>
                <a:cubicBezTo>
                  <a:pt x="228" y="298"/>
                  <a:pt x="240" y="327"/>
                  <a:pt x="246" y="340"/>
                </a:cubicBezTo>
                <a:cubicBezTo>
                  <a:pt x="247" y="344"/>
                  <a:pt x="250" y="352"/>
                  <a:pt x="250" y="357"/>
                </a:cubicBezTo>
                <a:cubicBezTo>
                  <a:pt x="250" y="367"/>
                  <a:pt x="243" y="367"/>
                  <a:pt x="233" y="367"/>
                </a:cubicBezTo>
                <a:lnTo>
                  <a:pt x="233" y="372"/>
                </a:lnTo>
                <a:lnTo>
                  <a:pt x="324" y="372"/>
                </a:lnTo>
                <a:lnTo>
                  <a:pt x="324" y="367"/>
                </a:lnTo>
                <a:cubicBezTo>
                  <a:pt x="313" y="366"/>
                  <a:pt x="310" y="364"/>
                  <a:pt x="302" y="344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6"/>
          <p:cNvSpPr/>
          <p:nvPr/>
        </p:nvSpPr>
        <p:spPr>
          <a:xfrm>
            <a:off x="9163800" y="5211360"/>
            <a:ext cx="136800" cy="134280"/>
          </a:xfrm>
          <a:custGeom>
            <a:rect b="b" l="l" r="r" t="t"/>
            <a:pathLst>
              <a:path extrusionOk="0" h="373" w="380">
                <a:moveTo>
                  <a:pt x="0" y="0"/>
                </a:moveTo>
                <a:lnTo>
                  <a:pt x="0" y="6"/>
                </a:lnTo>
                <a:cubicBezTo>
                  <a:pt x="11" y="6"/>
                  <a:pt x="17" y="7"/>
                  <a:pt x="21" y="12"/>
                </a:cubicBezTo>
                <a:cubicBezTo>
                  <a:pt x="22" y="13"/>
                  <a:pt x="23" y="15"/>
                  <a:pt x="23" y="17"/>
                </a:cubicBezTo>
                <a:cubicBezTo>
                  <a:pt x="24" y="19"/>
                  <a:pt x="24" y="21"/>
                  <a:pt x="24" y="24"/>
                </a:cubicBezTo>
                <a:cubicBezTo>
                  <a:pt x="24" y="26"/>
                  <a:pt x="24" y="28"/>
                  <a:pt x="24" y="31"/>
                </a:cubicBezTo>
                <a:lnTo>
                  <a:pt x="24" y="332"/>
                </a:lnTo>
                <a:cubicBezTo>
                  <a:pt x="24" y="363"/>
                  <a:pt x="19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4" y="366"/>
                  <a:pt x="49" y="363"/>
                  <a:pt x="49" y="332"/>
                </a:cubicBezTo>
                <a:lnTo>
                  <a:pt x="49" y="75"/>
                </a:lnTo>
                <a:cubicBezTo>
                  <a:pt x="49" y="70"/>
                  <a:pt x="47" y="60"/>
                  <a:pt x="47" y="60"/>
                </a:cubicBezTo>
                <a:lnTo>
                  <a:pt x="52" y="75"/>
                </a:lnTo>
                <a:lnTo>
                  <a:pt x="173" y="371"/>
                </a:lnTo>
                <a:lnTo>
                  <a:pt x="180" y="371"/>
                </a:lnTo>
                <a:lnTo>
                  <a:pt x="302" y="65"/>
                </a:lnTo>
                <a:lnTo>
                  <a:pt x="306" y="53"/>
                </a:lnTo>
                <a:cubicBezTo>
                  <a:pt x="306" y="53"/>
                  <a:pt x="305" y="59"/>
                  <a:pt x="305" y="65"/>
                </a:cubicBezTo>
                <a:lnTo>
                  <a:pt x="305" y="332"/>
                </a:lnTo>
                <a:cubicBezTo>
                  <a:pt x="305" y="363"/>
                  <a:pt x="300" y="366"/>
                  <a:pt x="280" y="367"/>
                </a:cubicBezTo>
                <a:lnTo>
                  <a:pt x="280" y="372"/>
                </a:lnTo>
                <a:lnTo>
                  <a:pt x="379" y="372"/>
                </a:lnTo>
                <a:lnTo>
                  <a:pt x="379" y="367"/>
                </a:lnTo>
                <a:cubicBezTo>
                  <a:pt x="359" y="366"/>
                  <a:pt x="354" y="363"/>
                  <a:pt x="354" y="332"/>
                </a:cubicBezTo>
                <a:lnTo>
                  <a:pt x="354" y="31"/>
                </a:lnTo>
                <a:cubicBezTo>
                  <a:pt x="354" y="8"/>
                  <a:pt x="359" y="6"/>
                  <a:pt x="378" y="6"/>
                </a:cubicBezTo>
                <a:lnTo>
                  <a:pt x="378" y="0"/>
                </a:lnTo>
                <a:lnTo>
                  <a:pt x="301" y="0"/>
                </a:lnTo>
                <a:lnTo>
                  <a:pt x="191" y="281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6"/>
          <p:cNvSpPr/>
          <p:nvPr/>
        </p:nvSpPr>
        <p:spPr>
          <a:xfrm>
            <a:off x="9687960" y="5209560"/>
            <a:ext cx="76320" cy="138240"/>
          </a:xfrm>
          <a:custGeom>
            <a:rect b="b" l="l" r="r" t="t"/>
            <a:pathLst>
              <a:path extrusionOk="0" h="384" w="212">
                <a:moveTo>
                  <a:pt x="1" y="352"/>
                </a:moveTo>
                <a:cubicBezTo>
                  <a:pt x="25" y="367"/>
                  <a:pt x="60" y="383"/>
                  <a:pt x="97" y="383"/>
                </a:cubicBezTo>
                <a:cubicBezTo>
                  <a:pt x="97" y="383"/>
                  <a:pt x="98" y="383"/>
                  <a:pt x="99" y="383"/>
                </a:cubicBezTo>
                <a:cubicBezTo>
                  <a:pt x="153" y="383"/>
                  <a:pt x="211" y="339"/>
                  <a:pt x="211" y="271"/>
                </a:cubicBezTo>
                <a:cubicBezTo>
                  <a:pt x="211" y="198"/>
                  <a:pt x="162" y="181"/>
                  <a:pt x="114" y="155"/>
                </a:cubicBezTo>
                <a:cubicBezTo>
                  <a:pt x="64" y="129"/>
                  <a:pt x="43" y="116"/>
                  <a:pt x="43" y="82"/>
                </a:cubicBezTo>
                <a:cubicBezTo>
                  <a:pt x="43" y="58"/>
                  <a:pt x="56" y="23"/>
                  <a:pt x="100" y="23"/>
                </a:cubicBezTo>
                <a:cubicBezTo>
                  <a:pt x="115" y="23"/>
                  <a:pt x="127" y="26"/>
                  <a:pt x="138" y="32"/>
                </a:cubicBezTo>
                <a:cubicBezTo>
                  <a:pt x="172" y="55"/>
                  <a:pt x="174" y="84"/>
                  <a:pt x="179" y="102"/>
                </a:cubicBezTo>
                <a:lnTo>
                  <a:pt x="184" y="102"/>
                </a:lnTo>
                <a:lnTo>
                  <a:pt x="181" y="18"/>
                </a:lnTo>
                <a:cubicBezTo>
                  <a:pt x="159" y="8"/>
                  <a:pt x="141" y="4"/>
                  <a:pt x="128" y="2"/>
                </a:cubicBezTo>
                <a:cubicBezTo>
                  <a:pt x="121" y="1"/>
                  <a:pt x="114" y="0"/>
                  <a:pt x="108" y="0"/>
                </a:cubicBezTo>
                <a:cubicBezTo>
                  <a:pt x="58" y="0"/>
                  <a:pt x="1" y="32"/>
                  <a:pt x="1" y="98"/>
                </a:cubicBezTo>
                <a:cubicBezTo>
                  <a:pt x="1" y="143"/>
                  <a:pt x="26" y="171"/>
                  <a:pt x="77" y="198"/>
                </a:cubicBezTo>
                <a:cubicBezTo>
                  <a:pt x="126" y="224"/>
                  <a:pt x="163" y="235"/>
                  <a:pt x="163" y="287"/>
                </a:cubicBezTo>
                <a:cubicBezTo>
                  <a:pt x="163" y="314"/>
                  <a:pt x="149" y="360"/>
                  <a:pt x="94" y="360"/>
                </a:cubicBezTo>
                <a:cubicBezTo>
                  <a:pt x="72" y="360"/>
                  <a:pt x="53" y="352"/>
                  <a:pt x="40" y="340"/>
                </a:cubicBezTo>
                <a:cubicBezTo>
                  <a:pt x="7" y="307"/>
                  <a:pt x="8" y="281"/>
                  <a:pt x="6" y="270"/>
                </a:cubicBezTo>
                <a:lnTo>
                  <a:pt x="0" y="270"/>
                </a:lnTo>
                <a:lnTo>
                  <a:pt x="1" y="3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6"/>
          <p:cNvSpPr/>
          <p:nvPr/>
        </p:nvSpPr>
        <p:spPr>
          <a:xfrm>
            <a:off x="8849880" y="5361840"/>
            <a:ext cx="254520" cy="145080"/>
          </a:xfrm>
          <a:custGeom>
            <a:rect b="b" l="l" r="r" t="t"/>
            <a:pathLst>
              <a:path extrusionOk="0" h="403" w="707">
                <a:moveTo>
                  <a:pt x="659" y="151"/>
                </a:moveTo>
                <a:lnTo>
                  <a:pt x="670" y="79"/>
                </a:lnTo>
                <a:lnTo>
                  <a:pt x="639" y="51"/>
                </a:lnTo>
                <a:cubicBezTo>
                  <a:pt x="643" y="41"/>
                  <a:pt x="646" y="32"/>
                  <a:pt x="648" y="23"/>
                </a:cubicBezTo>
                <a:cubicBezTo>
                  <a:pt x="657" y="32"/>
                  <a:pt x="688" y="62"/>
                  <a:pt x="692" y="65"/>
                </a:cubicBezTo>
                <a:cubicBezTo>
                  <a:pt x="683" y="96"/>
                  <a:pt x="671" y="126"/>
                  <a:pt x="659" y="151"/>
                </a:cubicBezTo>
                <a:moveTo>
                  <a:pt x="615" y="172"/>
                </a:moveTo>
                <a:cubicBezTo>
                  <a:pt x="558" y="269"/>
                  <a:pt x="478" y="339"/>
                  <a:pt x="383" y="377"/>
                </a:cubicBezTo>
                <a:cubicBezTo>
                  <a:pt x="383" y="377"/>
                  <a:pt x="356" y="388"/>
                  <a:pt x="352" y="389"/>
                </a:cubicBezTo>
                <a:cubicBezTo>
                  <a:pt x="348" y="388"/>
                  <a:pt x="322" y="377"/>
                  <a:pt x="322" y="377"/>
                </a:cubicBezTo>
                <a:cubicBezTo>
                  <a:pt x="227" y="339"/>
                  <a:pt x="147" y="269"/>
                  <a:pt x="90" y="172"/>
                </a:cubicBezTo>
                <a:cubicBezTo>
                  <a:pt x="74" y="145"/>
                  <a:pt x="61" y="115"/>
                  <a:pt x="49" y="83"/>
                </a:cubicBezTo>
                <a:cubicBezTo>
                  <a:pt x="54" y="78"/>
                  <a:pt x="84" y="50"/>
                  <a:pt x="91" y="41"/>
                </a:cubicBezTo>
                <a:cubicBezTo>
                  <a:pt x="104" y="77"/>
                  <a:pt x="118" y="110"/>
                  <a:pt x="136" y="141"/>
                </a:cubicBezTo>
                <a:cubicBezTo>
                  <a:pt x="186" y="226"/>
                  <a:pt x="257" y="289"/>
                  <a:pt x="340" y="322"/>
                </a:cubicBezTo>
                <a:lnTo>
                  <a:pt x="352" y="327"/>
                </a:lnTo>
                <a:lnTo>
                  <a:pt x="364" y="322"/>
                </a:lnTo>
                <a:cubicBezTo>
                  <a:pt x="449" y="289"/>
                  <a:pt x="519" y="226"/>
                  <a:pt x="569" y="141"/>
                </a:cubicBezTo>
                <a:cubicBezTo>
                  <a:pt x="586" y="110"/>
                  <a:pt x="602" y="77"/>
                  <a:pt x="613" y="41"/>
                </a:cubicBezTo>
                <a:cubicBezTo>
                  <a:pt x="622" y="50"/>
                  <a:pt x="651" y="78"/>
                  <a:pt x="656" y="83"/>
                </a:cubicBezTo>
                <a:cubicBezTo>
                  <a:pt x="645" y="115"/>
                  <a:pt x="631" y="145"/>
                  <a:pt x="615" y="172"/>
                </a:cubicBezTo>
                <a:moveTo>
                  <a:pt x="645" y="174"/>
                </a:moveTo>
                <a:cubicBezTo>
                  <a:pt x="642" y="172"/>
                  <a:pt x="637" y="167"/>
                  <a:pt x="633" y="162"/>
                </a:cubicBezTo>
                <a:cubicBezTo>
                  <a:pt x="639" y="149"/>
                  <a:pt x="646" y="138"/>
                  <a:pt x="651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58" y="138"/>
                  <a:pt x="65" y="149"/>
                  <a:pt x="73" y="162"/>
                </a:cubicBezTo>
                <a:cubicBezTo>
                  <a:pt x="68" y="167"/>
                  <a:pt x="64" y="172"/>
                  <a:pt x="61" y="174"/>
                </a:cubicBezTo>
                <a:moveTo>
                  <a:pt x="12" y="65"/>
                </a:moveTo>
                <a:cubicBezTo>
                  <a:pt x="17" y="62"/>
                  <a:pt x="47" y="32"/>
                  <a:pt x="57" y="23"/>
                </a:cubicBezTo>
                <a:cubicBezTo>
                  <a:pt x="60" y="32"/>
                  <a:pt x="63" y="41"/>
                  <a:pt x="66" y="51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1" y="95"/>
                  <a:pt x="12" y="65"/>
                </a:cubicBezTo>
                <a:moveTo>
                  <a:pt x="643" y="0"/>
                </a:moveTo>
                <a:lnTo>
                  <a:pt x="640" y="9"/>
                </a:lnTo>
                <a:cubicBezTo>
                  <a:pt x="637" y="21"/>
                  <a:pt x="634" y="32"/>
                  <a:pt x="631" y="43"/>
                </a:cubicBezTo>
                <a:lnTo>
                  <a:pt x="609" y="21"/>
                </a:lnTo>
                <a:lnTo>
                  <a:pt x="606" y="30"/>
                </a:lnTo>
                <a:cubicBezTo>
                  <a:pt x="594" y="68"/>
                  <a:pt x="579" y="103"/>
                  <a:pt x="559" y="135"/>
                </a:cubicBezTo>
                <a:cubicBezTo>
                  <a:pt x="510" y="218"/>
                  <a:pt x="442" y="280"/>
                  <a:pt x="360" y="312"/>
                </a:cubicBezTo>
                <a:cubicBezTo>
                  <a:pt x="360" y="312"/>
                  <a:pt x="355" y="313"/>
                  <a:pt x="352" y="314"/>
                </a:cubicBezTo>
                <a:cubicBezTo>
                  <a:pt x="349" y="313"/>
                  <a:pt x="344" y="312"/>
                  <a:pt x="344" y="312"/>
                </a:cubicBezTo>
                <a:cubicBezTo>
                  <a:pt x="262" y="280"/>
                  <a:pt x="194" y="218"/>
                  <a:pt x="146" y="135"/>
                </a:cubicBezTo>
                <a:cubicBezTo>
                  <a:pt x="127" y="103"/>
                  <a:pt x="111" y="68"/>
                  <a:pt x="99" y="30"/>
                </a:cubicBezTo>
                <a:lnTo>
                  <a:pt x="97" y="21"/>
                </a:lnTo>
                <a:lnTo>
                  <a:pt x="90" y="27"/>
                </a:lnTo>
                <a:lnTo>
                  <a:pt x="75" y="43"/>
                </a:lnTo>
                <a:cubicBezTo>
                  <a:pt x="71" y="32"/>
                  <a:pt x="67" y="21"/>
                  <a:pt x="65" y="9"/>
                </a:cubicBezTo>
                <a:lnTo>
                  <a:pt x="62" y="0"/>
                </a:lnTo>
                <a:lnTo>
                  <a:pt x="55" y="7"/>
                </a:lnTo>
                <a:lnTo>
                  <a:pt x="0" y="62"/>
                </a:lnTo>
                <a:lnTo>
                  <a:pt x="1" y="65"/>
                </a:lnTo>
                <a:cubicBezTo>
                  <a:pt x="13" y="111"/>
                  <a:pt x="35" y="158"/>
                  <a:pt x="52" y="188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0" y="179"/>
                </a:cubicBezTo>
                <a:cubicBezTo>
                  <a:pt x="139" y="277"/>
                  <a:pt x="220" y="350"/>
                  <a:pt x="317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88"/>
                </a:lnTo>
                <a:cubicBezTo>
                  <a:pt x="669" y="158"/>
                  <a:pt x="691" y="111"/>
                  <a:pt x="704" y="65"/>
                </a:cubicBezTo>
                <a:lnTo>
                  <a:pt x="706" y="62"/>
                </a:lnTo>
                <a:lnTo>
                  <a:pt x="643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6"/>
          <p:cNvSpPr/>
          <p:nvPr/>
        </p:nvSpPr>
        <p:spPr>
          <a:xfrm>
            <a:off x="8877600" y="5405040"/>
            <a:ext cx="15480" cy="14760"/>
          </a:xfrm>
          <a:custGeom>
            <a:rect b="b" l="l" r="r" t="t"/>
            <a:pathLst>
              <a:path extrusionOk="0" h="41" w="43">
                <a:moveTo>
                  <a:pt x="22" y="8"/>
                </a:moveTo>
                <a:lnTo>
                  <a:pt x="34" y="5"/>
                </a:lnTo>
                <a:lnTo>
                  <a:pt x="25" y="15"/>
                </a:lnTo>
                <a:lnTo>
                  <a:pt x="22" y="8"/>
                </a:lnTo>
                <a:moveTo>
                  <a:pt x="32" y="20"/>
                </a:moveTo>
                <a:lnTo>
                  <a:pt x="42" y="11"/>
                </a:lnTo>
                <a:lnTo>
                  <a:pt x="41" y="6"/>
                </a:lnTo>
                <a:cubicBezTo>
                  <a:pt x="39" y="4"/>
                  <a:pt x="37" y="2"/>
                  <a:pt x="35" y="0"/>
                </a:cubicBezTo>
                <a:cubicBezTo>
                  <a:pt x="26" y="1"/>
                  <a:pt x="11" y="5"/>
                  <a:pt x="3" y="5"/>
                </a:cubicBezTo>
                <a:lnTo>
                  <a:pt x="2" y="2"/>
                </a:lnTo>
                <a:lnTo>
                  <a:pt x="0" y="4"/>
                </a:lnTo>
                <a:cubicBezTo>
                  <a:pt x="1" y="6"/>
                  <a:pt x="2" y="8"/>
                  <a:pt x="3" y="9"/>
                </a:cubicBezTo>
                <a:cubicBezTo>
                  <a:pt x="6" y="12"/>
                  <a:pt x="6" y="14"/>
                  <a:pt x="7" y="15"/>
                </a:cubicBezTo>
                <a:lnTo>
                  <a:pt x="9" y="14"/>
                </a:lnTo>
                <a:lnTo>
                  <a:pt x="8" y="12"/>
                </a:lnTo>
                <a:lnTo>
                  <a:pt x="18" y="9"/>
                </a:lnTo>
                <a:lnTo>
                  <a:pt x="23" y="19"/>
                </a:lnTo>
                <a:cubicBezTo>
                  <a:pt x="21" y="21"/>
                  <a:pt x="18" y="25"/>
                  <a:pt x="15" y="27"/>
                </a:cubicBezTo>
                <a:lnTo>
                  <a:pt x="14" y="25"/>
                </a:lnTo>
                <a:lnTo>
                  <a:pt x="12" y="26"/>
                </a:lnTo>
                <a:cubicBezTo>
                  <a:pt x="13" y="28"/>
                  <a:pt x="15" y="31"/>
                  <a:pt x="15" y="33"/>
                </a:cubicBezTo>
                <a:cubicBezTo>
                  <a:pt x="18" y="36"/>
                  <a:pt x="19" y="38"/>
                  <a:pt x="20" y="40"/>
                </a:cubicBezTo>
                <a:lnTo>
                  <a:pt x="21" y="39"/>
                </a:lnTo>
                <a:lnTo>
                  <a:pt x="21" y="36"/>
                </a:lnTo>
                <a:cubicBezTo>
                  <a:pt x="22" y="33"/>
                  <a:pt x="28" y="26"/>
                  <a:pt x="32" y="2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6"/>
          <p:cNvSpPr/>
          <p:nvPr/>
        </p:nvSpPr>
        <p:spPr>
          <a:xfrm>
            <a:off x="8888400" y="5418720"/>
            <a:ext cx="18000" cy="18360"/>
          </a:xfrm>
          <a:custGeom>
            <a:rect b="b" l="l" r="r" t="t"/>
            <a:pathLst>
              <a:path extrusionOk="0" h="51" w="50">
                <a:moveTo>
                  <a:pt x="46" y="32"/>
                </a:moveTo>
                <a:lnTo>
                  <a:pt x="49" y="31"/>
                </a:lnTo>
                <a:cubicBezTo>
                  <a:pt x="47" y="30"/>
                  <a:pt x="46" y="28"/>
                  <a:pt x="45" y="26"/>
                </a:cubicBezTo>
                <a:cubicBezTo>
                  <a:pt x="44" y="25"/>
                  <a:pt x="43" y="23"/>
                  <a:pt x="42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5" y="39"/>
                  <a:pt x="25" y="39"/>
                </a:cubicBezTo>
                <a:cubicBezTo>
                  <a:pt x="28" y="30"/>
                  <a:pt x="31" y="20"/>
                  <a:pt x="34" y="9"/>
                </a:cubicBezTo>
                <a:cubicBezTo>
                  <a:pt x="33" y="8"/>
                  <a:pt x="32" y="6"/>
                  <a:pt x="31" y="5"/>
                </a:cubicBezTo>
                <a:cubicBezTo>
                  <a:pt x="30" y="4"/>
                  <a:pt x="30" y="2"/>
                  <a:pt x="29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1" y="11"/>
                </a:cubicBezTo>
                <a:lnTo>
                  <a:pt x="13" y="18"/>
                </a:lnTo>
                <a:cubicBezTo>
                  <a:pt x="9" y="19"/>
                  <a:pt x="7" y="21"/>
                  <a:pt x="4" y="23"/>
                </a:cubicBezTo>
                <a:lnTo>
                  <a:pt x="2" y="20"/>
                </a:lnTo>
                <a:lnTo>
                  <a:pt x="0" y="21"/>
                </a:lnTo>
                <a:cubicBezTo>
                  <a:pt x="2" y="24"/>
                  <a:pt x="3" y="25"/>
                  <a:pt x="4" y="27"/>
                </a:cubicBezTo>
                <a:cubicBezTo>
                  <a:pt x="6" y="28"/>
                  <a:pt x="7" y="31"/>
                  <a:pt x="8" y="32"/>
                </a:cubicBezTo>
                <a:lnTo>
                  <a:pt x="9" y="31"/>
                </a:lnTo>
                <a:lnTo>
                  <a:pt x="8" y="27"/>
                </a:lnTo>
                <a:cubicBezTo>
                  <a:pt x="13" y="24"/>
                  <a:pt x="20" y="19"/>
                  <a:pt x="25" y="14"/>
                </a:cubicBezTo>
                <a:cubicBezTo>
                  <a:pt x="22" y="24"/>
                  <a:pt x="19" y="33"/>
                  <a:pt x="15" y="43"/>
                </a:cubicBezTo>
                <a:cubicBezTo>
                  <a:pt x="17" y="44"/>
                  <a:pt x="17" y="45"/>
                  <a:pt x="18" y="46"/>
                </a:cubicBezTo>
                <a:cubicBezTo>
                  <a:pt x="19" y="47"/>
                  <a:pt x="19" y="49"/>
                  <a:pt x="20" y="50"/>
                </a:cubicBezTo>
                <a:cubicBezTo>
                  <a:pt x="22" y="47"/>
                  <a:pt x="25" y="45"/>
                  <a:pt x="30" y="41"/>
                </a:cubicBezTo>
                <a:lnTo>
                  <a:pt x="37" y="36"/>
                </a:lnTo>
                <a:cubicBezTo>
                  <a:pt x="40" y="33"/>
                  <a:pt x="42" y="32"/>
                  <a:pt x="44" y="31"/>
                </a:cubicBezTo>
                <a:lnTo>
                  <a:pt x="46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6"/>
          <p:cNvSpPr/>
          <p:nvPr/>
        </p:nvSpPr>
        <p:spPr>
          <a:xfrm>
            <a:off x="8902800" y="5437080"/>
            <a:ext cx="15480" cy="15480"/>
          </a:xfrm>
          <a:custGeom>
            <a:rect b="b" l="l" r="r" t="t"/>
            <a:pathLst>
              <a:path extrusionOk="0" h="43" w="43">
                <a:moveTo>
                  <a:pt x="8" y="8"/>
                </a:moveTo>
                <a:cubicBezTo>
                  <a:pt x="0" y="15"/>
                  <a:pt x="0" y="26"/>
                  <a:pt x="8" y="34"/>
                </a:cubicBezTo>
                <a:cubicBezTo>
                  <a:pt x="11" y="39"/>
                  <a:pt x="16" y="41"/>
                  <a:pt x="23" y="42"/>
                </a:cubicBezTo>
                <a:lnTo>
                  <a:pt x="24" y="39"/>
                </a:lnTo>
                <a:cubicBezTo>
                  <a:pt x="20" y="38"/>
                  <a:pt x="17" y="37"/>
                  <a:pt x="14" y="33"/>
                </a:cubicBezTo>
                <a:cubicBezTo>
                  <a:pt x="10" y="27"/>
                  <a:pt x="10" y="20"/>
                  <a:pt x="16" y="14"/>
                </a:cubicBezTo>
                <a:cubicBezTo>
                  <a:pt x="21" y="8"/>
                  <a:pt x="28" y="9"/>
                  <a:pt x="32" y="14"/>
                </a:cubicBezTo>
                <a:cubicBezTo>
                  <a:pt x="33" y="16"/>
                  <a:pt x="35" y="20"/>
                  <a:pt x="35" y="22"/>
                </a:cubicBezTo>
                <a:lnTo>
                  <a:pt x="34" y="25"/>
                </a:lnTo>
                <a:lnTo>
                  <a:pt x="35" y="26"/>
                </a:lnTo>
                <a:cubicBezTo>
                  <a:pt x="38" y="25"/>
                  <a:pt x="40" y="22"/>
                  <a:pt x="42" y="21"/>
                </a:cubicBezTo>
                <a:cubicBezTo>
                  <a:pt x="41" y="18"/>
                  <a:pt x="39" y="14"/>
                  <a:pt x="35" y="12"/>
                </a:cubicBezTo>
                <a:cubicBezTo>
                  <a:pt x="28" y="2"/>
                  <a:pt x="16" y="0"/>
                  <a:pt x="8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6"/>
          <p:cNvSpPr/>
          <p:nvPr/>
        </p:nvSpPr>
        <p:spPr>
          <a:xfrm>
            <a:off x="8916840" y="5451840"/>
            <a:ext cx="16560" cy="17280"/>
          </a:xfrm>
          <a:custGeom>
            <a:rect b="b" l="l" r="r" t="t"/>
            <a:pathLst>
              <a:path extrusionOk="0" h="48" w="46">
                <a:moveTo>
                  <a:pt x="31" y="31"/>
                </a:moveTo>
                <a:cubicBezTo>
                  <a:pt x="26" y="37"/>
                  <a:pt x="19" y="38"/>
                  <a:pt x="14" y="35"/>
                </a:cubicBezTo>
                <a:cubicBezTo>
                  <a:pt x="10" y="29"/>
                  <a:pt x="10" y="22"/>
                  <a:pt x="14" y="16"/>
                </a:cubicBezTo>
                <a:cubicBezTo>
                  <a:pt x="19" y="10"/>
                  <a:pt x="26" y="9"/>
                  <a:pt x="31" y="12"/>
                </a:cubicBezTo>
                <a:cubicBezTo>
                  <a:pt x="36" y="17"/>
                  <a:pt x="35" y="24"/>
                  <a:pt x="31" y="31"/>
                </a:cubicBezTo>
                <a:moveTo>
                  <a:pt x="34" y="9"/>
                </a:moveTo>
                <a:cubicBezTo>
                  <a:pt x="24" y="0"/>
                  <a:pt x="13" y="2"/>
                  <a:pt x="8" y="10"/>
                </a:cubicBezTo>
                <a:cubicBezTo>
                  <a:pt x="0" y="19"/>
                  <a:pt x="2" y="29"/>
                  <a:pt x="11" y="38"/>
                </a:cubicBezTo>
                <a:cubicBezTo>
                  <a:pt x="21" y="47"/>
                  <a:pt x="32" y="44"/>
                  <a:pt x="37" y="37"/>
                </a:cubicBezTo>
                <a:cubicBezTo>
                  <a:pt x="45" y="28"/>
                  <a:pt x="43" y="17"/>
                  <a:pt x="3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6"/>
          <p:cNvSpPr/>
          <p:nvPr/>
        </p:nvSpPr>
        <p:spPr>
          <a:xfrm>
            <a:off x="8933400" y="5464080"/>
            <a:ext cx="15840" cy="18720"/>
          </a:xfrm>
          <a:custGeom>
            <a:rect b="b" l="l" r="r" t="t"/>
            <a:pathLst>
              <a:path extrusionOk="0" h="52" w="44">
                <a:moveTo>
                  <a:pt x="32" y="21"/>
                </a:moveTo>
                <a:cubicBezTo>
                  <a:pt x="30" y="25"/>
                  <a:pt x="28" y="25"/>
                  <a:pt x="23" y="23"/>
                </a:cubicBezTo>
                <a:cubicBezTo>
                  <a:pt x="22" y="21"/>
                  <a:pt x="21" y="21"/>
                  <a:pt x="21" y="20"/>
                </a:cubicBezTo>
                <a:lnTo>
                  <a:pt x="22" y="18"/>
                </a:lnTo>
                <a:cubicBezTo>
                  <a:pt x="23" y="15"/>
                  <a:pt x="25" y="13"/>
                  <a:pt x="25" y="12"/>
                </a:cubicBezTo>
                <a:cubicBezTo>
                  <a:pt x="28" y="13"/>
                  <a:pt x="29" y="13"/>
                  <a:pt x="30" y="14"/>
                </a:cubicBezTo>
                <a:cubicBezTo>
                  <a:pt x="33" y="17"/>
                  <a:pt x="34" y="19"/>
                  <a:pt x="32" y="21"/>
                </a:cubicBezTo>
                <a:moveTo>
                  <a:pt x="35" y="12"/>
                </a:moveTo>
                <a:cubicBezTo>
                  <a:pt x="33" y="11"/>
                  <a:pt x="31" y="9"/>
                  <a:pt x="29" y="8"/>
                </a:cubicBezTo>
                <a:cubicBezTo>
                  <a:pt x="26" y="7"/>
                  <a:pt x="25" y="5"/>
                  <a:pt x="23" y="4"/>
                </a:cubicBezTo>
                <a:cubicBezTo>
                  <a:pt x="21" y="2"/>
                  <a:pt x="20" y="1"/>
                  <a:pt x="18" y="0"/>
                </a:cubicBezTo>
                <a:lnTo>
                  <a:pt x="17" y="2"/>
                </a:lnTo>
                <a:lnTo>
                  <a:pt x="19" y="5"/>
                </a:lnTo>
                <a:cubicBezTo>
                  <a:pt x="18" y="8"/>
                  <a:pt x="17" y="11"/>
                  <a:pt x="14" y="13"/>
                </a:cubicBezTo>
                <a:lnTo>
                  <a:pt x="10" y="23"/>
                </a:lnTo>
                <a:cubicBezTo>
                  <a:pt x="8" y="25"/>
                  <a:pt x="7" y="28"/>
                  <a:pt x="3" y="31"/>
                </a:cubicBezTo>
                <a:lnTo>
                  <a:pt x="1" y="28"/>
                </a:lnTo>
                <a:lnTo>
                  <a:pt x="0" y="31"/>
                </a:lnTo>
                <a:cubicBezTo>
                  <a:pt x="1" y="32"/>
                  <a:pt x="6" y="33"/>
                  <a:pt x="7" y="36"/>
                </a:cubicBezTo>
                <a:cubicBezTo>
                  <a:pt x="10" y="37"/>
                  <a:pt x="11" y="38"/>
                  <a:pt x="13" y="40"/>
                </a:cubicBezTo>
                <a:lnTo>
                  <a:pt x="14" y="38"/>
                </a:lnTo>
                <a:lnTo>
                  <a:pt x="12" y="36"/>
                </a:lnTo>
                <a:cubicBezTo>
                  <a:pt x="13" y="33"/>
                  <a:pt x="15" y="30"/>
                  <a:pt x="17" y="27"/>
                </a:cubicBezTo>
                <a:lnTo>
                  <a:pt x="19" y="25"/>
                </a:lnTo>
                <a:lnTo>
                  <a:pt x="21" y="26"/>
                </a:lnTo>
                <a:cubicBezTo>
                  <a:pt x="21" y="31"/>
                  <a:pt x="21" y="40"/>
                  <a:pt x="22" y="46"/>
                </a:cubicBezTo>
                <a:cubicBezTo>
                  <a:pt x="25" y="47"/>
                  <a:pt x="28" y="49"/>
                  <a:pt x="31" y="51"/>
                </a:cubicBezTo>
                <a:lnTo>
                  <a:pt x="32" y="49"/>
                </a:lnTo>
                <a:lnTo>
                  <a:pt x="31" y="49"/>
                </a:lnTo>
                <a:cubicBezTo>
                  <a:pt x="31" y="45"/>
                  <a:pt x="29" y="33"/>
                  <a:pt x="29" y="30"/>
                </a:cubicBezTo>
                <a:cubicBezTo>
                  <a:pt x="33" y="32"/>
                  <a:pt x="37" y="31"/>
                  <a:pt x="40" y="26"/>
                </a:cubicBezTo>
                <a:cubicBezTo>
                  <a:pt x="43" y="23"/>
                  <a:pt x="43" y="18"/>
                  <a:pt x="35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6"/>
          <p:cNvSpPr/>
          <p:nvPr/>
        </p:nvSpPr>
        <p:spPr>
          <a:xfrm>
            <a:off x="8950320" y="5476680"/>
            <a:ext cx="12960" cy="15840"/>
          </a:xfrm>
          <a:custGeom>
            <a:rect b="b" l="l" r="r" t="t"/>
            <a:pathLst>
              <a:path extrusionOk="0" h="44" w="36">
                <a:moveTo>
                  <a:pt x="25" y="19"/>
                </a:moveTo>
                <a:lnTo>
                  <a:pt x="18" y="15"/>
                </a:lnTo>
                <a:lnTo>
                  <a:pt x="26" y="5"/>
                </a:lnTo>
                <a:lnTo>
                  <a:pt x="25" y="19"/>
                </a:lnTo>
                <a:moveTo>
                  <a:pt x="35" y="4"/>
                </a:moveTo>
                <a:lnTo>
                  <a:pt x="32" y="1"/>
                </a:lnTo>
                <a:cubicBezTo>
                  <a:pt x="30" y="0"/>
                  <a:pt x="28" y="0"/>
                  <a:pt x="25" y="0"/>
                </a:cubicBezTo>
                <a:cubicBezTo>
                  <a:pt x="19" y="7"/>
                  <a:pt x="8" y="20"/>
                  <a:pt x="3" y="24"/>
                </a:cubicBezTo>
                <a:lnTo>
                  <a:pt x="0" y="24"/>
                </a:lnTo>
                <a:lnTo>
                  <a:pt x="0" y="25"/>
                </a:lnTo>
                <a:cubicBezTo>
                  <a:pt x="1" y="26"/>
                  <a:pt x="2" y="27"/>
                  <a:pt x="4" y="28"/>
                </a:cubicBezTo>
                <a:cubicBezTo>
                  <a:pt x="7" y="28"/>
                  <a:pt x="8" y="30"/>
                  <a:pt x="10" y="31"/>
                </a:cubicBezTo>
                <a:lnTo>
                  <a:pt x="11" y="28"/>
                </a:lnTo>
                <a:lnTo>
                  <a:pt x="9" y="27"/>
                </a:lnTo>
                <a:lnTo>
                  <a:pt x="15" y="19"/>
                </a:lnTo>
                <a:lnTo>
                  <a:pt x="24" y="24"/>
                </a:lnTo>
                <a:cubicBezTo>
                  <a:pt x="24" y="26"/>
                  <a:pt x="24" y="31"/>
                  <a:pt x="23" y="34"/>
                </a:cubicBezTo>
                <a:lnTo>
                  <a:pt x="21" y="33"/>
                </a:lnTo>
                <a:lnTo>
                  <a:pt x="20" y="36"/>
                </a:lnTo>
                <a:cubicBezTo>
                  <a:pt x="22" y="37"/>
                  <a:pt x="24" y="38"/>
                  <a:pt x="26" y="39"/>
                </a:cubicBezTo>
                <a:cubicBezTo>
                  <a:pt x="29" y="39"/>
                  <a:pt x="31" y="40"/>
                  <a:pt x="34" y="43"/>
                </a:cubicBezTo>
                <a:lnTo>
                  <a:pt x="35" y="40"/>
                </a:lnTo>
                <a:lnTo>
                  <a:pt x="32" y="38"/>
                </a:lnTo>
                <a:cubicBezTo>
                  <a:pt x="32" y="36"/>
                  <a:pt x="32" y="25"/>
                  <a:pt x="34" y="19"/>
                </a:cubicBezTo>
                <a:lnTo>
                  <a:pt x="35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6"/>
          <p:cNvSpPr/>
          <p:nvPr/>
        </p:nvSpPr>
        <p:spPr>
          <a:xfrm>
            <a:off x="8988120" y="5476680"/>
            <a:ext cx="10800" cy="14400"/>
          </a:xfrm>
          <a:custGeom>
            <a:rect b="b" l="l" r="r" t="t"/>
            <a:pathLst>
              <a:path extrusionOk="0" h="40" w="30">
                <a:moveTo>
                  <a:pt x="25" y="31"/>
                </a:moveTo>
                <a:cubicBezTo>
                  <a:pt x="23" y="27"/>
                  <a:pt x="22" y="25"/>
                  <a:pt x="20" y="21"/>
                </a:cubicBezTo>
                <a:lnTo>
                  <a:pt x="15" y="12"/>
                </a:lnTo>
                <a:cubicBezTo>
                  <a:pt x="14" y="8"/>
                  <a:pt x="13" y="6"/>
                  <a:pt x="13" y="4"/>
                </a:cubicBezTo>
                <a:lnTo>
                  <a:pt x="15" y="1"/>
                </a:lnTo>
                <a:lnTo>
                  <a:pt x="14" y="0"/>
                </a:lnTo>
                <a:cubicBezTo>
                  <a:pt x="12" y="0"/>
                  <a:pt x="10" y="1"/>
                  <a:pt x="8" y="2"/>
                </a:cubicBezTo>
                <a:cubicBezTo>
                  <a:pt x="6" y="4"/>
                  <a:pt x="2" y="5"/>
                  <a:pt x="0" y="6"/>
                </a:cubicBezTo>
                <a:lnTo>
                  <a:pt x="1" y="8"/>
                </a:lnTo>
                <a:lnTo>
                  <a:pt x="4" y="7"/>
                </a:lnTo>
                <a:cubicBezTo>
                  <a:pt x="6" y="9"/>
                  <a:pt x="7" y="12"/>
                  <a:pt x="8" y="15"/>
                </a:cubicBezTo>
                <a:lnTo>
                  <a:pt x="12" y="25"/>
                </a:lnTo>
                <a:cubicBezTo>
                  <a:pt x="13" y="28"/>
                  <a:pt x="14" y="31"/>
                  <a:pt x="15" y="34"/>
                </a:cubicBezTo>
                <a:lnTo>
                  <a:pt x="13" y="37"/>
                </a:lnTo>
                <a:lnTo>
                  <a:pt x="13" y="39"/>
                </a:lnTo>
                <a:cubicBezTo>
                  <a:pt x="15" y="38"/>
                  <a:pt x="18" y="37"/>
                  <a:pt x="22" y="34"/>
                </a:cubicBezTo>
                <a:cubicBezTo>
                  <a:pt x="24" y="33"/>
                  <a:pt x="26" y="32"/>
                  <a:pt x="29" y="31"/>
                </a:cubicBezTo>
                <a:lnTo>
                  <a:pt x="28" y="30"/>
                </a:lnTo>
                <a:lnTo>
                  <a:pt x="25" y="3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6"/>
          <p:cNvSpPr/>
          <p:nvPr/>
        </p:nvSpPr>
        <p:spPr>
          <a:xfrm>
            <a:off x="9000000" y="5464800"/>
            <a:ext cx="20520" cy="20160"/>
          </a:xfrm>
          <a:custGeom>
            <a:rect b="b" l="l" r="r" t="t"/>
            <a:pathLst>
              <a:path extrusionOk="0" h="56" w="57">
                <a:moveTo>
                  <a:pt x="51" y="30"/>
                </a:moveTo>
                <a:cubicBezTo>
                  <a:pt x="49" y="27"/>
                  <a:pt x="47" y="25"/>
                  <a:pt x="45" y="23"/>
                </a:cubicBezTo>
                <a:lnTo>
                  <a:pt x="41" y="13"/>
                </a:lnTo>
                <a:cubicBezTo>
                  <a:pt x="39" y="11"/>
                  <a:pt x="37" y="7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6" y="1"/>
                  <a:pt x="34" y="2"/>
                  <a:pt x="32" y="4"/>
                </a:cubicBezTo>
                <a:cubicBezTo>
                  <a:pt x="30" y="5"/>
                  <a:pt x="29" y="7"/>
                  <a:pt x="26" y="8"/>
                </a:cubicBezTo>
                <a:cubicBezTo>
                  <a:pt x="28" y="13"/>
                  <a:pt x="31" y="30"/>
                  <a:pt x="31" y="34"/>
                </a:cubicBezTo>
                <a:cubicBezTo>
                  <a:pt x="28" y="31"/>
                  <a:pt x="15" y="20"/>
                  <a:pt x="12" y="17"/>
                </a:cubicBezTo>
                <a:cubicBezTo>
                  <a:pt x="11" y="19"/>
                  <a:pt x="9" y="19"/>
                  <a:pt x="7" y="21"/>
                </a:cubicBezTo>
                <a:cubicBezTo>
                  <a:pt x="4" y="23"/>
                  <a:pt x="3" y="23"/>
                  <a:pt x="0" y="25"/>
                </a:cubicBezTo>
                <a:lnTo>
                  <a:pt x="2" y="26"/>
                </a:lnTo>
                <a:lnTo>
                  <a:pt x="4" y="25"/>
                </a:lnTo>
                <a:lnTo>
                  <a:pt x="7" y="30"/>
                </a:lnTo>
                <a:cubicBezTo>
                  <a:pt x="9" y="33"/>
                  <a:pt x="17" y="47"/>
                  <a:pt x="19" y="51"/>
                </a:cubicBezTo>
                <a:lnTo>
                  <a:pt x="15" y="53"/>
                </a:lnTo>
                <a:lnTo>
                  <a:pt x="18" y="55"/>
                </a:lnTo>
                <a:cubicBezTo>
                  <a:pt x="19" y="53"/>
                  <a:pt x="20" y="53"/>
                  <a:pt x="22" y="52"/>
                </a:cubicBezTo>
                <a:cubicBezTo>
                  <a:pt x="23" y="51"/>
                  <a:pt x="25" y="50"/>
                  <a:pt x="26" y="49"/>
                </a:cubicBezTo>
                <a:lnTo>
                  <a:pt x="26" y="46"/>
                </a:lnTo>
                <a:lnTo>
                  <a:pt x="23" y="47"/>
                </a:lnTo>
                <a:cubicBezTo>
                  <a:pt x="22" y="45"/>
                  <a:pt x="20" y="43"/>
                  <a:pt x="19" y="40"/>
                </a:cubicBezTo>
                <a:lnTo>
                  <a:pt x="15" y="34"/>
                </a:lnTo>
                <a:cubicBezTo>
                  <a:pt x="13" y="31"/>
                  <a:pt x="11" y="27"/>
                  <a:pt x="11" y="26"/>
                </a:cubicBezTo>
                <a:cubicBezTo>
                  <a:pt x="22" y="37"/>
                  <a:pt x="29" y="43"/>
                  <a:pt x="32" y="45"/>
                </a:cubicBezTo>
                <a:lnTo>
                  <a:pt x="36" y="43"/>
                </a:lnTo>
                <a:lnTo>
                  <a:pt x="31" y="13"/>
                </a:lnTo>
                <a:cubicBezTo>
                  <a:pt x="32" y="14"/>
                  <a:pt x="33" y="17"/>
                  <a:pt x="36" y="21"/>
                </a:cubicBezTo>
                <a:lnTo>
                  <a:pt x="39" y="26"/>
                </a:lnTo>
                <a:cubicBezTo>
                  <a:pt x="41" y="30"/>
                  <a:pt x="42" y="32"/>
                  <a:pt x="43" y="34"/>
                </a:cubicBezTo>
                <a:lnTo>
                  <a:pt x="41" y="37"/>
                </a:lnTo>
                <a:lnTo>
                  <a:pt x="42" y="39"/>
                </a:lnTo>
                <a:cubicBezTo>
                  <a:pt x="44" y="38"/>
                  <a:pt x="46" y="36"/>
                  <a:pt x="49" y="34"/>
                </a:cubicBezTo>
                <a:cubicBezTo>
                  <a:pt x="51" y="33"/>
                  <a:pt x="53" y="32"/>
                  <a:pt x="56" y="31"/>
                </a:cubicBezTo>
                <a:lnTo>
                  <a:pt x="54" y="28"/>
                </a:lnTo>
                <a:lnTo>
                  <a:pt x="51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6"/>
          <p:cNvSpPr/>
          <p:nvPr/>
        </p:nvSpPr>
        <p:spPr>
          <a:xfrm>
            <a:off x="9019080" y="5453280"/>
            <a:ext cx="12960" cy="17280"/>
          </a:xfrm>
          <a:custGeom>
            <a:rect b="b" l="l" r="r" t="t"/>
            <a:pathLst>
              <a:path extrusionOk="0" h="48" w="36">
                <a:moveTo>
                  <a:pt x="29" y="37"/>
                </a:moveTo>
                <a:cubicBezTo>
                  <a:pt x="26" y="34"/>
                  <a:pt x="24" y="32"/>
                  <a:pt x="22" y="29"/>
                </a:cubicBezTo>
                <a:lnTo>
                  <a:pt x="18" y="24"/>
                </a:lnTo>
                <a:cubicBezTo>
                  <a:pt x="17" y="21"/>
                  <a:pt x="14" y="19"/>
                  <a:pt x="12" y="15"/>
                </a:cubicBezTo>
                <a:cubicBezTo>
                  <a:pt x="13" y="15"/>
                  <a:pt x="14" y="14"/>
                  <a:pt x="15" y="13"/>
                </a:cubicBezTo>
                <a:cubicBezTo>
                  <a:pt x="19" y="9"/>
                  <a:pt x="22" y="10"/>
                  <a:pt x="24" y="13"/>
                </a:cubicBezTo>
                <a:cubicBezTo>
                  <a:pt x="25" y="15"/>
                  <a:pt x="26" y="19"/>
                  <a:pt x="23" y="22"/>
                </a:cubicBezTo>
                <a:cubicBezTo>
                  <a:pt x="22" y="22"/>
                  <a:pt x="22" y="24"/>
                  <a:pt x="21" y="24"/>
                </a:cubicBezTo>
                <a:lnTo>
                  <a:pt x="23" y="28"/>
                </a:lnTo>
                <a:cubicBezTo>
                  <a:pt x="24" y="27"/>
                  <a:pt x="25" y="26"/>
                  <a:pt x="26" y="25"/>
                </a:cubicBezTo>
                <a:cubicBezTo>
                  <a:pt x="35" y="19"/>
                  <a:pt x="35" y="12"/>
                  <a:pt x="30" y="5"/>
                </a:cubicBezTo>
                <a:cubicBezTo>
                  <a:pt x="26" y="0"/>
                  <a:pt x="21" y="0"/>
                  <a:pt x="15" y="5"/>
                </a:cubicBezTo>
                <a:cubicBezTo>
                  <a:pt x="14" y="6"/>
                  <a:pt x="13" y="8"/>
                  <a:pt x="11" y="10"/>
                </a:cubicBezTo>
                <a:cubicBezTo>
                  <a:pt x="9" y="12"/>
                  <a:pt x="7" y="14"/>
                  <a:pt x="6" y="15"/>
                </a:cubicBezTo>
                <a:cubicBezTo>
                  <a:pt x="4" y="16"/>
                  <a:pt x="2" y="18"/>
                  <a:pt x="0" y="20"/>
                </a:cubicBezTo>
                <a:lnTo>
                  <a:pt x="1" y="21"/>
                </a:lnTo>
                <a:lnTo>
                  <a:pt x="4" y="20"/>
                </a:lnTo>
                <a:cubicBezTo>
                  <a:pt x="6" y="22"/>
                  <a:pt x="8" y="25"/>
                  <a:pt x="10" y="27"/>
                </a:cubicBezTo>
                <a:lnTo>
                  <a:pt x="15" y="35"/>
                </a:lnTo>
                <a:cubicBezTo>
                  <a:pt x="18" y="38"/>
                  <a:pt x="20" y="40"/>
                  <a:pt x="21" y="42"/>
                </a:cubicBezTo>
                <a:lnTo>
                  <a:pt x="20" y="45"/>
                </a:lnTo>
                <a:lnTo>
                  <a:pt x="21" y="47"/>
                </a:lnTo>
                <a:cubicBezTo>
                  <a:pt x="23" y="45"/>
                  <a:pt x="24" y="44"/>
                  <a:pt x="26" y="41"/>
                </a:cubicBezTo>
                <a:cubicBezTo>
                  <a:pt x="29" y="40"/>
                  <a:pt x="32" y="39"/>
                  <a:pt x="34" y="35"/>
                </a:cubicBezTo>
                <a:lnTo>
                  <a:pt x="33" y="34"/>
                </a:lnTo>
                <a:lnTo>
                  <a:pt x="29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"/>
          <p:cNvSpPr/>
          <p:nvPr/>
        </p:nvSpPr>
        <p:spPr>
          <a:xfrm>
            <a:off x="9035280" y="5442120"/>
            <a:ext cx="14760" cy="16200"/>
          </a:xfrm>
          <a:custGeom>
            <a:rect b="b" l="l" r="r" t="t"/>
            <a:pathLst>
              <a:path extrusionOk="0" h="45" w="41">
                <a:moveTo>
                  <a:pt x="11" y="23"/>
                </a:moveTo>
                <a:lnTo>
                  <a:pt x="4" y="9"/>
                </a:lnTo>
                <a:lnTo>
                  <a:pt x="17" y="15"/>
                </a:lnTo>
                <a:lnTo>
                  <a:pt x="11" y="23"/>
                </a:lnTo>
                <a:moveTo>
                  <a:pt x="35" y="14"/>
                </a:moveTo>
                <a:cubicBezTo>
                  <a:pt x="32" y="13"/>
                  <a:pt x="24" y="9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5"/>
                  <a:pt x="1" y="7"/>
                  <a:pt x="0" y="8"/>
                </a:cubicBezTo>
                <a:cubicBezTo>
                  <a:pt x="4" y="18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8" y="38"/>
                  <a:pt x="20" y="37"/>
                  <a:pt x="21" y="36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7"/>
                </a:lnTo>
                <a:cubicBezTo>
                  <a:pt x="22" y="18"/>
                  <a:pt x="26" y="20"/>
                  <a:pt x="29" y="23"/>
                </a:cubicBezTo>
                <a:lnTo>
                  <a:pt x="28" y="26"/>
                </a:lnTo>
                <a:lnTo>
                  <a:pt x="29" y="27"/>
                </a:lnTo>
                <a:cubicBezTo>
                  <a:pt x="31" y="25"/>
                  <a:pt x="32" y="23"/>
                  <a:pt x="34" y="20"/>
                </a:cubicBezTo>
                <a:cubicBezTo>
                  <a:pt x="35" y="18"/>
                  <a:pt x="37" y="17"/>
                  <a:pt x="40" y="14"/>
                </a:cubicBezTo>
                <a:lnTo>
                  <a:pt x="37" y="13"/>
                </a:lnTo>
                <a:lnTo>
                  <a:pt x="35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6"/>
          <p:cNvSpPr/>
          <p:nvPr/>
        </p:nvSpPr>
        <p:spPr>
          <a:xfrm>
            <a:off x="9045360" y="542376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19" y="23"/>
                  <a:pt x="19" y="24"/>
                  <a:pt x="18" y="24"/>
                </a:cubicBezTo>
                <a:lnTo>
                  <a:pt x="15" y="23"/>
                </a:lnTo>
                <a:cubicBezTo>
                  <a:pt x="13" y="20"/>
                  <a:pt x="12" y="19"/>
                  <a:pt x="11" y="18"/>
                </a:cubicBezTo>
                <a:cubicBezTo>
                  <a:pt x="11" y="17"/>
                  <a:pt x="12" y="16"/>
                  <a:pt x="13" y="14"/>
                </a:cubicBezTo>
                <a:cubicBezTo>
                  <a:pt x="15" y="11"/>
                  <a:pt x="18" y="10"/>
                  <a:pt x="20" y="12"/>
                </a:cubicBezTo>
                <a:cubicBezTo>
                  <a:pt x="24" y="14"/>
                  <a:pt x="23" y="18"/>
                  <a:pt x="20" y="22"/>
                </a:cubicBezTo>
                <a:moveTo>
                  <a:pt x="45" y="16"/>
                </a:moveTo>
                <a:cubicBezTo>
                  <a:pt x="43" y="16"/>
                  <a:pt x="31" y="17"/>
                  <a:pt x="28" y="17"/>
                </a:cubicBezTo>
                <a:cubicBezTo>
                  <a:pt x="31" y="12"/>
                  <a:pt x="30" y="7"/>
                  <a:pt x="26" y="4"/>
                </a:cubicBezTo>
                <a:cubicBezTo>
                  <a:pt x="23" y="1"/>
                  <a:pt x="18" y="0"/>
                  <a:pt x="11" y="8"/>
                </a:cubicBezTo>
                <a:cubicBezTo>
                  <a:pt x="10" y="11"/>
                  <a:pt x="9" y="12"/>
                  <a:pt x="8" y="14"/>
                </a:cubicBezTo>
                <a:cubicBezTo>
                  <a:pt x="7" y="17"/>
                  <a:pt x="4" y="18"/>
                  <a:pt x="3" y="20"/>
                </a:cubicBezTo>
                <a:cubicBezTo>
                  <a:pt x="2" y="22"/>
                  <a:pt x="1" y="24"/>
                  <a:pt x="0" y="25"/>
                </a:cubicBezTo>
                <a:lnTo>
                  <a:pt x="1" y="26"/>
                </a:lnTo>
                <a:lnTo>
                  <a:pt x="3" y="24"/>
                </a:lnTo>
                <a:cubicBezTo>
                  <a:pt x="7" y="26"/>
                  <a:pt x="8" y="27"/>
                  <a:pt x="11" y="30"/>
                </a:cubicBezTo>
                <a:lnTo>
                  <a:pt x="19" y="36"/>
                </a:lnTo>
                <a:cubicBezTo>
                  <a:pt x="22" y="38"/>
                  <a:pt x="24" y="40"/>
                  <a:pt x="26" y="42"/>
                </a:cubicBezTo>
                <a:lnTo>
                  <a:pt x="25" y="46"/>
                </a:lnTo>
                <a:lnTo>
                  <a:pt x="26" y="48"/>
                </a:lnTo>
                <a:cubicBezTo>
                  <a:pt x="29" y="45"/>
                  <a:pt x="30" y="42"/>
                  <a:pt x="31" y="40"/>
                </a:cubicBezTo>
                <a:cubicBezTo>
                  <a:pt x="33" y="38"/>
                  <a:pt x="34" y="36"/>
                  <a:pt x="36" y="33"/>
                </a:cubicBezTo>
                <a:lnTo>
                  <a:pt x="34" y="32"/>
                </a:lnTo>
                <a:lnTo>
                  <a:pt x="32" y="35"/>
                </a:lnTo>
                <a:cubicBezTo>
                  <a:pt x="30" y="33"/>
                  <a:pt x="28" y="31"/>
                  <a:pt x="24" y="29"/>
                </a:cubicBezTo>
                <a:lnTo>
                  <a:pt x="22" y="26"/>
                </a:lnTo>
                <a:lnTo>
                  <a:pt x="24" y="25"/>
                </a:lnTo>
                <a:cubicBezTo>
                  <a:pt x="29" y="25"/>
                  <a:pt x="37" y="25"/>
                  <a:pt x="43" y="25"/>
                </a:cubicBezTo>
                <a:cubicBezTo>
                  <a:pt x="44" y="22"/>
                  <a:pt x="46" y="19"/>
                  <a:pt x="49" y="17"/>
                </a:cubicBezTo>
                <a:lnTo>
                  <a:pt x="46" y="14"/>
                </a:lnTo>
                <a:lnTo>
                  <a:pt x="45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6"/>
          <p:cNvSpPr/>
          <p:nvPr/>
        </p:nvSpPr>
        <p:spPr>
          <a:xfrm>
            <a:off x="9057240" y="5405400"/>
            <a:ext cx="15480" cy="17280"/>
          </a:xfrm>
          <a:custGeom>
            <a:rect b="b" l="l" r="r" t="t"/>
            <a:pathLst>
              <a:path extrusionOk="0" h="48" w="43">
                <a:moveTo>
                  <a:pt x="32" y="31"/>
                </a:moveTo>
                <a:cubicBezTo>
                  <a:pt x="29" y="37"/>
                  <a:pt x="22" y="38"/>
                  <a:pt x="17" y="33"/>
                </a:cubicBezTo>
                <a:cubicBezTo>
                  <a:pt x="10" y="30"/>
                  <a:pt x="7" y="24"/>
                  <a:pt x="11" y="17"/>
                </a:cubicBezTo>
                <a:cubicBezTo>
                  <a:pt x="15" y="11"/>
                  <a:pt x="21" y="9"/>
                  <a:pt x="27" y="14"/>
                </a:cubicBezTo>
                <a:cubicBezTo>
                  <a:pt x="33" y="19"/>
                  <a:pt x="35" y="25"/>
                  <a:pt x="32" y="31"/>
                </a:cubicBezTo>
                <a:moveTo>
                  <a:pt x="31" y="6"/>
                </a:moveTo>
                <a:cubicBezTo>
                  <a:pt x="22" y="0"/>
                  <a:pt x="13" y="3"/>
                  <a:pt x="6" y="14"/>
                </a:cubicBezTo>
                <a:cubicBezTo>
                  <a:pt x="0" y="26"/>
                  <a:pt x="3" y="37"/>
                  <a:pt x="12" y="41"/>
                </a:cubicBezTo>
                <a:cubicBezTo>
                  <a:pt x="21" y="47"/>
                  <a:pt x="30" y="44"/>
                  <a:pt x="37" y="33"/>
                </a:cubicBezTo>
                <a:cubicBezTo>
                  <a:pt x="42" y="22"/>
                  <a:pt x="40" y="11"/>
                  <a:pt x="31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6"/>
          <p:cNvSpPr/>
          <p:nvPr/>
        </p:nvSpPr>
        <p:spPr>
          <a:xfrm>
            <a:off x="8974080" y="5486040"/>
            <a:ext cx="5760" cy="6480"/>
          </a:xfrm>
          <a:custGeom>
            <a:rect b="b" l="l" r="r" t="t"/>
            <a:pathLst>
              <a:path extrusionOk="0" h="18" w="16">
                <a:moveTo>
                  <a:pt x="7" y="0"/>
                </a:moveTo>
                <a:cubicBezTo>
                  <a:pt x="3" y="0"/>
                  <a:pt x="0" y="5"/>
                  <a:pt x="0" y="8"/>
                </a:cubicBezTo>
                <a:cubicBezTo>
                  <a:pt x="0" y="13"/>
                  <a:pt x="3" y="17"/>
                  <a:pt x="7" y="17"/>
                </a:cubicBezTo>
                <a:cubicBezTo>
                  <a:pt x="11" y="17"/>
                  <a:pt x="15" y="13"/>
                  <a:pt x="15" y="8"/>
                </a:cubicBezTo>
                <a:cubicBezTo>
                  <a:pt x="15" y="5"/>
                  <a:pt x="11" y="0"/>
                  <a:pt x="7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6"/>
          <p:cNvSpPr/>
          <p:nvPr/>
        </p:nvSpPr>
        <p:spPr>
          <a:xfrm>
            <a:off x="8877240" y="5391360"/>
            <a:ext cx="5760" cy="6840"/>
          </a:xfrm>
          <a:custGeom>
            <a:rect b="b" l="l" r="r" t="t"/>
            <a:pathLst>
              <a:path extrusionOk="0" h="19" w="16">
                <a:moveTo>
                  <a:pt x="7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7" y="0"/>
                </a:cubicBezTo>
                <a:cubicBezTo>
                  <a:pt x="3" y="0"/>
                  <a:pt x="0" y="5"/>
                  <a:pt x="0" y="9"/>
                </a:cubicBezTo>
                <a:cubicBezTo>
                  <a:pt x="0" y="14"/>
                  <a:pt x="3" y="18"/>
                  <a:pt x="7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6"/>
          <p:cNvSpPr/>
          <p:nvPr/>
        </p:nvSpPr>
        <p:spPr>
          <a:xfrm>
            <a:off x="9071280" y="539136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9" y="0"/>
                </a:cubicBezTo>
                <a:cubicBezTo>
                  <a:pt x="4" y="0"/>
                  <a:pt x="0" y="5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6"/>
          <p:cNvSpPr/>
          <p:nvPr/>
        </p:nvSpPr>
        <p:spPr>
          <a:xfrm>
            <a:off x="8883360" y="5211360"/>
            <a:ext cx="187200" cy="256320"/>
          </a:xfrm>
          <a:custGeom>
            <a:rect b="b" l="l" r="r" t="t"/>
            <a:pathLst>
              <a:path extrusionOk="0" h="712" w="520">
                <a:moveTo>
                  <a:pt x="508" y="286"/>
                </a:moveTo>
                <a:cubicBezTo>
                  <a:pt x="508" y="331"/>
                  <a:pt x="503" y="377"/>
                  <a:pt x="491" y="421"/>
                </a:cubicBezTo>
                <a:lnTo>
                  <a:pt x="489" y="424"/>
                </a:lnTo>
                <a:cubicBezTo>
                  <a:pt x="489" y="424"/>
                  <a:pt x="488" y="427"/>
                  <a:pt x="488" y="429"/>
                </a:cubicBezTo>
                <a:cubicBezTo>
                  <a:pt x="461" y="403"/>
                  <a:pt x="267" y="215"/>
                  <a:pt x="259" y="209"/>
                </a:cubicBezTo>
                <a:cubicBezTo>
                  <a:pt x="259" y="209"/>
                  <a:pt x="258" y="210"/>
                  <a:pt x="256" y="211"/>
                </a:cubicBezTo>
                <a:cubicBezTo>
                  <a:pt x="256" y="212"/>
                  <a:pt x="255" y="212"/>
                  <a:pt x="255" y="213"/>
                </a:cubicBezTo>
                <a:cubicBezTo>
                  <a:pt x="224" y="243"/>
                  <a:pt x="75" y="388"/>
                  <a:pt x="32" y="429"/>
                </a:cubicBezTo>
                <a:cubicBezTo>
                  <a:pt x="31" y="427"/>
                  <a:pt x="31" y="424"/>
                  <a:pt x="31" y="424"/>
                </a:cubicBezTo>
                <a:cubicBezTo>
                  <a:pt x="31" y="424"/>
                  <a:pt x="30" y="422"/>
                  <a:pt x="30" y="421"/>
                </a:cubicBezTo>
                <a:cubicBezTo>
                  <a:pt x="18" y="377"/>
                  <a:pt x="11" y="332"/>
                  <a:pt x="11" y="286"/>
                </a:cubicBezTo>
                <a:cubicBezTo>
                  <a:pt x="11" y="286"/>
                  <a:pt x="11" y="23"/>
                  <a:pt x="11" y="12"/>
                </a:cubicBezTo>
                <a:cubicBezTo>
                  <a:pt x="32" y="12"/>
                  <a:pt x="488" y="12"/>
                  <a:pt x="508" y="12"/>
                </a:cubicBezTo>
                <a:cubicBezTo>
                  <a:pt x="508" y="33"/>
                  <a:pt x="508" y="286"/>
                  <a:pt x="508" y="286"/>
                </a:cubicBezTo>
                <a:moveTo>
                  <a:pt x="455" y="512"/>
                </a:moveTo>
                <a:lnTo>
                  <a:pt x="452" y="519"/>
                </a:lnTo>
                <a:cubicBezTo>
                  <a:pt x="407" y="603"/>
                  <a:pt x="337" y="667"/>
                  <a:pt x="259" y="699"/>
                </a:cubicBezTo>
                <a:cubicBezTo>
                  <a:pt x="181" y="667"/>
                  <a:pt x="114" y="603"/>
                  <a:pt x="68" y="519"/>
                </a:cubicBezTo>
                <a:lnTo>
                  <a:pt x="65" y="512"/>
                </a:lnTo>
                <a:lnTo>
                  <a:pt x="63" y="509"/>
                </a:lnTo>
                <a:cubicBezTo>
                  <a:pt x="63" y="507"/>
                  <a:pt x="62" y="506"/>
                  <a:pt x="62" y="506"/>
                </a:cubicBezTo>
                <a:lnTo>
                  <a:pt x="216" y="357"/>
                </a:lnTo>
                <a:cubicBezTo>
                  <a:pt x="241" y="332"/>
                  <a:pt x="259" y="315"/>
                  <a:pt x="259" y="315"/>
                </a:cubicBezTo>
                <a:lnTo>
                  <a:pt x="459" y="506"/>
                </a:lnTo>
                <a:cubicBezTo>
                  <a:pt x="457" y="506"/>
                  <a:pt x="457" y="507"/>
                  <a:pt x="457" y="509"/>
                </a:cubicBezTo>
                <a:lnTo>
                  <a:pt x="455" y="512"/>
                </a:lnTo>
                <a:moveTo>
                  <a:pt x="519" y="0"/>
                </a:moveTo>
                <a:lnTo>
                  <a:pt x="0" y="0"/>
                </a:lnTo>
                <a:lnTo>
                  <a:pt x="0" y="286"/>
                </a:lnTo>
                <a:cubicBezTo>
                  <a:pt x="0" y="333"/>
                  <a:pt x="7" y="379"/>
                  <a:pt x="19" y="424"/>
                </a:cubicBezTo>
                <a:lnTo>
                  <a:pt x="20" y="429"/>
                </a:lnTo>
                <a:lnTo>
                  <a:pt x="23" y="437"/>
                </a:lnTo>
                <a:cubicBezTo>
                  <a:pt x="31" y="463"/>
                  <a:pt x="41" y="490"/>
                  <a:pt x="53" y="513"/>
                </a:cubicBezTo>
                <a:lnTo>
                  <a:pt x="55" y="518"/>
                </a:lnTo>
                <a:lnTo>
                  <a:pt x="58" y="525"/>
                </a:lnTo>
                <a:cubicBezTo>
                  <a:pt x="105" y="613"/>
                  <a:pt x="175" y="679"/>
                  <a:pt x="258" y="711"/>
                </a:cubicBezTo>
                <a:lnTo>
                  <a:pt x="259" y="711"/>
                </a:lnTo>
                <a:lnTo>
                  <a:pt x="261" y="711"/>
                </a:lnTo>
                <a:cubicBezTo>
                  <a:pt x="344" y="679"/>
                  <a:pt x="414" y="613"/>
                  <a:pt x="461" y="525"/>
                </a:cubicBezTo>
                <a:lnTo>
                  <a:pt x="462" y="525"/>
                </a:lnTo>
                <a:lnTo>
                  <a:pt x="465" y="518"/>
                </a:lnTo>
                <a:lnTo>
                  <a:pt x="466" y="513"/>
                </a:lnTo>
                <a:cubicBezTo>
                  <a:pt x="478" y="490"/>
                  <a:pt x="488" y="463"/>
                  <a:pt x="497" y="437"/>
                </a:cubicBezTo>
                <a:lnTo>
                  <a:pt x="499" y="429"/>
                </a:lnTo>
                <a:lnTo>
                  <a:pt x="500" y="424"/>
                </a:lnTo>
                <a:cubicBezTo>
                  <a:pt x="514" y="379"/>
                  <a:pt x="519" y="332"/>
                  <a:pt x="519" y="286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6"/>
          <p:cNvSpPr/>
          <p:nvPr/>
        </p:nvSpPr>
        <p:spPr>
          <a:xfrm>
            <a:off x="8934120" y="5349960"/>
            <a:ext cx="79560" cy="102240"/>
          </a:xfrm>
          <a:custGeom>
            <a:rect b="b" l="l" r="r" t="t"/>
            <a:pathLst>
              <a:path extrusionOk="0" h="284" w="221">
                <a:moveTo>
                  <a:pt x="220" y="109"/>
                </a:moveTo>
                <a:lnTo>
                  <a:pt x="205" y="109"/>
                </a:lnTo>
                <a:lnTo>
                  <a:pt x="197" y="123"/>
                </a:lnTo>
                <a:lnTo>
                  <a:pt x="190" y="109"/>
                </a:lnTo>
                <a:lnTo>
                  <a:pt x="174" y="109"/>
                </a:lnTo>
                <a:lnTo>
                  <a:pt x="182" y="95"/>
                </a:lnTo>
                <a:lnTo>
                  <a:pt x="174" y="78"/>
                </a:lnTo>
                <a:lnTo>
                  <a:pt x="190" y="79"/>
                </a:lnTo>
                <a:lnTo>
                  <a:pt x="197" y="64"/>
                </a:lnTo>
                <a:lnTo>
                  <a:pt x="205" y="79"/>
                </a:lnTo>
                <a:lnTo>
                  <a:pt x="220" y="78"/>
                </a:lnTo>
                <a:lnTo>
                  <a:pt x="213" y="95"/>
                </a:lnTo>
                <a:lnTo>
                  <a:pt x="220" y="109"/>
                </a:lnTo>
                <a:moveTo>
                  <a:pt x="164" y="170"/>
                </a:moveTo>
                <a:lnTo>
                  <a:pt x="151" y="162"/>
                </a:lnTo>
                <a:lnTo>
                  <a:pt x="137" y="170"/>
                </a:lnTo>
                <a:lnTo>
                  <a:pt x="139" y="153"/>
                </a:lnTo>
                <a:lnTo>
                  <a:pt x="129" y="141"/>
                </a:lnTo>
                <a:lnTo>
                  <a:pt x="143" y="139"/>
                </a:lnTo>
                <a:lnTo>
                  <a:pt x="151" y="124"/>
                </a:lnTo>
                <a:lnTo>
                  <a:pt x="158" y="139"/>
                </a:lnTo>
                <a:lnTo>
                  <a:pt x="173" y="141"/>
                </a:lnTo>
                <a:lnTo>
                  <a:pt x="162" y="153"/>
                </a:lnTo>
                <a:lnTo>
                  <a:pt x="164" y="170"/>
                </a:lnTo>
                <a:moveTo>
                  <a:pt x="94" y="13"/>
                </a:moveTo>
                <a:lnTo>
                  <a:pt x="111" y="17"/>
                </a:lnTo>
                <a:lnTo>
                  <a:pt x="119" y="0"/>
                </a:lnTo>
                <a:lnTo>
                  <a:pt x="128" y="17"/>
                </a:lnTo>
                <a:lnTo>
                  <a:pt x="146" y="13"/>
                </a:lnTo>
                <a:lnTo>
                  <a:pt x="138" y="31"/>
                </a:lnTo>
                <a:lnTo>
                  <a:pt x="151" y="43"/>
                </a:lnTo>
                <a:lnTo>
                  <a:pt x="134" y="47"/>
                </a:lnTo>
                <a:lnTo>
                  <a:pt x="133" y="66"/>
                </a:lnTo>
                <a:lnTo>
                  <a:pt x="119" y="55"/>
                </a:lnTo>
                <a:lnTo>
                  <a:pt x="105" y="66"/>
                </a:lnTo>
                <a:lnTo>
                  <a:pt x="105" y="47"/>
                </a:lnTo>
                <a:lnTo>
                  <a:pt x="87" y="43"/>
                </a:lnTo>
                <a:lnTo>
                  <a:pt x="101" y="31"/>
                </a:lnTo>
                <a:lnTo>
                  <a:pt x="94" y="13"/>
                </a:lnTo>
                <a:moveTo>
                  <a:pt x="146" y="271"/>
                </a:moveTo>
                <a:lnTo>
                  <a:pt x="128" y="264"/>
                </a:lnTo>
                <a:lnTo>
                  <a:pt x="120" y="283"/>
                </a:lnTo>
                <a:lnTo>
                  <a:pt x="112" y="264"/>
                </a:lnTo>
                <a:lnTo>
                  <a:pt x="94" y="271"/>
                </a:lnTo>
                <a:lnTo>
                  <a:pt x="101" y="252"/>
                </a:lnTo>
                <a:lnTo>
                  <a:pt x="84" y="243"/>
                </a:lnTo>
                <a:lnTo>
                  <a:pt x="101" y="235"/>
                </a:lnTo>
                <a:lnTo>
                  <a:pt x="94" y="216"/>
                </a:lnTo>
                <a:lnTo>
                  <a:pt x="112" y="223"/>
                </a:lnTo>
                <a:lnTo>
                  <a:pt x="120" y="204"/>
                </a:lnTo>
                <a:lnTo>
                  <a:pt x="128" y="223"/>
                </a:lnTo>
                <a:lnTo>
                  <a:pt x="146" y="216"/>
                </a:lnTo>
                <a:lnTo>
                  <a:pt x="139" y="235"/>
                </a:lnTo>
                <a:lnTo>
                  <a:pt x="157" y="243"/>
                </a:lnTo>
                <a:lnTo>
                  <a:pt x="139" y="252"/>
                </a:lnTo>
                <a:lnTo>
                  <a:pt x="146" y="271"/>
                </a:lnTo>
                <a:moveTo>
                  <a:pt x="46" y="136"/>
                </a:moveTo>
                <a:lnTo>
                  <a:pt x="46" y="155"/>
                </a:lnTo>
                <a:lnTo>
                  <a:pt x="32" y="143"/>
                </a:lnTo>
                <a:lnTo>
                  <a:pt x="18" y="155"/>
                </a:lnTo>
                <a:lnTo>
                  <a:pt x="18" y="136"/>
                </a:lnTo>
                <a:lnTo>
                  <a:pt x="0" y="132"/>
                </a:lnTo>
                <a:lnTo>
                  <a:pt x="14" y="120"/>
                </a:lnTo>
                <a:lnTo>
                  <a:pt x="7" y="102"/>
                </a:lnTo>
                <a:lnTo>
                  <a:pt x="24" y="105"/>
                </a:lnTo>
                <a:lnTo>
                  <a:pt x="32" y="88"/>
                </a:lnTo>
                <a:lnTo>
                  <a:pt x="40" y="105"/>
                </a:lnTo>
                <a:lnTo>
                  <a:pt x="57" y="102"/>
                </a:lnTo>
                <a:lnTo>
                  <a:pt x="51" y="120"/>
                </a:lnTo>
                <a:lnTo>
                  <a:pt x="64" y="132"/>
                </a:lnTo>
                <a:lnTo>
                  <a:pt x="46" y="13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289" name="Google Shape;289;p16"/>
          <p:cNvSpPr/>
          <p:nvPr/>
        </p:nvSpPr>
        <p:spPr>
          <a:xfrm>
            <a:off x="8894880" y="5232600"/>
            <a:ext cx="68760" cy="56520"/>
          </a:xfrm>
          <a:custGeom>
            <a:rect b="b" l="l" r="r" t="t"/>
            <a:pathLst>
              <a:path extrusionOk="0" h="157" w="191">
                <a:moveTo>
                  <a:pt x="0" y="0"/>
                </a:moveTo>
                <a:lnTo>
                  <a:pt x="11" y="0"/>
                </a:lnTo>
                <a:lnTo>
                  <a:pt x="10" y="2"/>
                </a:lnTo>
                <a:lnTo>
                  <a:pt x="10" y="4"/>
                </a:lnTo>
                <a:lnTo>
                  <a:pt x="10" y="138"/>
                </a:lnTo>
                <a:cubicBezTo>
                  <a:pt x="22" y="138"/>
                  <a:pt x="85" y="138"/>
                  <a:pt x="88" y="138"/>
                </a:cubicBezTo>
                <a:cubicBezTo>
                  <a:pt x="89" y="140"/>
                  <a:pt x="90" y="140"/>
                  <a:pt x="94" y="140"/>
                </a:cubicBezTo>
                <a:cubicBezTo>
                  <a:pt x="97" y="140"/>
                  <a:pt x="99" y="140"/>
                  <a:pt x="101" y="138"/>
                </a:cubicBezTo>
                <a:cubicBezTo>
                  <a:pt x="105" y="138"/>
                  <a:pt x="173" y="138"/>
                  <a:pt x="180" y="138"/>
                </a:cubicBezTo>
                <a:lnTo>
                  <a:pt x="180" y="4"/>
                </a:lnTo>
                <a:lnTo>
                  <a:pt x="180" y="2"/>
                </a:lnTo>
                <a:lnTo>
                  <a:pt x="179" y="0"/>
                </a:lnTo>
                <a:lnTo>
                  <a:pt x="190" y="0"/>
                </a:lnTo>
                <a:lnTo>
                  <a:pt x="190" y="149"/>
                </a:lnTo>
                <a:cubicBezTo>
                  <a:pt x="190" y="149"/>
                  <a:pt x="107" y="149"/>
                  <a:pt x="105" y="149"/>
                </a:cubicBezTo>
                <a:cubicBezTo>
                  <a:pt x="103" y="153"/>
                  <a:pt x="99" y="156"/>
                  <a:pt x="94" y="156"/>
                </a:cubicBezTo>
                <a:cubicBezTo>
                  <a:pt x="89" y="156"/>
                  <a:pt x="86" y="153"/>
                  <a:pt x="84" y="149"/>
                </a:cubicBezTo>
                <a:cubicBezTo>
                  <a:pt x="82" y="149"/>
                  <a:pt x="0" y="149"/>
                  <a:pt x="0" y="149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6"/>
          <p:cNvSpPr/>
          <p:nvPr/>
        </p:nvSpPr>
        <p:spPr>
          <a:xfrm>
            <a:off x="890172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66" y="25"/>
                </a:moveTo>
                <a:cubicBezTo>
                  <a:pt x="64" y="24"/>
                  <a:pt x="60" y="23"/>
                  <a:pt x="55" y="23"/>
                </a:cubicBezTo>
                <a:cubicBezTo>
                  <a:pt x="47" y="23"/>
                  <a:pt x="40" y="25"/>
                  <a:pt x="31" y="27"/>
                </a:cubicBezTo>
                <a:cubicBezTo>
                  <a:pt x="22" y="28"/>
                  <a:pt x="15" y="31"/>
                  <a:pt x="8" y="32"/>
                </a:cubicBezTo>
                <a:lnTo>
                  <a:pt x="8" y="25"/>
                </a:lnTo>
                <a:cubicBezTo>
                  <a:pt x="14" y="25"/>
                  <a:pt x="22" y="23"/>
                  <a:pt x="29" y="20"/>
                </a:cubicBezTo>
                <a:cubicBezTo>
                  <a:pt x="39" y="19"/>
                  <a:pt x="46" y="17"/>
                  <a:pt x="55" y="17"/>
                </a:cubicBezTo>
                <a:cubicBezTo>
                  <a:pt x="60" y="17"/>
                  <a:pt x="63" y="17"/>
                  <a:pt x="66" y="19"/>
                </a:cubicBezTo>
                <a:lnTo>
                  <a:pt x="66" y="25"/>
                </a:lnTo>
                <a:moveTo>
                  <a:pt x="66" y="40"/>
                </a:moveTo>
                <a:cubicBezTo>
                  <a:pt x="64" y="39"/>
                  <a:pt x="60" y="38"/>
                  <a:pt x="55" y="38"/>
                </a:cubicBezTo>
                <a:cubicBezTo>
                  <a:pt x="47" y="38"/>
                  <a:pt x="40" y="39"/>
                  <a:pt x="31" y="41"/>
                </a:cubicBezTo>
                <a:cubicBezTo>
                  <a:pt x="22" y="44"/>
                  <a:pt x="15" y="46"/>
                  <a:pt x="8" y="46"/>
                </a:cubicBezTo>
                <a:lnTo>
                  <a:pt x="8" y="40"/>
                </a:lnTo>
                <a:cubicBezTo>
                  <a:pt x="14" y="39"/>
                  <a:pt x="22" y="38"/>
                  <a:pt x="29" y="36"/>
                </a:cubicBezTo>
                <a:cubicBezTo>
                  <a:pt x="39" y="33"/>
                  <a:pt x="46" y="31"/>
                  <a:pt x="55" y="32"/>
                </a:cubicBezTo>
                <a:cubicBezTo>
                  <a:pt x="60" y="32"/>
                  <a:pt x="63" y="32"/>
                  <a:pt x="66" y="33"/>
                </a:cubicBezTo>
                <a:lnTo>
                  <a:pt x="66" y="40"/>
                </a:lnTo>
                <a:moveTo>
                  <a:pt x="66" y="55"/>
                </a:moveTo>
                <a:cubicBezTo>
                  <a:pt x="64" y="55"/>
                  <a:pt x="60" y="53"/>
                  <a:pt x="55" y="53"/>
                </a:cubicBezTo>
                <a:cubicBezTo>
                  <a:pt x="47" y="52"/>
                  <a:pt x="40" y="55"/>
                  <a:pt x="31" y="57"/>
                </a:cubicBezTo>
                <a:cubicBezTo>
                  <a:pt x="22" y="59"/>
                  <a:pt x="15" y="62"/>
                  <a:pt x="8" y="62"/>
                </a:cubicBezTo>
                <a:lnTo>
                  <a:pt x="8" y="56"/>
                </a:lnTo>
                <a:cubicBezTo>
                  <a:pt x="14" y="55"/>
                  <a:pt x="22" y="53"/>
                  <a:pt x="29" y="51"/>
                </a:cubicBezTo>
                <a:cubicBezTo>
                  <a:pt x="39" y="49"/>
                  <a:pt x="46" y="46"/>
                  <a:pt x="55" y="46"/>
                </a:cubicBezTo>
                <a:cubicBezTo>
                  <a:pt x="60" y="47"/>
                  <a:pt x="63" y="47"/>
                  <a:pt x="66" y="49"/>
                </a:cubicBezTo>
                <a:lnTo>
                  <a:pt x="66" y="55"/>
                </a:lnTo>
                <a:moveTo>
                  <a:pt x="66" y="71"/>
                </a:moveTo>
                <a:cubicBezTo>
                  <a:pt x="64" y="69"/>
                  <a:pt x="60" y="69"/>
                  <a:pt x="55" y="68"/>
                </a:cubicBezTo>
                <a:cubicBezTo>
                  <a:pt x="47" y="68"/>
                  <a:pt x="40" y="70"/>
                  <a:pt x="31" y="72"/>
                </a:cubicBezTo>
                <a:cubicBezTo>
                  <a:pt x="22" y="75"/>
                  <a:pt x="15" y="76"/>
                  <a:pt x="8" y="77"/>
                </a:cubicBezTo>
                <a:lnTo>
                  <a:pt x="8" y="71"/>
                </a:lnTo>
                <a:cubicBezTo>
                  <a:pt x="14" y="70"/>
                  <a:pt x="22" y="68"/>
                  <a:pt x="29" y="66"/>
                </a:cubicBezTo>
                <a:cubicBezTo>
                  <a:pt x="39" y="64"/>
                  <a:pt x="46" y="62"/>
                  <a:pt x="55" y="62"/>
                </a:cubicBezTo>
                <a:cubicBezTo>
                  <a:pt x="60" y="62"/>
                  <a:pt x="63" y="63"/>
                  <a:pt x="66" y="64"/>
                </a:cubicBezTo>
                <a:lnTo>
                  <a:pt x="66" y="71"/>
                </a:lnTo>
                <a:moveTo>
                  <a:pt x="66" y="85"/>
                </a:moveTo>
                <a:cubicBezTo>
                  <a:pt x="64" y="84"/>
                  <a:pt x="60" y="83"/>
                  <a:pt x="55" y="83"/>
                </a:cubicBezTo>
                <a:cubicBezTo>
                  <a:pt x="47" y="83"/>
                  <a:pt x="40" y="85"/>
                  <a:pt x="31" y="89"/>
                </a:cubicBezTo>
                <a:cubicBezTo>
                  <a:pt x="22" y="91"/>
                  <a:pt x="15" y="92"/>
                  <a:pt x="8" y="94"/>
                </a:cubicBezTo>
                <a:lnTo>
                  <a:pt x="8" y="85"/>
                </a:lnTo>
                <a:cubicBezTo>
                  <a:pt x="14" y="85"/>
                  <a:pt x="22" y="83"/>
                  <a:pt x="29" y="82"/>
                </a:cubicBezTo>
                <a:cubicBezTo>
                  <a:pt x="39" y="78"/>
                  <a:pt x="46" y="77"/>
                  <a:pt x="55" y="77"/>
                </a:cubicBezTo>
                <a:cubicBezTo>
                  <a:pt x="60" y="77"/>
                  <a:pt x="63" y="78"/>
                  <a:pt x="66" y="78"/>
                </a:cubicBezTo>
                <a:lnTo>
                  <a:pt x="66" y="85"/>
                </a:lnTo>
                <a:moveTo>
                  <a:pt x="66" y="102"/>
                </a:moveTo>
                <a:cubicBezTo>
                  <a:pt x="64" y="101"/>
                  <a:pt x="60" y="100"/>
                  <a:pt x="55" y="100"/>
                </a:cubicBezTo>
                <a:cubicBezTo>
                  <a:pt x="47" y="98"/>
                  <a:pt x="40" y="102"/>
                  <a:pt x="31" y="103"/>
                </a:cubicBezTo>
                <a:cubicBezTo>
                  <a:pt x="22" y="105"/>
                  <a:pt x="15" y="108"/>
                  <a:pt x="8" y="108"/>
                </a:cubicBezTo>
                <a:lnTo>
                  <a:pt x="8" y="102"/>
                </a:lnTo>
                <a:cubicBezTo>
                  <a:pt x="14" y="102"/>
                  <a:pt x="22" y="100"/>
                  <a:pt x="29" y="97"/>
                </a:cubicBezTo>
                <a:cubicBezTo>
                  <a:pt x="39" y="95"/>
                  <a:pt x="46" y="92"/>
                  <a:pt x="55" y="94"/>
                </a:cubicBezTo>
                <a:cubicBezTo>
                  <a:pt x="60" y="94"/>
                  <a:pt x="63" y="94"/>
                  <a:pt x="66" y="95"/>
                </a:cubicBezTo>
                <a:lnTo>
                  <a:pt x="66" y="102"/>
                </a:lnTo>
                <a:moveTo>
                  <a:pt x="66" y="117"/>
                </a:moveTo>
                <a:cubicBezTo>
                  <a:pt x="64" y="116"/>
                  <a:pt x="60" y="115"/>
                  <a:pt x="55" y="115"/>
                </a:cubicBezTo>
                <a:cubicBezTo>
                  <a:pt x="47" y="115"/>
                  <a:pt x="40" y="116"/>
                  <a:pt x="31" y="119"/>
                </a:cubicBezTo>
                <a:cubicBezTo>
                  <a:pt x="22" y="121"/>
                  <a:pt x="15" y="123"/>
                  <a:pt x="8" y="123"/>
                </a:cubicBezTo>
                <a:lnTo>
                  <a:pt x="8" y="117"/>
                </a:lnTo>
                <a:cubicBezTo>
                  <a:pt x="14" y="116"/>
                  <a:pt x="22" y="115"/>
                  <a:pt x="29" y="113"/>
                </a:cubicBezTo>
                <a:cubicBezTo>
                  <a:pt x="39" y="110"/>
                  <a:pt x="46" y="108"/>
                  <a:pt x="55" y="108"/>
                </a:cubicBezTo>
                <a:cubicBezTo>
                  <a:pt x="60" y="109"/>
                  <a:pt x="63" y="109"/>
                  <a:pt x="66" y="110"/>
                </a:cubicBezTo>
                <a:lnTo>
                  <a:pt x="66" y="117"/>
                </a:lnTo>
                <a:moveTo>
                  <a:pt x="55" y="0"/>
                </a:moveTo>
                <a:cubicBezTo>
                  <a:pt x="47" y="0"/>
                  <a:pt x="40" y="2"/>
                  <a:pt x="31" y="5"/>
                </a:cubicBezTo>
                <a:cubicBezTo>
                  <a:pt x="20" y="7"/>
                  <a:pt x="10" y="9"/>
                  <a:pt x="0" y="8"/>
                </a:cubicBezTo>
                <a:cubicBezTo>
                  <a:pt x="0" y="9"/>
                  <a:pt x="0" y="11"/>
                  <a:pt x="0" y="12"/>
                </a:cubicBezTo>
                <a:cubicBezTo>
                  <a:pt x="0" y="30"/>
                  <a:pt x="0" y="135"/>
                  <a:pt x="0" y="141"/>
                </a:cubicBezTo>
                <a:cubicBezTo>
                  <a:pt x="9" y="141"/>
                  <a:pt x="19" y="139"/>
                  <a:pt x="29" y="136"/>
                </a:cubicBezTo>
                <a:cubicBezTo>
                  <a:pt x="39" y="134"/>
                  <a:pt x="46" y="132"/>
                  <a:pt x="55" y="132"/>
                </a:cubicBezTo>
                <a:cubicBezTo>
                  <a:pt x="63" y="132"/>
                  <a:pt x="68" y="134"/>
                  <a:pt x="74" y="138"/>
                </a:cubicBezTo>
                <a:lnTo>
                  <a:pt x="74" y="7"/>
                </a:lnTo>
                <a:cubicBezTo>
                  <a:pt x="69" y="4"/>
                  <a:pt x="65" y="0"/>
                  <a:pt x="55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"/>
          <p:cNvSpPr/>
          <p:nvPr/>
        </p:nvSpPr>
        <p:spPr>
          <a:xfrm>
            <a:off x="892980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8" y="19"/>
                </a:moveTo>
                <a:cubicBezTo>
                  <a:pt x="11" y="17"/>
                  <a:pt x="14" y="17"/>
                  <a:pt x="19" y="17"/>
                </a:cubicBezTo>
                <a:cubicBezTo>
                  <a:pt x="28" y="17"/>
                  <a:pt x="36" y="19"/>
                  <a:pt x="45" y="20"/>
                </a:cubicBezTo>
                <a:cubicBezTo>
                  <a:pt x="52" y="23"/>
                  <a:pt x="60" y="25"/>
                  <a:pt x="66" y="25"/>
                </a:cubicBezTo>
                <a:lnTo>
                  <a:pt x="66" y="32"/>
                </a:lnTo>
                <a:cubicBezTo>
                  <a:pt x="58" y="31"/>
                  <a:pt x="51" y="28"/>
                  <a:pt x="44" y="27"/>
                </a:cubicBezTo>
                <a:cubicBezTo>
                  <a:pt x="35" y="25"/>
                  <a:pt x="28" y="23"/>
                  <a:pt x="19" y="23"/>
                </a:cubicBezTo>
                <a:cubicBezTo>
                  <a:pt x="14" y="23"/>
                  <a:pt x="10" y="24"/>
                  <a:pt x="8" y="25"/>
                </a:cubicBezTo>
                <a:lnTo>
                  <a:pt x="8" y="19"/>
                </a:lnTo>
                <a:moveTo>
                  <a:pt x="8" y="33"/>
                </a:moveTo>
                <a:cubicBezTo>
                  <a:pt x="11" y="32"/>
                  <a:pt x="14" y="32"/>
                  <a:pt x="19" y="32"/>
                </a:cubicBezTo>
                <a:cubicBezTo>
                  <a:pt x="28" y="31"/>
                  <a:pt x="36" y="33"/>
                  <a:pt x="45" y="36"/>
                </a:cubicBezTo>
                <a:cubicBezTo>
                  <a:pt x="52" y="38"/>
                  <a:pt x="60" y="39"/>
                  <a:pt x="66" y="40"/>
                </a:cubicBezTo>
                <a:lnTo>
                  <a:pt x="66" y="46"/>
                </a:lnTo>
                <a:cubicBezTo>
                  <a:pt x="58" y="46"/>
                  <a:pt x="51" y="44"/>
                  <a:pt x="44" y="41"/>
                </a:cubicBezTo>
                <a:cubicBezTo>
                  <a:pt x="35" y="39"/>
                  <a:pt x="28" y="38"/>
                  <a:pt x="19" y="38"/>
                </a:cubicBezTo>
                <a:cubicBezTo>
                  <a:pt x="14" y="38"/>
                  <a:pt x="10" y="39"/>
                  <a:pt x="8" y="40"/>
                </a:cubicBezTo>
                <a:lnTo>
                  <a:pt x="8" y="33"/>
                </a:lnTo>
                <a:moveTo>
                  <a:pt x="8" y="49"/>
                </a:moveTo>
                <a:cubicBezTo>
                  <a:pt x="11" y="47"/>
                  <a:pt x="14" y="47"/>
                  <a:pt x="19" y="46"/>
                </a:cubicBezTo>
                <a:cubicBezTo>
                  <a:pt x="28" y="46"/>
                  <a:pt x="36" y="49"/>
                  <a:pt x="45" y="51"/>
                </a:cubicBezTo>
                <a:cubicBezTo>
                  <a:pt x="52" y="53"/>
                  <a:pt x="60" y="55"/>
                  <a:pt x="66" y="56"/>
                </a:cubicBezTo>
                <a:lnTo>
                  <a:pt x="66" y="62"/>
                </a:lnTo>
                <a:cubicBezTo>
                  <a:pt x="58" y="62"/>
                  <a:pt x="51" y="59"/>
                  <a:pt x="44" y="57"/>
                </a:cubicBezTo>
                <a:cubicBezTo>
                  <a:pt x="35" y="55"/>
                  <a:pt x="28" y="52"/>
                  <a:pt x="19" y="53"/>
                </a:cubicBezTo>
                <a:cubicBezTo>
                  <a:pt x="14" y="53"/>
                  <a:pt x="10" y="55"/>
                  <a:pt x="8" y="55"/>
                </a:cubicBezTo>
                <a:lnTo>
                  <a:pt x="8" y="49"/>
                </a:lnTo>
                <a:moveTo>
                  <a:pt x="8" y="64"/>
                </a:moveTo>
                <a:cubicBezTo>
                  <a:pt x="11" y="63"/>
                  <a:pt x="14" y="62"/>
                  <a:pt x="19" y="62"/>
                </a:cubicBezTo>
                <a:cubicBezTo>
                  <a:pt x="28" y="62"/>
                  <a:pt x="36" y="64"/>
                  <a:pt x="45" y="66"/>
                </a:cubicBezTo>
                <a:cubicBezTo>
                  <a:pt x="52" y="68"/>
                  <a:pt x="60" y="70"/>
                  <a:pt x="66" y="71"/>
                </a:cubicBezTo>
                <a:lnTo>
                  <a:pt x="66" y="77"/>
                </a:lnTo>
                <a:cubicBezTo>
                  <a:pt x="58" y="76"/>
                  <a:pt x="51" y="75"/>
                  <a:pt x="44" y="72"/>
                </a:cubicBezTo>
                <a:cubicBezTo>
                  <a:pt x="35" y="70"/>
                  <a:pt x="28" y="68"/>
                  <a:pt x="19" y="68"/>
                </a:cubicBezTo>
                <a:cubicBezTo>
                  <a:pt x="14" y="69"/>
                  <a:pt x="10" y="69"/>
                  <a:pt x="8" y="71"/>
                </a:cubicBezTo>
                <a:lnTo>
                  <a:pt x="8" y="64"/>
                </a:lnTo>
                <a:moveTo>
                  <a:pt x="8" y="78"/>
                </a:moveTo>
                <a:cubicBezTo>
                  <a:pt x="11" y="78"/>
                  <a:pt x="14" y="77"/>
                  <a:pt x="19" y="77"/>
                </a:cubicBezTo>
                <a:cubicBezTo>
                  <a:pt x="28" y="77"/>
                  <a:pt x="36" y="78"/>
                  <a:pt x="45" y="82"/>
                </a:cubicBezTo>
                <a:cubicBezTo>
                  <a:pt x="52" y="83"/>
                  <a:pt x="60" y="85"/>
                  <a:pt x="66" y="85"/>
                </a:cubicBezTo>
                <a:lnTo>
                  <a:pt x="66" y="94"/>
                </a:lnTo>
                <a:cubicBezTo>
                  <a:pt x="58" y="92"/>
                  <a:pt x="51" y="91"/>
                  <a:pt x="44" y="89"/>
                </a:cubicBezTo>
                <a:cubicBezTo>
                  <a:pt x="35" y="85"/>
                  <a:pt x="28" y="83"/>
                  <a:pt x="19" y="83"/>
                </a:cubicBezTo>
                <a:cubicBezTo>
                  <a:pt x="14" y="83"/>
                  <a:pt x="10" y="84"/>
                  <a:pt x="8" y="85"/>
                </a:cubicBezTo>
                <a:lnTo>
                  <a:pt x="8" y="78"/>
                </a:lnTo>
                <a:moveTo>
                  <a:pt x="8" y="95"/>
                </a:moveTo>
                <a:cubicBezTo>
                  <a:pt x="11" y="94"/>
                  <a:pt x="14" y="94"/>
                  <a:pt x="19" y="94"/>
                </a:cubicBezTo>
                <a:cubicBezTo>
                  <a:pt x="28" y="92"/>
                  <a:pt x="36" y="95"/>
                  <a:pt x="45" y="97"/>
                </a:cubicBezTo>
                <a:cubicBezTo>
                  <a:pt x="52" y="100"/>
                  <a:pt x="60" y="102"/>
                  <a:pt x="66" y="102"/>
                </a:cubicBezTo>
                <a:lnTo>
                  <a:pt x="66" y="108"/>
                </a:lnTo>
                <a:cubicBezTo>
                  <a:pt x="58" y="108"/>
                  <a:pt x="51" y="105"/>
                  <a:pt x="44" y="103"/>
                </a:cubicBezTo>
                <a:cubicBezTo>
                  <a:pt x="35" y="102"/>
                  <a:pt x="28" y="98"/>
                  <a:pt x="19" y="100"/>
                </a:cubicBezTo>
                <a:cubicBezTo>
                  <a:pt x="14" y="100"/>
                  <a:pt x="10" y="101"/>
                  <a:pt x="8" y="102"/>
                </a:cubicBezTo>
                <a:lnTo>
                  <a:pt x="8" y="95"/>
                </a:lnTo>
                <a:moveTo>
                  <a:pt x="8" y="110"/>
                </a:moveTo>
                <a:cubicBezTo>
                  <a:pt x="11" y="109"/>
                  <a:pt x="14" y="109"/>
                  <a:pt x="19" y="108"/>
                </a:cubicBezTo>
                <a:cubicBezTo>
                  <a:pt x="28" y="108"/>
                  <a:pt x="36" y="110"/>
                  <a:pt x="45" y="113"/>
                </a:cubicBezTo>
                <a:cubicBezTo>
                  <a:pt x="52" y="115"/>
                  <a:pt x="60" y="116"/>
                  <a:pt x="66" y="117"/>
                </a:cubicBezTo>
                <a:lnTo>
                  <a:pt x="66" y="123"/>
                </a:lnTo>
                <a:cubicBezTo>
                  <a:pt x="58" y="123"/>
                  <a:pt x="51" y="121"/>
                  <a:pt x="44" y="119"/>
                </a:cubicBezTo>
                <a:cubicBezTo>
                  <a:pt x="35" y="116"/>
                  <a:pt x="28" y="115"/>
                  <a:pt x="19" y="115"/>
                </a:cubicBezTo>
                <a:cubicBezTo>
                  <a:pt x="14" y="115"/>
                  <a:pt x="10" y="116"/>
                  <a:pt x="8" y="117"/>
                </a:cubicBezTo>
                <a:lnTo>
                  <a:pt x="8" y="110"/>
                </a:lnTo>
                <a:moveTo>
                  <a:pt x="0" y="7"/>
                </a:moveTo>
                <a:lnTo>
                  <a:pt x="0" y="138"/>
                </a:lnTo>
                <a:cubicBezTo>
                  <a:pt x="6" y="134"/>
                  <a:pt x="11" y="132"/>
                  <a:pt x="19" y="132"/>
                </a:cubicBezTo>
                <a:cubicBezTo>
                  <a:pt x="28" y="132"/>
                  <a:pt x="36" y="134"/>
                  <a:pt x="45" y="136"/>
                </a:cubicBezTo>
                <a:cubicBezTo>
                  <a:pt x="55" y="139"/>
                  <a:pt x="65" y="141"/>
                  <a:pt x="74" y="141"/>
                </a:cubicBezTo>
                <a:cubicBezTo>
                  <a:pt x="74" y="135"/>
                  <a:pt x="74" y="30"/>
                  <a:pt x="74" y="12"/>
                </a:cubicBezTo>
                <a:cubicBezTo>
                  <a:pt x="74" y="11"/>
                  <a:pt x="74" y="9"/>
                  <a:pt x="74" y="8"/>
                </a:cubicBezTo>
                <a:cubicBezTo>
                  <a:pt x="64" y="9"/>
                  <a:pt x="54" y="7"/>
                  <a:pt x="44" y="5"/>
                </a:cubicBezTo>
                <a:cubicBezTo>
                  <a:pt x="35" y="2"/>
                  <a:pt x="28" y="0"/>
                  <a:pt x="19" y="0"/>
                </a:cubicBezTo>
                <a:cubicBezTo>
                  <a:pt x="9" y="0"/>
                  <a:pt x="4" y="4"/>
                  <a:pt x="0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6"/>
          <p:cNvSpPr/>
          <p:nvPr/>
        </p:nvSpPr>
        <p:spPr>
          <a:xfrm>
            <a:off x="9049680" y="5255280"/>
            <a:ext cx="5400" cy="9360"/>
          </a:xfrm>
          <a:custGeom>
            <a:rect b="b" l="l" r="r" t="t"/>
            <a:pathLst>
              <a:path extrusionOk="0" h="26" w="15">
                <a:moveTo>
                  <a:pt x="14" y="5"/>
                </a:moveTo>
                <a:cubicBezTo>
                  <a:pt x="14" y="8"/>
                  <a:pt x="13" y="12"/>
                  <a:pt x="12" y="15"/>
                </a:cubicBezTo>
                <a:cubicBezTo>
                  <a:pt x="11" y="18"/>
                  <a:pt x="10" y="19"/>
                  <a:pt x="8" y="20"/>
                </a:cubicBezTo>
                <a:cubicBezTo>
                  <a:pt x="4" y="21"/>
                  <a:pt x="2" y="24"/>
                  <a:pt x="1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1" y="14"/>
                  <a:pt x="2" y="11"/>
                </a:cubicBezTo>
                <a:cubicBezTo>
                  <a:pt x="7" y="7"/>
                  <a:pt x="10" y="2"/>
                  <a:pt x="14" y="0"/>
                </a:cubicBezTo>
                <a:cubicBezTo>
                  <a:pt x="14" y="1"/>
                  <a:pt x="14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"/>
          <p:cNvSpPr/>
          <p:nvPr/>
        </p:nvSpPr>
        <p:spPr>
          <a:xfrm>
            <a:off x="9034920" y="5283000"/>
            <a:ext cx="9720" cy="5040"/>
          </a:xfrm>
          <a:custGeom>
            <a:rect b="b" l="l" r="r" t="t"/>
            <a:pathLst>
              <a:path extrusionOk="0" h="14" w="27">
                <a:moveTo>
                  <a:pt x="12" y="1"/>
                </a:moveTo>
                <a:cubicBezTo>
                  <a:pt x="18" y="0"/>
                  <a:pt x="22" y="1"/>
                  <a:pt x="26" y="4"/>
                </a:cubicBezTo>
                <a:cubicBezTo>
                  <a:pt x="22" y="7"/>
                  <a:pt x="19" y="11"/>
                  <a:pt x="13" y="12"/>
                </a:cubicBezTo>
                <a:cubicBezTo>
                  <a:pt x="9" y="13"/>
                  <a:pt x="4" y="12"/>
                  <a:pt x="0" y="9"/>
                </a:cubicBezTo>
                <a:cubicBezTo>
                  <a:pt x="3" y="5"/>
                  <a:pt x="7" y="3"/>
                  <a:pt x="12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9030960" y="5277960"/>
            <a:ext cx="6480" cy="9000"/>
          </a:xfrm>
          <a:custGeom>
            <a:rect b="b" l="l" r="r" t="t"/>
            <a:pathLst>
              <a:path extrusionOk="0" h="25" w="18">
                <a:moveTo>
                  <a:pt x="0" y="24"/>
                </a:moveTo>
                <a:lnTo>
                  <a:pt x="0" y="23"/>
                </a:lnTo>
                <a:cubicBezTo>
                  <a:pt x="0" y="19"/>
                  <a:pt x="1" y="14"/>
                  <a:pt x="4" y="11"/>
                </a:cubicBezTo>
                <a:cubicBezTo>
                  <a:pt x="8" y="6"/>
                  <a:pt x="11" y="2"/>
                  <a:pt x="17" y="0"/>
                </a:cubicBezTo>
                <a:cubicBezTo>
                  <a:pt x="17" y="1"/>
                  <a:pt x="17" y="1"/>
                  <a:pt x="17" y="2"/>
                </a:cubicBezTo>
                <a:cubicBezTo>
                  <a:pt x="17" y="7"/>
                  <a:pt x="14" y="12"/>
                  <a:pt x="12" y="15"/>
                </a:cubicBezTo>
                <a:cubicBezTo>
                  <a:pt x="10" y="19"/>
                  <a:pt x="6" y="23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"/>
          <p:cNvSpPr/>
          <p:nvPr/>
        </p:nvSpPr>
        <p:spPr>
          <a:xfrm>
            <a:off x="90367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" y="8"/>
                </a:moveTo>
                <a:cubicBezTo>
                  <a:pt x="2" y="5"/>
                  <a:pt x="4" y="2"/>
                  <a:pt x="8" y="0"/>
                </a:cubicBezTo>
                <a:cubicBezTo>
                  <a:pt x="10" y="2"/>
                  <a:pt x="10" y="5"/>
                  <a:pt x="10" y="7"/>
                </a:cubicBezTo>
                <a:cubicBezTo>
                  <a:pt x="10" y="9"/>
                  <a:pt x="10" y="12"/>
                  <a:pt x="8" y="15"/>
                </a:cubicBezTo>
                <a:cubicBezTo>
                  <a:pt x="7" y="19"/>
                  <a:pt x="4" y="21"/>
                  <a:pt x="2" y="24"/>
                </a:cubicBezTo>
                <a:cubicBezTo>
                  <a:pt x="1" y="25"/>
                  <a:pt x="1" y="25"/>
                  <a:pt x="0" y="25"/>
                </a:cubicBezTo>
                <a:cubicBezTo>
                  <a:pt x="1" y="20"/>
                  <a:pt x="2" y="13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"/>
          <p:cNvSpPr/>
          <p:nvPr/>
        </p:nvSpPr>
        <p:spPr>
          <a:xfrm>
            <a:off x="9041040" y="5269320"/>
            <a:ext cx="3600" cy="9720"/>
          </a:xfrm>
          <a:custGeom>
            <a:rect b="b" l="l" r="r" t="t"/>
            <a:pathLst>
              <a:path extrusionOk="0" h="27" w="10">
                <a:moveTo>
                  <a:pt x="0" y="9"/>
                </a:moveTo>
                <a:cubicBezTo>
                  <a:pt x="1" y="6"/>
                  <a:pt x="2" y="4"/>
                  <a:pt x="6" y="0"/>
                </a:cubicBezTo>
                <a:cubicBezTo>
                  <a:pt x="8" y="4"/>
                  <a:pt x="9" y="7"/>
                  <a:pt x="9" y="13"/>
                </a:cubicBezTo>
                <a:lnTo>
                  <a:pt x="9" y="14"/>
                </a:lnTo>
                <a:cubicBezTo>
                  <a:pt x="9" y="18"/>
                  <a:pt x="8" y="21"/>
                  <a:pt x="6" y="25"/>
                </a:cubicBezTo>
                <a:cubicBezTo>
                  <a:pt x="4" y="25"/>
                  <a:pt x="2" y="26"/>
                  <a:pt x="1" y="26"/>
                </a:cubicBezTo>
                <a:cubicBezTo>
                  <a:pt x="2" y="20"/>
                  <a:pt x="1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9043200" y="5263920"/>
            <a:ext cx="4320" cy="10080"/>
          </a:xfrm>
          <a:custGeom>
            <a:rect b="b" l="l" r="r" t="t"/>
            <a:pathLst>
              <a:path extrusionOk="0" h="28" w="12">
                <a:moveTo>
                  <a:pt x="0" y="12"/>
                </a:moveTo>
                <a:cubicBezTo>
                  <a:pt x="0" y="8"/>
                  <a:pt x="2" y="5"/>
                  <a:pt x="3" y="0"/>
                </a:cubicBezTo>
                <a:cubicBezTo>
                  <a:pt x="7" y="5"/>
                  <a:pt x="9" y="9"/>
                  <a:pt x="11" y="14"/>
                </a:cubicBezTo>
                <a:cubicBezTo>
                  <a:pt x="11" y="15"/>
                  <a:pt x="11" y="17"/>
                  <a:pt x="11" y="18"/>
                </a:cubicBezTo>
                <a:cubicBezTo>
                  <a:pt x="11" y="20"/>
                  <a:pt x="11" y="23"/>
                  <a:pt x="9" y="25"/>
                </a:cubicBezTo>
                <a:cubicBezTo>
                  <a:pt x="8" y="25"/>
                  <a:pt x="7" y="26"/>
                  <a:pt x="7" y="27"/>
                </a:cubicBezTo>
                <a:lnTo>
                  <a:pt x="7" y="26"/>
                </a:lnTo>
                <a:cubicBezTo>
                  <a:pt x="6" y="21"/>
                  <a:pt x="4" y="17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6"/>
          <p:cNvSpPr/>
          <p:nvPr/>
        </p:nvSpPr>
        <p:spPr>
          <a:xfrm>
            <a:off x="9044280" y="5258160"/>
            <a:ext cx="4680" cy="9360"/>
          </a:xfrm>
          <a:custGeom>
            <a:rect b="b" l="l" r="r" t="t"/>
            <a:pathLst>
              <a:path extrusionOk="0" h="26" w="13">
                <a:moveTo>
                  <a:pt x="0" y="11"/>
                </a:moveTo>
                <a:cubicBezTo>
                  <a:pt x="0" y="9"/>
                  <a:pt x="0" y="7"/>
                  <a:pt x="0" y="6"/>
                </a:cubicBezTo>
                <a:cubicBezTo>
                  <a:pt x="0" y="4"/>
                  <a:pt x="0" y="2"/>
                  <a:pt x="0" y="0"/>
                </a:cubicBezTo>
                <a:cubicBezTo>
                  <a:pt x="6" y="4"/>
                  <a:pt x="9" y="7"/>
                  <a:pt x="10" y="11"/>
                </a:cubicBezTo>
                <a:cubicBezTo>
                  <a:pt x="11" y="15"/>
                  <a:pt x="12" y="18"/>
                  <a:pt x="12" y="20"/>
                </a:cubicBezTo>
                <a:cubicBezTo>
                  <a:pt x="12" y="21"/>
                  <a:pt x="11" y="21"/>
                  <a:pt x="11" y="23"/>
                </a:cubicBezTo>
                <a:cubicBezTo>
                  <a:pt x="11" y="24"/>
                  <a:pt x="11" y="24"/>
                  <a:pt x="10" y="25"/>
                </a:cubicBezTo>
                <a:lnTo>
                  <a:pt x="9" y="25"/>
                </a:lnTo>
                <a:cubicBezTo>
                  <a:pt x="8" y="20"/>
                  <a:pt x="6" y="15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"/>
          <p:cNvSpPr/>
          <p:nvPr/>
        </p:nvSpPr>
        <p:spPr>
          <a:xfrm>
            <a:off x="9043560" y="5252760"/>
            <a:ext cx="6480" cy="8640"/>
          </a:xfrm>
          <a:custGeom>
            <a:rect b="b" l="l" r="r" t="t"/>
            <a:pathLst>
              <a:path extrusionOk="0" h="24" w="18">
                <a:moveTo>
                  <a:pt x="2" y="12"/>
                </a:moveTo>
                <a:cubicBezTo>
                  <a:pt x="1" y="7"/>
                  <a:pt x="0" y="4"/>
                  <a:pt x="0" y="0"/>
                </a:cubicBezTo>
                <a:cubicBezTo>
                  <a:pt x="4" y="2"/>
                  <a:pt x="10" y="5"/>
                  <a:pt x="12" y="9"/>
                </a:cubicBezTo>
                <a:cubicBezTo>
                  <a:pt x="14" y="12"/>
                  <a:pt x="15" y="15"/>
                  <a:pt x="17" y="19"/>
                </a:cubicBezTo>
                <a:cubicBezTo>
                  <a:pt x="15" y="20"/>
                  <a:pt x="15" y="21"/>
                  <a:pt x="15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2" y="18"/>
                  <a:pt x="9" y="14"/>
                  <a:pt x="2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"/>
          <p:cNvSpPr/>
          <p:nvPr/>
        </p:nvSpPr>
        <p:spPr>
          <a:xfrm>
            <a:off x="9042120" y="5247720"/>
            <a:ext cx="7200" cy="7200"/>
          </a:xfrm>
          <a:custGeom>
            <a:rect b="b" l="l" r="r" t="t"/>
            <a:pathLst>
              <a:path extrusionOk="0" h="20" w="20">
                <a:moveTo>
                  <a:pt x="18" y="19"/>
                </a:moveTo>
                <a:lnTo>
                  <a:pt x="18" y="18"/>
                </a:lnTo>
                <a:cubicBezTo>
                  <a:pt x="14" y="14"/>
                  <a:pt x="10" y="12"/>
                  <a:pt x="4" y="11"/>
                </a:cubicBezTo>
                <a:cubicBezTo>
                  <a:pt x="2" y="7"/>
                  <a:pt x="1" y="4"/>
                  <a:pt x="0" y="0"/>
                </a:cubicBezTo>
                <a:cubicBezTo>
                  <a:pt x="4" y="1"/>
                  <a:pt x="10" y="2"/>
                  <a:pt x="13" y="6"/>
                </a:cubicBezTo>
                <a:cubicBezTo>
                  <a:pt x="15" y="7"/>
                  <a:pt x="18" y="12"/>
                  <a:pt x="19" y="15"/>
                </a:cubicBezTo>
                <a:cubicBezTo>
                  <a:pt x="18" y="17"/>
                  <a:pt x="18" y="18"/>
                  <a:pt x="18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9038880" y="5242320"/>
            <a:ext cx="8280" cy="6120"/>
          </a:xfrm>
          <a:custGeom>
            <a:rect b="b" l="l" r="r" t="t"/>
            <a:pathLst>
              <a:path extrusionOk="0" h="17" w="23">
                <a:moveTo>
                  <a:pt x="21" y="16"/>
                </a:moveTo>
                <a:cubicBezTo>
                  <a:pt x="18" y="13"/>
                  <a:pt x="12" y="11"/>
                  <a:pt x="8" y="11"/>
                </a:cubicBezTo>
                <a:cubicBezTo>
                  <a:pt x="4" y="7"/>
                  <a:pt x="3" y="5"/>
                  <a:pt x="0" y="1"/>
                </a:cubicBezTo>
                <a:cubicBezTo>
                  <a:pt x="6" y="0"/>
                  <a:pt x="10" y="1"/>
                  <a:pt x="14" y="4"/>
                </a:cubicBezTo>
                <a:cubicBezTo>
                  <a:pt x="17" y="5"/>
                  <a:pt x="19" y="9"/>
                  <a:pt x="21" y="12"/>
                </a:cubicBezTo>
                <a:cubicBezTo>
                  <a:pt x="21" y="13"/>
                  <a:pt x="22" y="15"/>
                  <a:pt x="22" y="16"/>
                </a:cubicBezTo>
                <a:lnTo>
                  <a:pt x="21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6"/>
          <p:cNvSpPr/>
          <p:nvPr/>
        </p:nvSpPr>
        <p:spPr>
          <a:xfrm>
            <a:off x="9040320" y="5277960"/>
            <a:ext cx="9000" cy="5040"/>
          </a:xfrm>
          <a:custGeom>
            <a:rect b="b" l="l" r="r" t="t"/>
            <a:pathLst>
              <a:path extrusionOk="0" h="14" w="25">
                <a:moveTo>
                  <a:pt x="7" y="13"/>
                </a:moveTo>
                <a:cubicBezTo>
                  <a:pt x="4" y="13"/>
                  <a:pt x="2" y="11"/>
                  <a:pt x="0" y="11"/>
                </a:cubicBezTo>
                <a:cubicBezTo>
                  <a:pt x="2" y="8"/>
                  <a:pt x="6" y="4"/>
                  <a:pt x="11" y="3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7"/>
                  <a:pt x="19" y="10"/>
                  <a:pt x="14" y="11"/>
                </a:cubicBezTo>
                <a:cubicBezTo>
                  <a:pt x="12" y="13"/>
                  <a:pt x="9" y="13"/>
                  <a:pt x="7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9045000" y="5271120"/>
            <a:ext cx="8280" cy="6480"/>
          </a:xfrm>
          <a:custGeom>
            <a:rect b="b" l="l" r="r" t="t"/>
            <a:pathLst>
              <a:path extrusionOk="0" h="18" w="23">
                <a:moveTo>
                  <a:pt x="9" y="17"/>
                </a:moveTo>
                <a:cubicBezTo>
                  <a:pt x="4" y="17"/>
                  <a:pt x="2" y="17"/>
                  <a:pt x="0" y="17"/>
                </a:cubicBezTo>
                <a:cubicBezTo>
                  <a:pt x="2" y="11"/>
                  <a:pt x="4" y="7"/>
                  <a:pt x="9" y="5"/>
                </a:cubicBezTo>
                <a:cubicBezTo>
                  <a:pt x="12" y="1"/>
                  <a:pt x="17" y="0"/>
                  <a:pt x="22" y="0"/>
                </a:cubicBezTo>
                <a:cubicBezTo>
                  <a:pt x="21" y="5"/>
                  <a:pt x="18" y="9"/>
                  <a:pt x="14" y="12"/>
                </a:cubicBezTo>
                <a:cubicBezTo>
                  <a:pt x="12" y="13"/>
                  <a:pt x="10" y="15"/>
                  <a:pt x="9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9047880" y="5263200"/>
            <a:ext cx="6840" cy="7920"/>
          </a:xfrm>
          <a:custGeom>
            <a:rect b="b" l="l" r="r" t="t"/>
            <a:pathLst>
              <a:path extrusionOk="0" h="22" w="19">
                <a:moveTo>
                  <a:pt x="13" y="14"/>
                </a:moveTo>
                <a:cubicBezTo>
                  <a:pt x="12" y="17"/>
                  <a:pt x="10" y="18"/>
                  <a:pt x="7" y="19"/>
                </a:cubicBezTo>
                <a:cubicBezTo>
                  <a:pt x="4" y="19"/>
                  <a:pt x="2" y="20"/>
                  <a:pt x="0" y="21"/>
                </a:cubicBezTo>
                <a:cubicBezTo>
                  <a:pt x="1" y="17"/>
                  <a:pt x="2" y="11"/>
                  <a:pt x="6" y="7"/>
                </a:cubicBezTo>
                <a:cubicBezTo>
                  <a:pt x="8" y="4"/>
                  <a:pt x="13" y="1"/>
                  <a:pt x="18" y="0"/>
                </a:cubicBezTo>
                <a:cubicBezTo>
                  <a:pt x="18" y="5"/>
                  <a:pt x="15" y="9"/>
                  <a:pt x="1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9049680" y="5247360"/>
            <a:ext cx="4320" cy="10440"/>
          </a:xfrm>
          <a:custGeom>
            <a:rect b="b" l="l" r="r" t="t"/>
            <a:pathLst>
              <a:path extrusionOk="0" h="29" w="12">
                <a:moveTo>
                  <a:pt x="11" y="9"/>
                </a:moveTo>
                <a:cubicBezTo>
                  <a:pt x="11" y="12"/>
                  <a:pt x="11" y="13"/>
                  <a:pt x="10" y="15"/>
                </a:cubicBezTo>
                <a:cubicBezTo>
                  <a:pt x="10" y="18"/>
                  <a:pt x="8" y="19"/>
                  <a:pt x="7" y="21"/>
                </a:cubicBezTo>
                <a:cubicBezTo>
                  <a:pt x="4" y="23"/>
                  <a:pt x="3" y="26"/>
                  <a:pt x="1" y="28"/>
                </a:cubicBezTo>
                <a:cubicBezTo>
                  <a:pt x="0" y="25"/>
                  <a:pt x="0" y="21"/>
                  <a:pt x="0" y="19"/>
                </a:cubicBezTo>
                <a:cubicBezTo>
                  <a:pt x="0" y="17"/>
                  <a:pt x="0" y="14"/>
                  <a:pt x="0" y="13"/>
                </a:cubicBezTo>
                <a:cubicBezTo>
                  <a:pt x="2" y="8"/>
                  <a:pt x="4" y="4"/>
                  <a:pt x="8" y="0"/>
                </a:cubicBezTo>
                <a:cubicBezTo>
                  <a:pt x="10" y="4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9047520" y="5239800"/>
            <a:ext cx="3600" cy="10440"/>
          </a:xfrm>
          <a:custGeom>
            <a:rect b="b" l="l" r="r" t="t"/>
            <a:pathLst>
              <a:path extrusionOk="0" h="29" w="10">
                <a:moveTo>
                  <a:pt x="0" y="14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9" y="9"/>
                  <a:pt x="9" y="14"/>
                </a:cubicBezTo>
                <a:cubicBezTo>
                  <a:pt x="9" y="18"/>
                  <a:pt x="9" y="20"/>
                  <a:pt x="9" y="23"/>
                </a:cubicBezTo>
                <a:cubicBezTo>
                  <a:pt x="7" y="24"/>
                  <a:pt x="6" y="26"/>
                  <a:pt x="3" y="28"/>
                </a:cubicBezTo>
                <a:cubicBezTo>
                  <a:pt x="1" y="25"/>
                  <a:pt x="0" y="20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904356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0"/>
                </a:moveTo>
                <a:cubicBezTo>
                  <a:pt x="7" y="4"/>
                  <a:pt x="9" y="8"/>
                  <a:pt x="10" y="13"/>
                </a:cubicBezTo>
                <a:cubicBezTo>
                  <a:pt x="10" y="15"/>
                  <a:pt x="11" y="17"/>
                  <a:pt x="11" y="19"/>
                </a:cubicBezTo>
                <a:lnTo>
                  <a:pt x="10" y="20"/>
                </a:lnTo>
                <a:cubicBezTo>
                  <a:pt x="9" y="23"/>
                  <a:pt x="9" y="25"/>
                  <a:pt x="8" y="27"/>
                </a:cubicBezTo>
                <a:cubicBezTo>
                  <a:pt x="6" y="24"/>
                  <a:pt x="1" y="20"/>
                  <a:pt x="0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6"/>
                  <a:pt x="0" y="2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6"/>
          <p:cNvSpPr/>
          <p:nvPr/>
        </p:nvSpPr>
        <p:spPr>
          <a:xfrm>
            <a:off x="9034920" y="5238720"/>
            <a:ext cx="9000" cy="4320"/>
          </a:xfrm>
          <a:custGeom>
            <a:rect b="b" l="l" r="r" t="t"/>
            <a:pathLst>
              <a:path extrusionOk="0" h="12" w="25">
                <a:moveTo>
                  <a:pt x="24" y="9"/>
                </a:moveTo>
                <a:cubicBezTo>
                  <a:pt x="24" y="9"/>
                  <a:pt x="23" y="9"/>
                  <a:pt x="23" y="11"/>
                </a:cubicBezTo>
                <a:cubicBezTo>
                  <a:pt x="19" y="8"/>
                  <a:pt x="14" y="8"/>
                  <a:pt x="9" y="9"/>
                </a:cubicBezTo>
                <a:cubicBezTo>
                  <a:pt x="7" y="8"/>
                  <a:pt x="2" y="5"/>
                  <a:pt x="0" y="1"/>
                </a:cubicBezTo>
                <a:cubicBezTo>
                  <a:pt x="6" y="0"/>
                  <a:pt x="10" y="0"/>
                  <a:pt x="14" y="0"/>
                </a:cubicBezTo>
                <a:cubicBezTo>
                  <a:pt x="18" y="1"/>
                  <a:pt x="20" y="4"/>
                  <a:pt x="23" y="7"/>
                </a:cubicBezTo>
                <a:cubicBezTo>
                  <a:pt x="23" y="8"/>
                  <a:pt x="23" y="8"/>
                  <a:pt x="2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9038160" y="5229360"/>
            <a:ext cx="5040" cy="9360"/>
          </a:xfrm>
          <a:custGeom>
            <a:rect b="b" l="l" r="r" t="t"/>
            <a:pathLst>
              <a:path extrusionOk="0" h="26" w="14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2" y="13"/>
                  <a:pt x="13" y="15"/>
                  <a:pt x="13" y="18"/>
                </a:cubicBezTo>
                <a:cubicBezTo>
                  <a:pt x="12" y="20"/>
                  <a:pt x="12" y="23"/>
                  <a:pt x="12" y="25"/>
                </a:cubicBezTo>
                <a:cubicBezTo>
                  <a:pt x="9" y="23"/>
                  <a:pt x="6" y="19"/>
                  <a:pt x="3" y="15"/>
                </a:cubicBezTo>
                <a:cubicBezTo>
                  <a:pt x="2" y="12"/>
                  <a:pt x="0" y="8"/>
                  <a:pt x="0" y="4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6"/>
          <p:cNvSpPr/>
          <p:nvPr/>
        </p:nvSpPr>
        <p:spPr>
          <a:xfrm>
            <a:off x="9031680" y="5230800"/>
            <a:ext cx="7560" cy="6840"/>
          </a:xfrm>
          <a:custGeom>
            <a:rect b="b" l="l" r="r" t="t"/>
            <a:pathLst>
              <a:path extrusionOk="0" h="19" w="21">
                <a:moveTo>
                  <a:pt x="13" y="6"/>
                </a:moveTo>
                <a:cubicBezTo>
                  <a:pt x="13" y="6"/>
                  <a:pt x="15" y="6"/>
                  <a:pt x="15" y="7"/>
                </a:cubicBezTo>
                <a:cubicBezTo>
                  <a:pt x="17" y="8"/>
                  <a:pt x="17" y="11"/>
                  <a:pt x="18" y="12"/>
                </a:cubicBezTo>
                <a:lnTo>
                  <a:pt x="18" y="13"/>
                </a:lnTo>
                <a:cubicBezTo>
                  <a:pt x="18" y="14"/>
                  <a:pt x="20" y="15"/>
                  <a:pt x="20" y="18"/>
                </a:cubicBezTo>
                <a:cubicBezTo>
                  <a:pt x="17" y="18"/>
                  <a:pt x="11" y="15"/>
                  <a:pt x="8" y="13"/>
                </a:cubicBezTo>
                <a:cubicBezTo>
                  <a:pt x="4" y="11"/>
                  <a:pt x="1" y="6"/>
                  <a:pt x="0" y="0"/>
                </a:cubicBezTo>
                <a:cubicBezTo>
                  <a:pt x="4" y="0"/>
                  <a:pt x="9" y="1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"/>
          <p:cNvSpPr/>
          <p:nvPr/>
        </p:nvSpPr>
        <p:spPr>
          <a:xfrm>
            <a:off x="90043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0" y="25"/>
                </a:moveTo>
                <a:cubicBezTo>
                  <a:pt x="10" y="25"/>
                  <a:pt x="9" y="25"/>
                  <a:pt x="8" y="24"/>
                </a:cubicBezTo>
                <a:cubicBezTo>
                  <a:pt x="6" y="21"/>
                  <a:pt x="3" y="19"/>
                  <a:pt x="1" y="15"/>
                </a:cubicBezTo>
                <a:cubicBezTo>
                  <a:pt x="0" y="12"/>
                  <a:pt x="0" y="9"/>
                  <a:pt x="0" y="7"/>
                </a:cubicBezTo>
                <a:cubicBezTo>
                  <a:pt x="0" y="5"/>
                  <a:pt x="1" y="2"/>
                  <a:pt x="1" y="0"/>
                </a:cubicBezTo>
                <a:cubicBezTo>
                  <a:pt x="6" y="2"/>
                  <a:pt x="7" y="5"/>
                  <a:pt x="9" y="8"/>
                </a:cubicBezTo>
                <a:cubicBezTo>
                  <a:pt x="8" y="13"/>
                  <a:pt x="9" y="20"/>
                  <a:pt x="1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8997840" y="5242320"/>
            <a:ext cx="8280" cy="6120"/>
          </a:xfrm>
          <a:custGeom>
            <a:rect b="b" l="l" r="r" t="t"/>
            <a:pathLst>
              <a:path extrusionOk="0" h="17" w="23">
                <a:moveTo>
                  <a:pt x="14" y="11"/>
                </a:moveTo>
                <a:cubicBezTo>
                  <a:pt x="9" y="11"/>
                  <a:pt x="4" y="13"/>
                  <a:pt x="1" y="16"/>
                </a:cubicBezTo>
                <a:lnTo>
                  <a:pt x="0" y="16"/>
                </a:lnTo>
                <a:cubicBezTo>
                  <a:pt x="1" y="15"/>
                  <a:pt x="1" y="13"/>
                  <a:pt x="1" y="12"/>
                </a:cubicBezTo>
                <a:cubicBezTo>
                  <a:pt x="2" y="9"/>
                  <a:pt x="4" y="5"/>
                  <a:pt x="8" y="4"/>
                </a:cubicBezTo>
                <a:cubicBezTo>
                  <a:pt x="12" y="1"/>
                  <a:pt x="18" y="0"/>
                  <a:pt x="22" y="1"/>
                </a:cubicBezTo>
                <a:cubicBezTo>
                  <a:pt x="20" y="5"/>
                  <a:pt x="19" y="7"/>
                  <a:pt x="14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"/>
          <p:cNvSpPr/>
          <p:nvPr/>
        </p:nvSpPr>
        <p:spPr>
          <a:xfrm>
            <a:off x="9000720" y="5269320"/>
            <a:ext cx="3600" cy="9720"/>
          </a:xfrm>
          <a:custGeom>
            <a:rect b="b" l="l" r="r" t="t"/>
            <a:pathLst>
              <a:path extrusionOk="0" h="27" w="10">
                <a:moveTo>
                  <a:pt x="8" y="26"/>
                </a:moveTo>
                <a:lnTo>
                  <a:pt x="7" y="26"/>
                </a:lnTo>
                <a:cubicBezTo>
                  <a:pt x="7" y="26"/>
                  <a:pt x="6" y="25"/>
                  <a:pt x="4" y="25"/>
                </a:cubicBezTo>
                <a:cubicBezTo>
                  <a:pt x="1" y="21"/>
                  <a:pt x="0" y="18"/>
                  <a:pt x="0" y="14"/>
                </a:cubicBezTo>
                <a:lnTo>
                  <a:pt x="0" y="13"/>
                </a:lnTo>
                <a:cubicBezTo>
                  <a:pt x="0" y="7"/>
                  <a:pt x="1" y="4"/>
                  <a:pt x="4" y="0"/>
                </a:cubicBezTo>
                <a:cubicBezTo>
                  <a:pt x="7" y="4"/>
                  <a:pt x="9" y="6"/>
                  <a:pt x="9" y="9"/>
                </a:cubicBezTo>
                <a:cubicBezTo>
                  <a:pt x="7" y="15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6"/>
          <p:cNvSpPr/>
          <p:nvPr/>
        </p:nvSpPr>
        <p:spPr>
          <a:xfrm>
            <a:off x="8997840" y="5263920"/>
            <a:ext cx="3960" cy="10080"/>
          </a:xfrm>
          <a:custGeom>
            <a:rect b="b" l="l" r="r" t="t"/>
            <a:pathLst>
              <a:path extrusionOk="0" h="28" w="11">
                <a:moveTo>
                  <a:pt x="0" y="14"/>
                </a:moveTo>
                <a:cubicBezTo>
                  <a:pt x="1" y="9"/>
                  <a:pt x="4" y="5"/>
                  <a:pt x="8" y="0"/>
                </a:cubicBezTo>
                <a:cubicBezTo>
                  <a:pt x="9" y="5"/>
                  <a:pt x="10" y="8"/>
                  <a:pt x="10" y="12"/>
                </a:cubicBezTo>
                <a:cubicBezTo>
                  <a:pt x="7" y="17"/>
                  <a:pt x="6" y="21"/>
                  <a:pt x="6" y="26"/>
                </a:cubicBezTo>
                <a:lnTo>
                  <a:pt x="4" y="27"/>
                </a:lnTo>
                <a:cubicBezTo>
                  <a:pt x="4" y="26"/>
                  <a:pt x="2" y="25"/>
                  <a:pt x="1" y="25"/>
                </a:cubicBezTo>
                <a:cubicBezTo>
                  <a:pt x="1" y="23"/>
                  <a:pt x="0" y="20"/>
                  <a:pt x="0" y="18"/>
                </a:cubicBezTo>
                <a:cubicBezTo>
                  <a:pt x="0" y="17"/>
                  <a:pt x="0" y="15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6"/>
          <p:cNvSpPr/>
          <p:nvPr/>
        </p:nvSpPr>
        <p:spPr>
          <a:xfrm>
            <a:off x="8996040" y="5258160"/>
            <a:ext cx="4680" cy="9360"/>
          </a:xfrm>
          <a:custGeom>
            <a:rect b="b" l="l" r="r" t="t"/>
            <a:pathLst>
              <a:path extrusionOk="0" h="26" w="13">
                <a:moveTo>
                  <a:pt x="2" y="25"/>
                </a:moveTo>
                <a:cubicBezTo>
                  <a:pt x="2" y="24"/>
                  <a:pt x="1" y="24"/>
                  <a:pt x="1" y="23"/>
                </a:cubicBezTo>
                <a:cubicBezTo>
                  <a:pt x="0" y="21"/>
                  <a:pt x="0" y="21"/>
                  <a:pt x="0" y="20"/>
                </a:cubicBezTo>
                <a:cubicBezTo>
                  <a:pt x="0" y="18"/>
                  <a:pt x="1" y="15"/>
                  <a:pt x="2" y="11"/>
                </a:cubicBezTo>
                <a:cubicBezTo>
                  <a:pt x="3" y="7"/>
                  <a:pt x="8" y="4"/>
                  <a:pt x="11" y="0"/>
                </a:cubicBezTo>
                <a:cubicBezTo>
                  <a:pt x="12" y="2"/>
                  <a:pt x="12" y="4"/>
                  <a:pt x="12" y="6"/>
                </a:cubicBezTo>
                <a:cubicBezTo>
                  <a:pt x="12" y="7"/>
                  <a:pt x="12" y="9"/>
                  <a:pt x="12" y="11"/>
                </a:cubicBezTo>
                <a:cubicBezTo>
                  <a:pt x="8" y="15"/>
                  <a:pt x="4" y="20"/>
                  <a:pt x="2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6"/>
          <p:cNvSpPr/>
          <p:nvPr/>
        </p:nvSpPr>
        <p:spPr>
          <a:xfrm>
            <a:off x="8996040" y="5247720"/>
            <a:ext cx="7200" cy="7200"/>
          </a:xfrm>
          <a:custGeom>
            <a:rect b="b" l="l" r="r" t="t"/>
            <a:pathLst>
              <a:path extrusionOk="0" h="20" w="20">
                <a:moveTo>
                  <a:pt x="7" y="6"/>
                </a:moveTo>
                <a:cubicBezTo>
                  <a:pt x="10" y="2"/>
                  <a:pt x="14" y="1"/>
                  <a:pt x="19" y="0"/>
                </a:cubicBezTo>
                <a:cubicBezTo>
                  <a:pt x="19" y="4"/>
                  <a:pt x="17" y="7"/>
                  <a:pt x="14" y="11"/>
                </a:cubicBezTo>
                <a:cubicBezTo>
                  <a:pt x="10" y="12"/>
                  <a:pt x="6" y="14"/>
                  <a:pt x="1" y="18"/>
                </a:cubicBezTo>
                <a:cubicBezTo>
                  <a:pt x="1" y="19"/>
                  <a:pt x="1" y="19"/>
                  <a:pt x="1" y="19"/>
                </a:cubicBezTo>
                <a:cubicBezTo>
                  <a:pt x="1" y="18"/>
                  <a:pt x="0" y="17"/>
                  <a:pt x="0" y="15"/>
                </a:cubicBezTo>
                <a:cubicBezTo>
                  <a:pt x="2" y="12"/>
                  <a:pt x="3" y="7"/>
                  <a:pt x="7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8995680" y="5252760"/>
            <a:ext cx="5760" cy="8640"/>
          </a:xfrm>
          <a:custGeom>
            <a:rect b="b" l="l" r="r" t="t"/>
            <a:pathLst>
              <a:path extrusionOk="0" h="24" w="16">
                <a:moveTo>
                  <a:pt x="3" y="9"/>
                </a:moveTo>
                <a:cubicBezTo>
                  <a:pt x="6" y="5"/>
                  <a:pt x="10" y="2"/>
                  <a:pt x="15" y="0"/>
                </a:cubicBezTo>
                <a:cubicBezTo>
                  <a:pt x="15" y="4"/>
                  <a:pt x="14" y="7"/>
                  <a:pt x="13" y="12"/>
                </a:cubicBezTo>
                <a:cubicBezTo>
                  <a:pt x="8" y="14"/>
                  <a:pt x="3" y="18"/>
                  <a:pt x="1" y="23"/>
                </a:cubicBezTo>
                <a:lnTo>
                  <a:pt x="0" y="23"/>
                </a:lnTo>
                <a:cubicBezTo>
                  <a:pt x="0" y="21"/>
                  <a:pt x="0" y="20"/>
                  <a:pt x="0" y="19"/>
                </a:cubicBezTo>
                <a:cubicBezTo>
                  <a:pt x="0" y="15"/>
                  <a:pt x="1" y="12"/>
                  <a:pt x="3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8989920" y="5263200"/>
            <a:ext cx="7200" cy="7920"/>
          </a:xfrm>
          <a:custGeom>
            <a:rect b="b" l="l" r="r" t="t"/>
            <a:pathLst>
              <a:path extrusionOk="0" h="22" w="20">
                <a:moveTo>
                  <a:pt x="19" y="21"/>
                </a:moveTo>
                <a:cubicBezTo>
                  <a:pt x="17" y="20"/>
                  <a:pt x="14" y="19"/>
                  <a:pt x="12" y="19"/>
                </a:cubicBezTo>
                <a:cubicBezTo>
                  <a:pt x="10" y="18"/>
                  <a:pt x="9" y="17"/>
                  <a:pt x="7" y="14"/>
                </a:cubicBezTo>
                <a:cubicBezTo>
                  <a:pt x="3" y="9"/>
                  <a:pt x="1" y="5"/>
                  <a:pt x="0" y="0"/>
                </a:cubicBezTo>
                <a:cubicBezTo>
                  <a:pt x="7" y="1"/>
                  <a:pt x="11" y="4"/>
                  <a:pt x="13" y="7"/>
                </a:cubicBezTo>
                <a:cubicBezTo>
                  <a:pt x="17" y="11"/>
                  <a:pt x="18" y="17"/>
                  <a:pt x="19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8992080" y="5271120"/>
            <a:ext cx="8280" cy="6480"/>
          </a:xfrm>
          <a:custGeom>
            <a:rect b="b" l="l" r="r" t="t"/>
            <a:pathLst>
              <a:path extrusionOk="0" h="18" w="23">
                <a:moveTo>
                  <a:pt x="14" y="5"/>
                </a:moveTo>
                <a:cubicBezTo>
                  <a:pt x="18" y="7"/>
                  <a:pt x="20" y="11"/>
                  <a:pt x="22" y="17"/>
                </a:cubicBezTo>
                <a:cubicBezTo>
                  <a:pt x="20" y="17"/>
                  <a:pt x="18" y="17"/>
                  <a:pt x="14" y="17"/>
                </a:cubicBezTo>
                <a:cubicBezTo>
                  <a:pt x="12" y="15"/>
                  <a:pt x="10" y="13"/>
                  <a:pt x="8" y="12"/>
                </a:cubicBezTo>
                <a:cubicBezTo>
                  <a:pt x="4" y="9"/>
                  <a:pt x="2" y="5"/>
                  <a:pt x="0" y="0"/>
                </a:cubicBezTo>
                <a:cubicBezTo>
                  <a:pt x="6" y="0"/>
                  <a:pt x="10" y="1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6"/>
          <p:cNvSpPr/>
          <p:nvPr/>
        </p:nvSpPr>
        <p:spPr>
          <a:xfrm>
            <a:off x="8995680" y="5277960"/>
            <a:ext cx="9000" cy="5040"/>
          </a:xfrm>
          <a:custGeom>
            <a:rect b="b" l="l" r="r" t="t"/>
            <a:pathLst>
              <a:path extrusionOk="0" h="14" w="25">
                <a:moveTo>
                  <a:pt x="14" y="3"/>
                </a:moveTo>
                <a:cubicBezTo>
                  <a:pt x="19" y="4"/>
                  <a:pt x="22" y="8"/>
                  <a:pt x="24" y="11"/>
                </a:cubicBezTo>
                <a:cubicBezTo>
                  <a:pt x="22" y="11"/>
                  <a:pt x="20" y="13"/>
                  <a:pt x="18" y="13"/>
                </a:cubicBezTo>
                <a:cubicBezTo>
                  <a:pt x="15" y="13"/>
                  <a:pt x="13" y="13"/>
                  <a:pt x="11" y="11"/>
                </a:cubicBezTo>
                <a:cubicBezTo>
                  <a:pt x="7" y="10"/>
                  <a:pt x="3" y="7"/>
                  <a:pt x="0" y="1"/>
                </a:cubicBezTo>
                <a:cubicBezTo>
                  <a:pt x="6" y="0"/>
                  <a:pt x="10" y="0"/>
                  <a:pt x="14" y="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9000360" y="5283000"/>
            <a:ext cx="9720" cy="5040"/>
          </a:xfrm>
          <a:custGeom>
            <a:rect b="b" l="l" r="r" t="t"/>
            <a:pathLst>
              <a:path extrusionOk="0" h="14" w="27">
                <a:moveTo>
                  <a:pt x="14" y="1"/>
                </a:moveTo>
                <a:cubicBezTo>
                  <a:pt x="19" y="3"/>
                  <a:pt x="23" y="5"/>
                  <a:pt x="26" y="9"/>
                </a:cubicBezTo>
                <a:cubicBezTo>
                  <a:pt x="22" y="12"/>
                  <a:pt x="18" y="13"/>
                  <a:pt x="13" y="12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9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>
            <a:off x="9008280" y="5277960"/>
            <a:ext cx="5760" cy="9000"/>
          </a:xfrm>
          <a:custGeom>
            <a:rect b="b" l="l" r="r" t="t"/>
            <a:pathLst>
              <a:path extrusionOk="0" h="25" w="16">
                <a:moveTo>
                  <a:pt x="3" y="15"/>
                </a:moveTo>
                <a:cubicBezTo>
                  <a:pt x="1" y="12"/>
                  <a:pt x="0" y="7"/>
                  <a:pt x="0" y="2"/>
                </a:cubicBezTo>
                <a:cubicBezTo>
                  <a:pt x="0" y="1"/>
                  <a:pt x="0" y="1"/>
                  <a:pt x="0" y="0"/>
                </a:cubicBezTo>
                <a:cubicBezTo>
                  <a:pt x="4" y="2"/>
                  <a:pt x="9" y="6"/>
                  <a:pt x="12" y="11"/>
                </a:cubicBezTo>
                <a:cubicBezTo>
                  <a:pt x="14" y="14"/>
                  <a:pt x="15" y="19"/>
                  <a:pt x="15" y="23"/>
                </a:cubicBezTo>
                <a:cubicBezTo>
                  <a:pt x="15" y="24"/>
                  <a:pt x="15" y="24"/>
                  <a:pt x="15" y="24"/>
                </a:cubicBezTo>
                <a:cubicBezTo>
                  <a:pt x="9" y="23"/>
                  <a:pt x="6" y="19"/>
                  <a:pt x="3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"/>
          <p:cNvSpPr/>
          <p:nvPr/>
        </p:nvSpPr>
        <p:spPr>
          <a:xfrm>
            <a:off x="9005400" y="523080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6" y="8"/>
                  <a:pt x="6" y="7"/>
                </a:cubicBezTo>
                <a:cubicBezTo>
                  <a:pt x="6" y="6"/>
                  <a:pt x="7" y="6"/>
                  <a:pt x="7" y="6"/>
                </a:cubicBezTo>
                <a:cubicBezTo>
                  <a:pt x="11" y="1"/>
                  <a:pt x="17" y="0"/>
                  <a:pt x="21" y="0"/>
                </a:cubicBezTo>
                <a:cubicBezTo>
                  <a:pt x="20" y="6"/>
                  <a:pt x="17" y="11"/>
                  <a:pt x="13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2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6"/>
          <p:cNvSpPr/>
          <p:nvPr/>
        </p:nvSpPr>
        <p:spPr>
          <a:xfrm>
            <a:off x="9001800" y="5229360"/>
            <a:ext cx="5400" cy="9360"/>
          </a:xfrm>
          <a:custGeom>
            <a:rect b="b" l="l" r="r" t="t"/>
            <a:pathLst>
              <a:path extrusionOk="0" h="26" w="15">
                <a:moveTo>
                  <a:pt x="3" y="11"/>
                </a:moveTo>
                <a:cubicBezTo>
                  <a:pt x="6" y="7"/>
                  <a:pt x="9" y="2"/>
                  <a:pt x="14" y="0"/>
                </a:cubicBezTo>
                <a:cubicBezTo>
                  <a:pt x="14" y="1"/>
                  <a:pt x="14" y="2"/>
                  <a:pt x="14" y="4"/>
                </a:cubicBezTo>
                <a:cubicBezTo>
                  <a:pt x="14" y="8"/>
                  <a:pt x="14" y="12"/>
                  <a:pt x="11" y="15"/>
                </a:cubicBezTo>
                <a:cubicBezTo>
                  <a:pt x="9" y="19"/>
                  <a:pt x="6" y="23"/>
                  <a:pt x="2" y="25"/>
                </a:cubicBezTo>
                <a:cubicBezTo>
                  <a:pt x="2" y="23"/>
                  <a:pt x="2" y="20"/>
                  <a:pt x="0" y="18"/>
                </a:cubicBezTo>
                <a:cubicBezTo>
                  <a:pt x="2" y="15"/>
                  <a:pt x="2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9001080" y="5238720"/>
            <a:ext cx="9000" cy="4320"/>
          </a:xfrm>
          <a:custGeom>
            <a:rect b="b" l="l" r="r" t="t"/>
            <a:pathLst>
              <a:path extrusionOk="0" h="12" w="25">
                <a:moveTo>
                  <a:pt x="1" y="7"/>
                </a:moveTo>
                <a:cubicBezTo>
                  <a:pt x="4" y="4"/>
                  <a:pt x="7" y="1"/>
                  <a:pt x="11" y="0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5"/>
                  <a:pt x="19" y="8"/>
                  <a:pt x="17" y="9"/>
                </a:cubicBezTo>
                <a:cubicBezTo>
                  <a:pt x="11" y="8"/>
                  <a:pt x="6" y="8"/>
                  <a:pt x="1" y="11"/>
                </a:cubicBezTo>
                <a:cubicBezTo>
                  <a:pt x="0" y="9"/>
                  <a:pt x="0" y="9"/>
                  <a:pt x="0" y="9"/>
                </a:cubicBezTo>
                <a:cubicBezTo>
                  <a:pt x="1" y="8"/>
                  <a:pt x="1" y="8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6"/>
          <p:cNvSpPr/>
          <p:nvPr/>
        </p:nvSpPr>
        <p:spPr>
          <a:xfrm>
            <a:off x="899712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13"/>
                </a:moveTo>
                <a:cubicBezTo>
                  <a:pt x="2" y="8"/>
                  <a:pt x="6" y="4"/>
                  <a:pt x="10" y="0"/>
                </a:cubicBezTo>
                <a:cubicBezTo>
                  <a:pt x="11" y="2"/>
                  <a:pt x="11" y="6"/>
                  <a:pt x="11" y="11"/>
                </a:cubicBezTo>
                <a:cubicBezTo>
                  <a:pt x="11" y="12"/>
                  <a:pt x="11" y="14"/>
                  <a:pt x="11" y="15"/>
                </a:cubicBezTo>
                <a:cubicBezTo>
                  <a:pt x="10" y="20"/>
                  <a:pt x="8" y="24"/>
                  <a:pt x="3" y="27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1" y="15"/>
                  <a:pt x="1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8993520" y="5239800"/>
            <a:ext cx="3960" cy="10440"/>
          </a:xfrm>
          <a:custGeom>
            <a:rect b="b" l="l" r="r" t="t"/>
            <a:pathLst>
              <a:path extrusionOk="0" h="29" w="11">
                <a:moveTo>
                  <a:pt x="0" y="14"/>
                </a:moveTo>
                <a:cubicBezTo>
                  <a:pt x="0" y="9"/>
                  <a:pt x="2" y="5"/>
                  <a:pt x="4" y="0"/>
                </a:cubicBezTo>
                <a:cubicBezTo>
                  <a:pt x="9" y="5"/>
                  <a:pt x="10" y="9"/>
                  <a:pt x="10" y="14"/>
                </a:cubicBezTo>
                <a:cubicBezTo>
                  <a:pt x="10" y="20"/>
                  <a:pt x="9" y="25"/>
                  <a:pt x="7" y="28"/>
                </a:cubicBezTo>
                <a:cubicBezTo>
                  <a:pt x="4" y="26"/>
                  <a:pt x="3" y="24"/>
                  <a:pt x="1" y="23"/>
                </a:cubicBezTo>
                <a:cubicBezTo>
                  <a:pt x="1" y="20"/>
                  <a:pt x="0" y="18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8991360" y="5247360"/>
            <a:ext cx="4320" cy="10440"/>
          </a:xfrm>
          <a:custGeom>
            <a:rect b="b" l="l" r="r" t="t"/>
            <a:pathLst>
              <a:path extrusionOk="0" h="29" w="12">
                <a:moveTo>
                  <a:pt x="2" y="0"/>
                </a:moveTo>
                <a:cubicBezTo>
                  <a:pt x="7" y="4"/>
                  <a:pt x="9" y="8"/>
                  <a:pt x="10" y="13"/>
                </a:cubicBezTo>
                <a:cubicBezTo>
                  <a:pt x="11" y="14"/>
                  <a:pt x="11" y="17"/>
                  <a:pt x="11" y="19"/>
                </a:cubicBezTo>
                <a:cubicBezTo>
                  <a:pt x="11" y="21"/>
                  <a:pt x="10" y="25"/>
                  <a:pt x="9" y="28"/>
                </a:cubicBezTo>
                <a:cubicBezTo>
                  <a:pt x="8" y="26"/>
                  <a:pt x="7" y="23"/>
                  <a:pt x="4" y="21"/>
                </a:cubicBezTo>
                <a:cubicBezTo>
                  <a:pt x="2" y="19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4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8989920" y="5255280"/>
            <a:ext cx="5760" cy="9360"/>
          </a:xfrm>
          <a:custGeom>
            <a:rect b="b" l="l" r="r" t="t"/>
            <a:pathLst>
              <a:path extrusionOk="0" h="26" w="16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3" y="14"/>
                  <a:pt x="15" y="18"/>
                  <a:pt x="15" y="23"/>
                </a:cubicBezTo>
                <a:cubicBezTo>
                  <a:pt x="15" y="24"/>
                  <a:pt x="13" y="24"/>
                  <a:pt x="13" y="25"/>
                </a:cubicBezTo>
                <a:cubicBezTo>
                  <a:pt x="12" y="24"/>
                  <a:pt x="10" y="21"/>
                  <a:pt x="8" y="20"/>
                </a:cubicBezTo>
                <a:cubicBezTo>
                  <a:pt x="6" y="19"/>
                  <a:pt x="4" y="18"/>
                  <a:pt x="3" y="15"/>
                </a:cubicBezTo>
                <a:cubicBezTo>
                  <a:pt x="2" y="12"/>
                  <a:pt x="0" y="8"/>
                  <a:pt x="0" y="5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9011520" y="5223240"/>
            <a:ext cx="21960" cy="72000"/>
          </a:xfrm>
          <a:custGeom>
            <a:rect b="b" l="l" r="r" t="t"/>
            <a:pathLst>
              <a:path extrusionOk="0" h="200" w="61">
                <a:moveTo>
                  <a:pt x="36" y="138"/>
                </a:moveTo>
                <a:lnTo>
                  <a:pt x="31" y="138"/>
                </a:lnTo>
                <a:lnTo>
                  <a:pt x="31" y="12"/>
                </a:lnTo>
                <a:cubicBezTo>
                  <a:pt x="35" y="24"/>
                  <a:pt x="36" y="37"/>
                  <a:pt x="36" y="47"/>
                </a:cubicBezTo>
                <a:lnTo>
                  <a:pt x="36" y="138"/>
                </a:lnTo>
                <a:moveTo>
                  <a:pt x="58" y="179"/>
                </a:moveTo>
                <a:lnTo>
                  <a:pt x="57" y="179"/>
                </a:lnTo>
                <a:cubicBezTo>
                  <a:pt x="52" y="183"/>
                  <a:pt x="45" y="185"/>
                  <a:pt x="36" y="186"/>
                </a:cubicBezTo>
                <a:cubicBezTo>
                  <a:pt x="39" y="181"/>
                  <a:pt x="41" y="173"/>
                  <a:pt x="41" y="165"/>
                </a:cubicBezTo>
                <a:cubicBezTo>
                  <a:pt x="41" y="158"/>
                  <a:pt x="40" y="152"/>
                  <a:pt x="37" y="147"/>
                </a:cubicBezTo>
                <a:lnTo>
                  <a:pt x="50" y="147"/>
                </a:lnTo>
                <a:cubicBezTo>
                  <a:pt x="56" y="147"/>
                  <a:pt x="58" y="142"/>
                  <a:pt x="58" y="139"/>
                </a:cubicBezTo>
                <a:cubicBezTo>
                  <a:pt x="58" y="136"/>
                  <a:pt x="56" y="133"/>
                  <a:pt x="53" y="133"/>
                </a:cubicBezTo>
                <a:cubicBezTo>
                  <a:pt x="51" y="133"/>
                  <a:pt x="49" y="135"/>
                  <a:pt x="49" y="139"/>
                </a:cubicBezTo>
                <a:cubicBezTo>
                  <a:pt x="49" y="140"/>
                  <a:pt x="49" y="140"/>
                  <a:pt x="49" y="141"/>
                </a:cubicBezTo>
                <a:cubicBezTo>
                  <a:pt x="50" y="142"/>
                  <a:pt x="50" y="143"/>
                  <a:pt x="47" y="143"/>
                </a:cubicBezTo>
                <a:lnTo>
                  <a:pt x="41" y="143"/>
                </a:lnTo>
                <a:lnTo>
                  <a:pt x="41" y="47"/>
                </a:lnTo>
                <a:cubicBezTo>
                  <a:pt x="41" y="34"/>
                  <a:pt x="40" y="19"/>
                  <a:pt x="33" y="5"/>
                </a:cubicBezTo>
                <a:lnTo>
                  <a:pt x="31" y="0"/>
                </a:lnTo>
                <a:lnTo>
                  <a:pt x="29" y="5"/>
                </a:lnTo>
                <a:cubicBezTo>
                  <a:pt x="22" y="19"/>
                  <a:pt x="21" y="34"/>
                  <a:pt x="21" y="47"/>
                </a:cubicBezTo>
                <a:lnTo>
                  <a:pt x="21" y="143"/>
                </a:lnTo>
                <a:lnTo>
                  <a:pt x="14" y="143"/>
                </a:lnTo>
                <a:cubicBezTo>
                  <a:pt x="12" y="143"/>
                  <a:pt x="13" y="142"/>
                  <a:pt x="13" y="141"/>
                </a:cubicBezTo>
                <a:cubicBezTo>
                  <a:pt x="13" y="140"/>
                  <a:pt x="13" y="140"/>
                  <a:pt x="13" y="139"/>
                </a:cubicBezTo>
                <a:cubicBezTo>
                  <a:pt x="13" y="135"/>
                  <a:pt x="11" y="133"/>
                  <a:pt x="9" y="133"/>
                </a:cubicBezTo>
                <a:cubicBezTo>
                  <a:pt x="6" y="133"/>
                  <a:pt x="2" y="136"/>
                  <a:pt x="2" y="139"/>
                </a:cubicBezTo>
                <a:cubicBezTo>
                  <a:pt x="2" y="142"/>
                  <a:pt x="6" y="147"/>
                  <a:pt x="12" y="147"/>
                </a:cubicBezTo>
                <a:lnTo>
                  <a:pt x="23" y="147"/>
                </a:lnTo>
                <a:cubicBezTo>
                  <a:pt x="22" y="152"/>
                  <a:pt x="21" y="158"/>
                  <a:pt x="21" y="165"/>
                </a:cubicBezTo>
                <a:cubicBezTo>
                  <a:pt x="21" y="173"/>
                  <a:pt x="23" y="181"/>
                  <a:pt x="25" y="186"/>
                </a:cubicBezTo>
                <a:cubicBezTo>
                  <a:pt x="17" y="185"/>
                  <a:pt x="10" y="183"/>
                  <a:pt x="2" y="179"/>
                </a:cubicBezTo>
                <a:lnTo>
                  <a:pt x="0" y="183"/>
                </a:lnTo>
                <a:lnTo>
                  <a:pt x="1" y="183"/>
                </a:lnTo>
                <a:cubicBezTo>
                  <a:pt x="8" y="186"/>
                  <a:pt x="13" y="187"/>
                  <a:pt x="19" y="188"/>
                </a:cubicBezTo>
                <a:cubicBezTo>
                  <a:pt x="19" y="188"/>
                  <a:pt x="23" y="190"/>
                  <a:pt x="28" y="191"/>
                </a:cubicBezTo>
                <a:cubicBezTo>
                  <a:pt x="26" y="191"/>
                  <a:pt x="25" y="193"/>
                  <a:pt x="25" y="194"/>
                </a:cubicBezTo>
                <a:cubicBezTo>
                  <a:pt x="25" y="197"/>
                  <a:pt x="28" y="199"/>
                  <a:pt x="31" y="199"/>
                </a:cubicBezTo>
                <a:cubicBezTo>
                  <a:pt x="33" y="199"/>
                  <a:pt x="35" y="197"/>
                  <a:pt x="35" y="194"/>
                </a:cubicBezTo>
                <a:cubicBezTo>
                  <a:pt x="35" y="193"/>
                  <a:pt x="35" y="191"/>
                  <a:pt x="34" y="191"/>
                </a:cubicBezTo>
                <a:cubicBezTo>
                  <a:pt x="37" y="190"/>
                  <a:pt x="42" y="188"/>
                  <a:pt x="42" y="188"/>
                </a:cubicBezTo>
                <a:cubicBezTo>
                  <a:pt x="49" y="187"/>
                  <a:pt x="54" y="186"/>
                  <a:pt x="60" y="183"/>
                </a:cubicBezTo>
                <a:lnTo>
                  <a:pt x="58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0" y="4882320"/>
            <a:ext cx="10080720" cy="774000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sp>
        <p:nvSpPr>
          <p:cNvPr id="332" name="Google Shape;332;p16"/>
          <p:cNvSpPr/>
          <p:nvPr/>
        </p:nvSpPr>
        <p:spPr>
          <a:xfrm>
            <a:off x="8869680" y="5328000"/>
            <a:ext cx="95760" cy="136080"/>
          </a:xfrm>
          <a:custGeom>
            <a:rect b="b" l="l" r="r" t="t"/>
            <a:pathLst>
              <a:path extrusionOk="0" h="378" w="266">
                <a:moveTo>
                  <a:pt x="239" y="0"/>
                </a:moveTo>
                <a:lnTo>
                  <a:pt x="239" y="219"/>
                </a:lnTo>
                <a:cubicBezTo>
                  <a:pt x="239" y="311"/>
                  <a:pt x="204" y="353"/>
                  <a:pt x="129" y="353"/>
                </a:cubicBezTo>
                <a:cubicBezTo>
                  <a:pt x="43" y="353"/>
                  <a:pt x="25" y="281"/>
                  <a:pt x="25" y="219"/>
                </a:cubicBezTo>
                <a:lnTo>
                  <a:pt x="25" y="0"/>
                </a:lnTo>
                <a:lnTo>
                  <a:pt x="0" y="0"/>
                </a:lnTo>
                <a:lnTo>
                  <a:pt x="0" y="219"/>
                </a:lnTo>
                <a:cubicBezTo>
                  <a:pt x="0" y="325"/>
                  <a:pt x="44" y="377"/>
                  <a:pt x="129" y="377"/>
                </a:cubicBezTo>
                <a:cubicBezTo>
                  <a:pt x="219" y="377"/>
                  <a:pt x="265" y="325"/>
                  <a:pt x="265" y="219"/>
                </a:cubicBezTo>
                <a:lnTo>
                  <a:pt x="265" y="0"/>
                </a:lnTo>
                <a:lnTo>
                  <a:pt x="23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8984160" y="5361840"/>
            <a:ext cx="71280" cy="99000"/>
          </a:xfrm>
          <a:custGeom>
            <a:rect b="b" l="l" r="r" t="t"/>
            <a:pathLst>
              <a:path extrusionOk="0" h="275" w="198">
                <a:moveTo>
                  <a:pt x="109" y="0"/>
                </a:moveTo>
                <a:cubicBezTo>
                  <a:pt x="71" y="0"/>
                  <a:pt x="36" y="23"/>
                  <a:pt x="22" y="56"/>
                </a:cubicBezTo>
                <a:cubicBezTo>
                  <a:pt x="22" y="44"/>
                  <a:pt x="22" y="7"/>
                  <a:pt x="22" y="7"/>
                </a:cubicBezTo>
                <a:lnTo>
                  <a:pt x="0" y="7"/>
                </a:lnTo>
                <a:lnTo>
                  <a:pt x="0" y="274"/>
                </a:lnTo>
                <a:lnTo>
                  <a:pt x="22" y="274"/>
                </a:lnTo>
                <a:lnTo>
                  <a:pt x="22" y="128"/>
                </a:lnTo>
                <a:cubicBezTo>
                  <a:pt x="22" y="64"/>
                  <a:pt x="55" y="23"/>
                  <a:pt x="109" y="23"/>
                </a:cubicBezTo>
                <a:cubicBezTo>
                  <a:pt x="175" y="23"/>
                  <a:pt x="175" y="84"/>
                  <a:pt x="175" y="105"/>
                </a:cubicBezTo>
                <a:lnTo>
                  <a:pt x="175" y="274"/>
                </a:lnTo>
                <a:lnTo>
                  <a:pt x="197" y="274"/>
                </a:lnTo>
                <a:lnTo>
                  <a:pt x="197" y="109"/>
                </a:lnTo>
                <a:cubicBezTo>
                  <a:pt x="197" y="79"/>
                  <a:pt x="197" y="0"/>
                  <a:pt x="109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"/>
          <p:cNvSpPr/>
          <p:nvPr/>
        </p:nvSpPr>
        <p:spPr>
          <a:xfrm>
            <a:off x="90745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35" name="Google Shape;335;p16"/>
          <p:cNvSpPr/>
          <p:nvPr/>
        </p:nvSpPr>
        <p:spPr>
          <a:xfrm>
            <a:off x="90745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36" name="Google Shape;336;p16"/>
          <p:cNvSpPr/>
          <p:nvPr/>
        </p:nvSpPr>
        <p:spPr>
          <a:xfrm>
            <a:off x="9092520" y="5364360"/>
            <a:ext cx="79200" cy="96480"/>
          </a:xfrm>
          <a:custGeom>
            <a:rect b="b" l="l" r="r" t="t"/>
            <a:pathLst>
              <a:path extrusionOk="0" h="268" w="220">
                <a:moveTo>
                  <a:pt x="195" y="0"/>
                </a:moveTo>
                <a:cubicBezTo>
                  <a:pt x="195" y="0"/>
                  <a:pt x="115" y="229"/>
                  <a:pt x="112" y="237"/>
                </a:cubicBezTo>
                <a:cubicBezTo>
                  <a:pt x="109" y="229"/>
                  <a:pt x="25" y="0"/>
                  <a:pt x="25" y="0"/>
                </a:cubicBezTo>
                <a:lnTo>
                  <a:pt x="0" y="0"/>
                </a:lnTo>
                <a:lnTo>
                  <a:pt x="99" y="267"/>
                </a:lnTo>
                <a:lnTo>
                  <a:pt x="125" y="267"/>
                </a:lnTo>
                <a:lnTo>
                  <a:pt x="219" y="0"/>
                </a:lnTo>
                <a:lnTo>
                  <a:pt x="195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9174960" y="5361840"/>
            <a:ext cx="79560" cy="101160"/>
          </a:xfrm>
          <a:custGeom>
            <a:rect b="b" l="l" r="r" t="t"/>
            <a:pathLst>
              <a:path extrusionOk="0" h="281" w="221">
                <a:moveTo>
                  <a:pt x="110" y="23"/>
                </a:moveTo>
                <a:cubicBezTo>
                  <a:pt x="166" y="23"/>
                  <a:pt x="196" y="73"/>
                  <a:pt x="197" y="124"/>
                </a:cubicBezTo>
                <a:cubicBezTo>
                  <a:pt x="193" y="124"/>
                  <a:pt x="28" y="124"/>
                  <a:pt x="23" y="124"/>
                </a:cubicBezTo>
                <a:cubicBezTo>
                  <a:pt x="28" y="73"/>
                  <a:pt x="58" y="23"/>
                  <a:pt x="110" y="23"/>
                </a:cubicBezTo>
                <a:moveTo>
                  <a:pt x="110" y="0"/>
                </a:moveTo>
                <a:cubicBezTo>
                  <a:pt x="80" y="0"/>
                  <a:pt x="56" y="12"/>
                  <a:pt x="37" y="32"/>
                </a:cubicBezTo>
                <a:cubicBezTo>
                  <a:pt x="13" y="58"/>
                  <a:pt x="0" y="101"/>
                  <a:pt x="0" y="145"/>
                </a:cubicBezTo>
                <a:cubicBezTo>
                  <a:pt x="0" y="187"/>
                  <a:pt x="12" y="223"/>
                  <a:pt x="34" y="248"/>
                </a:cubicBezTo>
                <a:cubicBezTo>
                  <a:pt x="53" y="268"/>
                  <a:pt x="79" y="280"/>
                  <a:pt x="110" y="280"/>
                </a:cubicBezTo>
                <a:cubicBezTo>
                  <a:pt x="171" y="280"/>
                  <a:pt x="208" y="245"/>
                  <a:pt x="218" y="184"/>
                </a:cubicBezTo>
                <a:lnTo>
                  <a:pt x="218" y="180"/>
                </a:lnTo>
                <a:lnTo>
                  <a:pt x="196" y="180"/>
                </a:lnTo>
                <a:lnTo>
                  <a:pt x="196" y="183"/>
                </a:lnTo>
                <a:cubicBezTo>
                  <a:pt x="187" y="230"/>
                  <a:pt x="154" y="258"/>
                  <a:pt x="110" y="258"/>
                </a:cubicBezTo>
                <a:cubicBezTo>
                  <a:pt x="86" y="258"/>
                  <a:pt x="66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0" y="146"/>
                  <a:pt x="220" y="146"/>
                </a:cubicBezTo>
                <a:lnTo>
                  <a:pt x="220" y="143"/>
                </a:lnTo>
                <a:cubicBezTo>
                  <a:pt x="220" y="140"/>
                  <a:pt x="220" y="136"/>
                  <a:pt x="220" y="133"/>
                </a:cubicBezTo>
                <a:cubicBezTo>
                  <a:pt x="220" y="92"/>
                  <a:pt x="209" y="57"/>
                  <a:pt x="189" y="33"/>
                </a:cubicBezTo>
                <a:cubicBezTo>
                  <a:pt x="169" y="12"/>
                  <a:pt x="142" y="0"/>
                  <a:pt x="110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"/>
          <p:cNvSpPr/>
          <p:nvPr/>
        </p:nvSpPr>
        <p:spPr>
          <a:xfrm>
            <a:off x="9268200" y="5363280"/>
            <a:ext cx="42840" cy="97560"/>
          </a:xfrm>
          <a:custGeom>
            <a:rect b="b" l="l" r="r" t="t"/>
            <a:pathLst>
              <a:path extrusionOk="0" h="271" w="119">
                <a:moveTo>
                  <a:pt x="23" y="56"/>
                </a:moveTo>
                <a:cubicBezTo>
                  <a:pt x="23" y="44"/>
                  <a:pt x="23" y="3"/>
                  <a:pt x="23" y="3"/>
                </a:cubicBezTo>
                <a:lnTo>
                  <a:pt x="0" y="3"/>
                </a:lnTo>
                <a:lnTo>
                  <a:pt x="0" y="270"/>
                </a:lnTo>
                <a:lnTo>
                  <a:pt x="23" y="270"/>
                </a:lnTo>
                <a:lnTo>
                  <a:pt x="23" y="123"/>
                </a:lnTo>
                <a:cubicBezTo>
                  <a:pt x="25" y="84"/>
                  <a:pt x="33" y="69"/>
                  <a:pt x="50" y="50"/>
                </a:cubicBezTo>
                <a:cubicBezTo>
                  <a:pt x="76" y="22"/>
                  <a:pt x="107" y="24"/>
                  <a:pt x="116" y="26"/>
                </a:cubicBezTo>
                <a:lnTo>
                  <a:pt x="118" y="26"/>
                </a:lnTo>
                <a:lnTo>
                  <a:pt x="118" y="1"/>
                </a:lnTo>
                <a:lnTo>
                  <a:pt x="116" y="1"/>
                </a:lnTo>
                <a:cubicBezTo>
                  <a:pt x="75" y="0"/>
                  <a:pt x="36" y="22"/>
                  <a:pt x="23" y="5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6"/>
          <p:cNvSpPr/>
          <p:nvPr/>
        </p:nvSpPr>
        <p:spPr>
          <a:xfrm>
            <a:off x="9312840" y="5361840"/>
            <a:ext cx="72360" cy="101160"/>
          </a:xfrm>
          <a:custGeom>
            <a:rect b="b" l="l" r="r" t="t"/>
            <a:pathLst>
              <a:path extrusionOk="0" h="281" w="201">
                <a:moveTo>
                  <a:pt x="111" y="126"/>
                </a:moveTo>
                <a:lnTo>
                  <a:pt x="105" y="124"/>
                </a:lnTo>
                <a:cubicBezTo>
                  <a:pt x="66" y="116"/>
                  <a:pt x="31" y="108"/>
                  <a:pt x="31" y="71"/>
                </a:cubicBezTo>
                <a:cubicBezTo>
                  <a:pt x="31" y="34"/>
                  <a:pt x="66" y="23"/>
                  <a:pt x="100" y="23"/>
                </a:cubicBezTo>
                <a:cubicBezTo>
                  <a:pt x="127" y="23"/>
                  <a:pt x="170" y="30"/>
                  <a:pt x="170" y="88"/>
                </a:cubicBezTo>
                <a:lnTo>
                  <a:pt x="170" y="89"/>
                </a:lnTo>
                <a:lnTo>
                  <a:pt x="193" y="89"/>
                </a:lnTo>
                <a:lnTo>
                  <a:pt x="193" y="88"/>
                </a:lnTo>
                <a:cubicBezTo>
                  <a:pt x="193" y="31"/>
                  <a:pt x="160" y="0"/>
                  <a:pt x="100" y="0"/>
                </a:cubicBezTo>
                <a:cubicBezTo>
                  <a:pt x="78" y="0"/>
                  <a:pt x="9" y="6"/>
                  <a:pt x="9" y="71"/>
                </a:cubicBezTo>
                <a:cubicBezTo>
                  <a:pt x="9" y="129"/>
                  <a:pt x="58" y="140"/>
                  <a:pt x="96" y="147"/>
                </a:cubicBezTo>
                <a:lnTo>
                  <a:pt x="101" y="148"/>
                </a:lnTo>
                <a:cubicBezTo>
                  <a:pt x="141" y="158"/>
                  <a:pt x="177" y="165"/>
                  <a:pt x="177" y="205"/>
                </a:cubicBezTo>
                <a:cubicBezTo>
                  <a:pt x="177" y="254"/>
                  <a:pt x="125" y="258"/>
                  <a:pt x="103" y="258"/>
                </a:cubicBezTo>
                <a:cubicBezTo>
                  <a:pt x="56" y="258"/>
                  <a:pt x="25" y="229"/>
                  <a:pt x="23" y="184"/>
                </a:cubicBezTo>
                <a:lnTo>
                  <a:pt x="23" y="181"/>
                </a:lnTo>
                <a:lnTo>
                  <a:pt x="0" y="181"/>
                </a:lnTo>
                <a:lnTo>
                  <a:pt x="1" y="184"/>
                </a:lnTo>
                <a:cubicBezTo>
                  <a:pt x="2" y="243"/>
                  <a:pt x="41" y="280"/>
                  <a:pt x="103" y="280"/>
                </a:cubicBezTo>
                <a:cubicBezTo>
                  <a:pt x="126" y="280"/>
                  <a:pt x="200" y="274"/>
                  <a:pt x="200" y="205"/>
                </a:cubicBezTo>
                <a:cubicBezTo>
                  <a:pt x="200" y="148"/>
                  <a:pt x="160" y="136"/>
                  <a:pt x="111" y="12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94003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41" name="Google Shape;341;p16"/>
          <p:cNvSpPr/>
          <p:nvPr/>
        </p:nvSpPr>
        <p:spPr>
          <a:xfrm>
            <a:off x="9419040" y="5335200"/>
            <a:ext cx="123840" cy="159120"/>
          </a:xfrm>
          <a:custGeom>
            <a:rect b="b" l="l" r="r" t="t"/>
            <a:pathLst>
              <a:path extrusionOk="0" h="442" w="344">
                <a:moveTo>
                  <a:pt x="67" y="82"/>
                </a:moveTo>
                <a:cubicBezTo>
                  <a:pt x="67" y="77"/>
                  <a:pt x="67" y="0"/>
                  <a:pt x="67" y="0"/>
                </a:cubicBezTo>
                <a:lnTo>
                  <a:pt x="44" y="0"/>
                </a:lnTo>
                <a:cubicBezTo>
                  <a:pt x="44" y="0"/>
                  <a:pt x="44" y="77"/>
                  <a:pt x="44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3"/>
                </a:lnTo>
                <a:cubicBezTo>
                  <a:pt x="0" y="103"/>
                  <a:pt x="41" y="103"/>
                  <a:pt x="44" y="103"/>
                </a:cubicBezTo>
                <a:cubicBezTo>
                  <a:pt x="44" y="107"/>
                  <a:pt x="44" y="283"/>
                  <a:pt x="44" y="283"/>
                </a:cubicBezTo>
                <a:cubicBezTo>
                  <a:pt x="44" y="284"/>
                  <a:pt x="44" y="286"/>
                  <a:pt x="44" y="287"/>
                </a:cubicBezTo>
                <a:cubicBezTo>
                  <a:pt x="44" y="308"/>
                  <a:pt x="50" y="322"/>
                  <a:pt x="58" y="332"/>
                </a:cubicBezTo>
                <a:cubicBezTo>
                  <a:pt x="74" y="347"/>
                  <a:pt x="98" y="348"/>
                  <a:pt x="117" y="347"/>
                </a:cubicBezTo>
                <a:lnTo>
                  <a:pt x="119" y="346"/>
                </a:lnTo>
                <a:lnTo>
                  <a:pt x="119" y="326"/>
                </a:lnTo>
                <a:lnTo>
                  <a:pt x="117" y="326"/>
                </a:lnTo>
                <a:cubicBezTo>
                  <a:pt x="97" y="326"/>
                  <a:pt x="84" y="325"/>
                  <a:pt x="76" y="316"/>
                </a:cubicBezTo>
                <a:cubicBezTo>
                  <a:pt x="69" y="311"/>
                  <a:pt x="67" y="299"/>
                  <a:pt x="67" y="283"/>
                </a:cubicBezTo>
                <a:cubicBezTo>
                  <a:pt x="67" y="283"/>
                  <a:pt x="67" y="107"/>
                  <a:pt x="67" y="103"/>
                </a:cubicBezTo>
                <a:cubicBezTo>
                  <a:pt x="71" y="103"/>
                  <a:pt x="115" y="103"/>
                  <a:pt x="128" y="103"/>
                </a:cubicBezTo>
                <a:cubicBezTo>
                  <a:pt x="152" y="165"/>
                  <a:pt x="223" y="341"/>
                  <a:pt x="223" y="343"/>
                </a:cubicBezTo>
                <a:cubicBezTo>
                  <a:pt x="212" y="376"/>
                  <a:pt x="205" y="396"/>
                  <a:pt x="198" y="404"/>
                </a:cubicBezTo>
                <a:cubicBezTo>
                  <a:pt x="187" y="416"/>
                  <a:pt x="175" y="420"/>
                  <a:pt x="149" y="420"/>
                </a:cubicBezTo>
                <a:lnTo>
                  <a:pt x="148" y="420"/>
                </a:lnTo>
                <a:lnTo>
                  <a:pt x="148" y="441"/>
                </a:lnTo>
                <a:lnTo>
                  <a:pt x="149" y="441"/>
                </a:lnTo>
                <a:cubicBezTo>
                  <a:pt x="176" y="441"/>
                  <a:pt x="194" y="441"/>
                  <a:pt x="207" y="429"/>
                </a:cubicBezTo>
                <a:cubicBezTo>
                  <a:pt x="218" y="421"/>
                  <a:pt x="226" y="401"/>
                  <a:pt x="237" y="373"/>
                </a:cubicBezTo>
                <a:lnTo>
                  <a:pt x="343" y="82"/>
                </a:lnTo>
                <a:lnTo>
                  <a:pt x="317" y="82"/>
                </a:lnTo>
                <a:cubicBezTo>
                  <a:pt x="317" y="82"/>
                  <a:pt x="238" y="305"/>
                  <a:pt x="235" y="315"/>
                </a:cubicBezTo>
                <a:cubicBezTo>
                  <a:pt x="231" y="305"/>
                  <a:pt x="146" y="82"/>
                  <a:pt x="146" y="82"/>
                </a:cubicBezTo>
                <a:lnTo>
                  <a:pt x="67" y="82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94003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43" name="Google Shape;343;p16"/>
          <p:cNvSpPr/>
          <p:nvPr/>
        </p:nvSpPr>
        <p:spPr>
          <a:xfrm>
            <a:off x="9007200" y="5168880"/>
            <a:ext cx="133560" cy="139320"/>
          </a:xfrm>
          <a:custGeom>
            <a:rect b="b" l="l" r="r" t="t"/>
            <a:pathLst>
              <a:path extrusionOk="0" h="387" w="371">
                <a:moveTo>
                  <a:pt x="185" y="26"/>
                </a:moveTo>
                <a:cubicBezTo>
                  <a:pt x="109" y="26"/>
                  <a:pt x="57" y="85"/>
                  <a:pt x="57" y="186"/>
                </a:cubicBezTo>
                <a:cubicBezTo>
                  <a:pt x="57" y="304"/>
                  <a:pt x="123" y="359"/>
                  <a:pt x="186" y="359"/>
                </a:cubicBezTo>
                <a:cubicBezTo>
                  <a:pt x="261" y="359"/>
                  <a:pt x="312" y="297"/>
                  <a:pt x="312" y="199"/>
                </a:cubicBezTo>
                <a:cubicBezTo>
                  <a:pt x="313" y="92"/>
                  <a:pt x="261" y="26"/>
                  <a:pt x="185" y="26"/>
                </a:cubicBezTo>
                <a:moveTo>
                  <a:pt x="181" y="384"/>
                </a:moveTo>
                <a:cubicBezTo>
                  <a:pt x="83" y="381"/>
                  <a:pt x="0" y="301"/>
                  <a:pt x="2" y="188"/>
                </a:cubicBezTo>
                <a:cubicBezTo>
                  <a:pt x="5" y="99"/>
                  <a:pt x="70" y="0"/>
                  <a:pt x="192" y="3"/>
                </a:cubicBezTo>
                <a:cubicBezTo>
                  <a:pt x="275" y="4"/>
                  <a:pt x="370" y="72"/>
                  <a:pt x="367" y="197"/>
                </a:cubicBezTo>
                <a:cubicBezTo>
                  <a:pt x="365" y="321"/>
                  <a:pt x="267" y="386"/>
                  <a:pt x="181" y="38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6"/>
          <p:cNvSpPr/>
          <p:nvPr/>
        </p:nvSpPr>
        <p:spPr>
          <a:xfrm>
            <a:off x="9476640" y="5171760"/>
            <a:ext cx="117360" cy="133560"/>
          </a:xfrm>
          <a:custGeom>
            <a:rect b="b" l="l" r="r" t="t"/>
            <a:pathLst>
              <a:path extrusionOk="0" h="371" w="326">
                <a:moveTo>
                  <a:pt x="325" y="5"/>
                </a:moveTo>
                <a:lnTo>
                  <a:pt x="325" y="0"/>
                </a:lnTo>
                <a:lnTo>
                  <a:pt x="226" y="0"/>
                </a:lnTo>
                <a:lnTo>
                  <a:pt x="226" y="5"/>
                </a:lnTo>
                <a:cubicBezTo>
                  <a:pt x="245" y="7"/>
                  <a:pt x="250" y="11"/>
                  <a:pt x="250" y="41"/>
                </a:cubicBezTo>
                <a:lnTo>
                  <a:pt x="250" y="170"/>
                </a:lnTo>
                <a:lnTo>
                  <a:pt x="74" y="170"/>
                </a:lnTo>
                <a:lnTo>
                  <a:pt x="74" y="41"/>
                </a:lnTo>
                <a:cubicBezTo>
                  <a:pt x="74" y="11"/>
                  <a:pt x="79" y="7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7"/>
                  <a:pt x="25" y="11"/>
                  <a:pt x="25" y="41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99" y="370"/>
                </a:lnTo>
                <a:lnTo>
                  <a:pt x="99" y="365"/>
                </a:lnTo>
                <a:cubicBezTo>
                  <a:pt x="79" y="364"/>
                  <a:pt x="74" y="360"/>
                  <a:pt x="74" y="330"/>
                </a:cubicBezTo>
                <a:lnTo>
                  <a:pt x="74" y="192"/>
                </a:lnTo>
                <a:lnTo>
                  <a:pt x="250" y="192"/>
                </a:lnTo>
                <a:lnTo>
                  <a:pt x="250" y="330"/>
                </a:lnTo>
                <a:cubicBezTo>
                  <a:pt x="250" y="360"/>
                  <a:pt x="245" y="364"/>
                  <a:pt x="226" y="365"/>
                </a:cubicBezTo>
                <a:lnTo>
                  <a:pt x="226" y="370"/>
                </a:lnTo>
                <a:lnTo>
                  <a:pt x="325" y="370"/>
                </a:lnTo>
                <a:lnTo>
                  <a:pt x="325" y="365"/>
                </a:lnTo>
                <a:cubicBezTo>
                  <a:pt x="304" y="364"/>
                  <a:pt x="300" y="360"/>
                  <a:pt x="300" y="330"/>
                </a:cubicBezTo>
                <a:lnTo>
                  <a:pt x="300" y="41"/>
                </a:lnTo>
                <a:cubicBezTo>
                  <a:pt x="300" y="11"/>
                  <a:pt x="304" y="7"/>
                  <a:pt x="325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"/>
          <p:cNvSpPr/>
          <p:nvPr/>
        </p:nvSpPr>
        <p:spPr>
          <a:xfrm>
            <a:off x="9148320" y="5171760"/>
            <a:ext cx="114120" cy="133560"/>
          </a:xfrm>
          <a:custGeom>
            <a:rect b="b" l="l" r="r" t="t"/>
            <a:pathLst>
              <a:path extrusionOk="0" h="371" w="317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0"/>
                </a:lnTo>
                <a:cubicBezTo>
                  <a:pt x="24" y="360"/>
                  <a:pt x="19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4" y="364"/>
                  <a:pt x="49" y="360"/>
                  <a:pt x="49" y="330"/>
                </a:cubicBezTo>
                <a:lnTo>
                  <a:pt x="49" y="62"/>
                </a:lnTo>
                <a:cubicBezTo>
                  <a:pt x="49" y="66"/>
                  <a:pt x="243" y="316"/>
                  <a:pt x="283" y="370"/>
                </a:cubicBezTo>
                <a:lnTo>
                  <a:pt x="292" y="370"/>
                </a:lnTo>
                <a:lnTo>
                  <a:pt x="292" y="30"/>
                </a:lnTo>
                <a:cubicBezTo>
                  <a:pt x="292" y="8"/>
                  <a:pt x="297" y="6"/>
                  <a:pt x="316" y="5"/>
                </a:cubicBezTo>
                <a:lnTo>
                  <a:pt x="316" y="0"/>
                </a:lnTo>
                <a:lnTo>
                  <a:pt x="243" y="0"/>
                </a:lnTo>
                <a:lnTo>
                  <a:pt x="243" y="5"/>
                </a:lnTo>
                <a:cubicBezTo>
                  <a:pt x="261" y="6"/>
                  <a:pt x="268" y="8"/>
                  <a:pt x="268" y="30"/>
                </a:cubicBezTo>
                <a:lnTo>
                  <a:pt x="268" y="266"/>
                </a:lnTo>
                <a:lnTo>
                  <a:pt x="65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6"/>
          <p:cNvSpPr/>
          <p:nvPr/>
        </p:nvSpPr>
        <p:spPr>
          <a:xfrm>
            <a:off x="9263520" y="5171760"/>
            <a:ext cx="116640" cy="133560"/>
          </a:xfrm>
          <a:custGeom>
            <a:rect b="b" l="l" r="r" t="t"/>
            <a:pathLst>
              <a:path extrusionOk="0" h="371" w="324">
                <a:moveTo>
                  <a:pt x="90" y="237"/>
                </a:moveTo>
                <a:cubicBezTo>
                  <a:pt x="112" y="179"/>
                  <a:pt x="148" y="85"/>
                  <a:pt x="148" y="85"/>
                </a:cubicBezTo>
                <a:cubicBezTo>
                  <a:pt x="148" y="85"/>
                  <a:pt x="179" y="168"/>
                  <a:pt x="206" y="237"/>
                </a:cubicBezTo>
                <a:lnTo>
                  <a:pt x="90" y="237"/>
                </a:lnTo>
                <a:moveTo>
                  <a:pt x="164" y="0"/>
                </a:moveTo>
                <a:lnTo>
                  <a:pt x="158" y="0"/>
                </a:lnTo>
                <a:cubicBezTo>
                  <a:pt x="140" y="45"/>
                  <a:pt x="60" y="250"/>
                  <a:pt x="31" y="321"/>
                </a:cubicBezTo>
                <a:cubicBezTo>
                  <a:pt x="26" y="333"/>
                  <a:pt x="19" y="352"/>
                  <a:pt x="13" y="359"/>
                </a:cubicBezTo>
                <a:cubicBezTo>
                  <a:pt x="8" y="365"/>
                  <a:pt x="4" y="365"/>
                  <a:pt x="0" y="365"/>
                </a:cubicBezTo>
                <a:lnTo>
                  <a:pt x="0" y="370"/>
                </a:lnTo>
                <a:lnTo>
                  <a:pt x="65" y="370"/>
                </a:lnTo>
                <a:lnTo>
                  <a:pt x="65" y="365"/>
                </a:lnTo>
                <a:cubicBezTo>
                  <a:pt x="61" y="365"/>
                  <a:pt x="49" y="365"/>
                  <a:pt x="49" y="354"/>
                </a:cubicBezTo>
                <a:cubicBezTo>
                  <a:pt x="47" y="351"/>
                  <a:pt x="49" y="347"/>
                  <a:pt x="50" y="344"/>
                </a:cubicBezTo>
                <a:cubicBezTo>
                  <a:pt x="52" y="337"/>
                  <a:pt x="65" y="301"/>
                  <a:pt x="82" y="261"/>
                </a:cubicBezTo>
                <a:lnTo>
                  <a:pt x="214" y="261"/>
                </a:lnTo>
                <a:cubicBezTo>
                  <a:pt x="227" y="295"/>
                  <a:pt x="239" y="325"/>
                  <a:pt x="245" y="338"/>
                </a:cubicBezTo>
                <a:cubicBezTo>
                  <a:pt x="246" y="341"/>
                  <a:pt x="249" y="351"/>
                  <a:pt x="249" y="354"/>
                </a:cubicBezTo>
                <a:cubicBezTo>
                  <a:pt x="249" y="365"/>
                  <a:pt x="241" y="365"/>
                  <a:pt x="231" y="365"/>
                </a:cubicBezTo>
                <a:lnTo>
                  <a:pt x="231" y="370"/>
                </a:lnTo>
                <a:lnTo>
                  <a:pt x="323" y="370"/>
                </a:lnTo>
                <a:lnTo>
                  <a:pt x="323" y="365"/>
                </a:lnTo>
                <a:cubicBezTo>
                  <a:pt x="312" y="365"/>
                  <a:pt x="309" y="362"/>
                  <a:pt x="300" y="341"/>
                </a:cubicBezTo>
                <a:lnTo>
                  <a:pt x="16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8863560" y="5171760"/>
            <a:ext cx="136080" cy="133560"/>
          </a:xfrm>
          <a:custGeom>
            <a:rect b="b" l="l" r="r" t="t"/>
            <a:pathLst>
              <a:path extrusionOk="0" h="371" w="378">
                <a:moveTo>
                  <a:pt x="0" y="0"/>
                </a:moveTo>
                <a:lnTo>
                  <a:pt x="0" y="5"/>
                </a:lnTo>
                <a:cubicBezTo>
                  <a:pt x="12" y="6"/>
                  <a:pt x="18" y="7"/>
                  <a:pt x="21" y="11"/>
                </a:cubicBezTo>
                <a:cubicBezTo>
                  <a:pt x="23" y="13"/>
                  <a:pt x="23" y="14"/>
                  <a:pt x="24" y="17"/>
                </a:cubicBezTo>
                <a:cubicBezTo>
                  <a:pt x="24" y="19"/>
                  <a:pt x="25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5" y="364"/>
                  <a:pt x="50" y="360"/>
                  <a:pt x="50" y="330"/>
                </a:cubicBezTo>
                <a:lnTo>
                  <a:pt x="50" y="73"/>
                </a:lnTo>
                <a:cubicBezTo>
                  <a:pt x="50" y="69"/>
                  <a:pt x="49" y="59"/>
                  <a:pt x="49" y="59"/>
                </a:cubicBezTo>
                <a:lnTo>
                  <a:pt x="53" y="73"/>
                </a:lnTo>
                <a:lnTo>
                  <a:pt x="172" y="370"/>
                </a:lnTo>
                <a:lnTo>
                  <a:pt x="180" y="370"/>
                </a:lnTo>
                <a:lnTo>
                  <a:pt x="301" y="65"/>
                </a:lnTo>
                <a:lnTo>
                  <a:pt x="304" y="52"/>
                </a:lnTo>
                <a:cubicBezTo>
                  <a:pt x="304" y="52"/>
                  <a:pt x="303" y="59"/>
                  <a:pt x="303" y="64"/>
                </a:cubicBezTo>
                <a:lnTo>
                  <a:pt x="303" y="330"/>
                </a:lnTo>
                <a:cubicBezTo>
                  <a:pt x="303" y="360"/>
                  <a:pt x="298" y="364"/>
                  <a:pt x="279" y="365"/>
                </a:cubicBezTo>
                <a:lnTo>
                  <a:pt x="279" y="370"/>
                </a:lnTo>
                <a:lnTo>
                  <a:pt x="377" y="370"/>
                </a:lnTo>
                <a:lnTo>
                  <a:pt x="377" y="365"/>
                </a:lnTo>
                <a:cubicBezTo>
                  <a:pt x="357" y="364"/>
                  <a:pt x="353" y="360"/>
                  <a:pt x="353" y="330"/>
                </a:cubicBezTo>
                <a:lnTo>
                  <a:pt x="353" y="30"/>
                </a:lnTo>
                <a:cubicBezTo>
                  <a:pt x="353" y="8"/>
                  <a:pt x="357" y="6"/>
                  <a:pt x="377" y="5"/>
                </a:cubicBezTo>
                <a:lnTo>
                  <a:pt x="377" y="0"/>
                </a:lnTo>
                <a:lnTo>
                  <a:pt x="300" y="0"/>
                </a:lnTo>
                <a:lnTo>
                  <a:pt x="190" y="280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9385200" y="5169960"/>
            <a:ext cx="75240" cy="137520"/>
          </a:xfrm>
          <a:custGeom>
            <a:rect b="b" l="l" r="r" t="t"/>
            <a:pathLst>
              <a:path extrusionOk="0" h="382" w="209">
                <a:moveTo>
                  <a:pt x="1" y="351"/>
                </a:moveTo>
                <a:cubicBezTo>
                  <a:pt x="24" y="365"/>
                  <a:pt x="58" y="381"/>
                  <a:pt x="95" y="381"/>
                </a:cubicBezTo>
                <a:cubicBezTo>
                  <a:pt x="96" y="381"/>
                  <a:pt x="96" y="381"/>
                  <a:pt x="97" y="381"/>
                </a:cubicBezTo>
                <a:cubicBezTo>
                  <a:pt x="152" y="381"/>
                  <a:pt x="208" y="338"/>
                  <a:pt x="208" y="270"/>
                </a:cubicBezTo>
                <a:cubicBezTo>
                  <a:pt x="208" y="197"/>
                  <a:pt x="161" y="180"/>
                  <a:pt x="111" y="154"/>
                </a:cubicBezTo>
                <a:cubicBezTo>
                  <a:pt x="63" y="128"/>
                  <a:pt x="43" y="115"/>
                  <a:pt x="43" y="79"/>
                </a:cubicBezTo>
                <a:cubicBezTo>
                  <a:pt x="43" y="56"/>
                  <a:pt x="56" y="23"/>
                  <a:pt x="99" y="23"/>
                </a:cubicBezTo>
                <a:cubicBezTo>
                  <a:pt x="112" y="23"/>
                  <a:pt x="125" y="26"/>
                  <a:pt x="136" y="32"/>
                </a:cubicBezTo>
                <a:cubicBezTo>
                  <a:pt x="171" y="52"/>
                  <a:pt x="173" y="82"/>
                  <a:pt x="177" y="101"/>
                </a:cubicBezTo>
                <a:lnTo>
                  <a:pt x="183" y="101"/>
                </a:lnTo>
                <a:lnTo>
                  <a:pt x="180" y="18"/>
                </a:lnTo>
                <a:cubicBezTo>
                  <a:pt x="158" y="8"/>
                  <a:pt x="139" y="4"/>
                  <a:pt x="126" y="1"/>
                </a:cubicBezTo>
                <a:cubicBezTo>
                  <a:pt x="119" y="1"/>
                  <a:pt x="111" y="0"/>
                  <a:pt x="106" y="0"/>
                </a:cubicBezTo>
                <a:cubicBezTo>
                  <a:pt x="58" y="0"/>
                  <a:pt x="1" y="31"/>
                  <a:pt x="1" y="96"/>
                </a:cubicBezTo>
                <a:cubicBezTo>
                  <a:pt x="1" y="142"/>
                  <a:pt x="26" y="170"/>
                  <a:pt x="75" y="196"/>
                </a:cubicBezTo>
                <a:cubicBezTo>
                  <a:pt x="123" y="223"/>
                  <a:pt x="162" y="234"/>
                  <a:pt x="162" y="286"/>
                </a:cubicBezTo>
                <a:cubicBezTo>
                  <a:pt x="162" y="312"/>
                  <a:pt x="148" y="358"/>
                  <a:pt x="91" y="358"/>
                </a:cubicBezTo>
                <a:cubicBezTo>
                  <a:pt x="69" y="358"/>
                  <a:pt x="53" y="350"/>
                  <a:pt x="39" y="338"/>
                </a:cubicBezTo>
                <a:cubicBezTo>
                  <a:pt x="7" y="305"/>
                  <a:pt x="7" y="279"/>
                  <a:pt x="4" y="269"/>
                </a:cubicBezTo>
                <a:lnTo>
                  <a:pt x="0" y="269"/>
                </a:lnTo>
                <a:lnTo>
                  <a:pt x="1" y="35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"/>
          <p:cNvSpPr/>
          <p:nvPr/>
        </p:nvSpPr>
        <p:spPr>
          <a:xfrm>
            <a:off x="8583840" y="5170680"/>
            <a:ext cx="188280" cy="256320"/>
          </a:xfrm>
          <a:custGeom>
            <a:rect b="b" l="l" r="r" t="t"/>
            <a:pathLst>
              <a:path extrusionOk="0" h="712" w="523">
                <a:moveTo>
                  <a:pt x="2" y="284"/>
                </a:moveTo>
                <a:cubicBezTo>
                  <a:pt x="2" y="300"/>
                  <a:pt x="0" y="418"/>
                  <a:pt x="68" y="539"/>
                </a:cubicBezTo>
                <a:cubicBezTo>
                  <a:pt x="130" y="648"/>
                  <a:pt x="222" y="697"/>
                  <a:pt x="261" y="711"/>
                </a:cubicBezTo>
                <a:cubicBezTo>
                  <a:pt x="301" y="697"/>
                  <a:pt x="392" y="648"/>
                  <a:pt x="454" y="539"/>
                </a:cubicBezTo>
                <a:cubicBezTo>
                  <a:pt x="522" y="418"/>
                  <a:pt x="521" y="300"/>
                  <a:pt x="521" y="284"/>
                </a:cubicBezTo>
                <a:lnTo>
                  <a:pt x="521" y="1"/>
                </a:lnTo>
                <a:lnTo>
                  <a:pt x="2" y="0"/>
                </a:lnTo>
                <a:lnTo>
                  <a:pt x="2" y="28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8550720" y="5321520"/>
            <a:ext cx="254520" cy="145080"/>
          </a:xfrm>
          <a:custGeom>
            <a:rect b="b" l="l" r="r" t="t"/>
            <a:pathLst>
              <a:path extrusionOk="0" h="403" w="707">
                <a:moveTo>
                  <a:pt x="644" y="0"/>
                </a:moveTo>
                <a:lnTo>
                  <a:pt x="642" y="9"/>
                </a:lnTo>
                <a:cubicBezTo>
                  <a:pt x="638" y="20"/>
                  <a:pt x="634" y="31"/>
                  <a:pt x="631" y="41"/>
                </a:cubicBezTo>
                <a:lnTo>
                  <a:pt x="609" y="20"/>
                </a:lnTo>
                <a:lnTo>
                  <a:pt x="606" y="28"/>
                </a:lnTo>
                <a:cubicBezTo>
                  <a:pt x="594" y="66"/>
                  <a:pt x="579" y="102"/>
                  <a:pt x="560" y="135"/>
                </a:cubicBezTo>
                <a:cubicBezTo>
                  <a:pt x="510" y="218"/>
                  <a:pt x="441" y="280"/>
                  <a:pt x="360" y="311"/>
                </a:cubicBezTo>
                <a:cubicBezTo>
                  <a:pt x="360" y="311"/>
                  <a:pt x="355" y="313"/>
                  <a:pt x="352" y="314"/>
                </a:cubicBezTo>
                <a:cubicBezTo>
                  <a:pt x="349" y="313"/>
                  <a:pt x="344" y="311"/>
                  <a:pt x="344" y="311"/>
                </a:cubicBezTo>
                <a:cubicBezTo>
                  <a:pt x="263" y="279"/>
                  <a:pt x="195" y="218"/>
                  <a:pt x="146" y="135"/>
                </a:cubicBezTo>
                <a:cubicBezTo>
                  <a:pt x="128" y="102"/>
                  <a:pt x="111" y="66"/>
                  <a:pt x="99" y="28"/>
                </a:cubicBezTo>
                <a:lnTo>
                  <a:pt x="97" y="20"/>
                </a:lnTo>
                <a:lnTo>
                  <a:pt x="90" y="26"/>
                </a:lnTo>
                <a:lnTo>
                  <a:pt x="75" y="41"/>
                </a:lnTo>
                <a:cubicBezTo>
                  <a:pt x="72" y="31"/>
                  <a:pt x="68" y="20"/>
                  <a:pt x="65" y="9"/>
                </a:cubicBezTo>
                <a:lnTo>
                  <a:pt x="63" y="0"/>
                </a:lnTo>
                <a:lnTo>
                  <a:pt x="56" y="7"/>
                </a:lnTo>
                <a:lnTo>
                  <a:pt x="0" y="60"/>
                </a:lnTo>
                <a:lnTo>
                  <a:pt x="1" y="64"/>
                </a:lnTo>
                <a:cubicBezTo>
                  <a:pt x="14" y="110"/>
                  <a:pt x="36" y="158"/>
                  <a:pt x="52" y="190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2" y="179"/>
                </a:cubicBezTo>
                <a:cubicBezTo>
                  <a:pt x="139" y="277"/>
                  <a:pt x="220" y="350"/>
                  <a:pt x="319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90"/>
                </a:lnTo>
                <a:cubicBezTo>
                  <a:pt x="669" y="158"/>
                  <a:pt x="691" y="110"/>
                  <a:pt x="704" y="64"/>
                </a:cubicBezTo>
                <a:lnTo>
                  <a:pt x="706" y="60"/>
                </a:lnTo>
                <a:lnTo>
                  <a:pt x="64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8750880" y="521460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2" y="12"/>
                  <a:pt x="10" y="14"/>
                </a:cubicBezTo>
                <a:cubicBezTo>
                  <a:pt x="9" y="17"/>
                  <a:pt x="8" y="19"/>
                  <a:pt x="7" y="20"/>
                </a:cubicBezTo>
                <a:cubicBezTo>
                  <a:pt x="3" y="23"/>
                  <a:pt x="2" y="24"/>
                  <a:pt x="0" y="25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18"/>
                  <a:pt x="0" y="14"/>
                  <a:pt x="2" y="11"/>
                </a:cubicBezTo>
                <a:cubicBezTo>
                  <a:pt x="4" y="6"/>
                  <a:pt x="8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8735760" y="5243040"/>
            <a:ext cx="9720" cy="4680"/>
          </a:xfrm>
          <a:custGeom>
            <a:rect b="b" l="l" r="r" t="t"/>
            <a:pathLst>
              <a:path extrusionOk="0" h="13" w="27">
                <a:moveTo>
                  <a:pt x="12" y="0"/>
                </a:moveTo>
                <a:cubicBezTo>
                  <a:pt x="17" y="0"/>
                  <a:pt x="21" y="1"/>
                  <a:pt x="26" y="2"/>
                </a:cubicBezTo>
                <a:cubicBezTo>
                  <a:pt x="23" y="6"/>
                  <a:pt x="18" y="11"/>
                  <a:pt x="13" y="11"/>
                </a:cubicBezTo>
                <a:cubicBezTo>
                  <a:pt x="9" y="12"/>
                  <a:pt x="4" y="11"/>
                  <a:pt x="0" y="8"/>
                </a:cubicBezTo>
                <a:cubicBezTo>
                  <a:pt x="3" y="4"/>
                  <a:pt x="8" y="1"/>
                  <a:pt x="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8732160" y="5237640"/>
            <a:ext cx="5400" cy="9360"/>
          </a:xfrm>
          <a:custGeom>
            <a:rect b="b" l="l" r="r" t="t"/>
            <a:pathLst>
              <a:path extrusionOk="0" h="26" w="15">
                <a:moveTo>
                  <a:pt x="0" y="25"/>
                </a:moveTo>
                <a:cubicBezTo>
                  <a:pt x="0" y="23"/>
                  <a:pt x="0" y="23"/>
                  <a:pt x="0" y="23"/>
                </a:cubicBezTo>
                <a:cubicBezTo>
                  <a:pt x="0" y="18"/>
                  <a:pt x="1" y="13"/>
                  <a:pt x="3" y="9"/>
                </a:cubicBezTo>
                <a:cubicBezTo>
                  <a:pt x="6" y="6"/>
                  <a:pt x="9" y="2"/>
                  <a:pt x="14" y="0"/>
                </a:cubicBezTo>
                <a:lnTo>
                  <a:pt x="14" y="2"/>
                </a:lnTo>
                <a:cubicBezTo>
                  <a:pt x="14" y="7"/>
                  <a:pt x="13" y="11"/>
                  <a:pt x="10" y="14"/>
                </a:cubicBezTo>
                <a:cubicBezTo>
                  <a:pt x="8" y="19"/>
                  <a:pt x="4" y="21"/>
                  <a:pt x="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8737560" y="5234040"/>
            <a:ext cx="3960" cy="9360"/>
          </a:xfrm>
          <a:custGeom>
            <a:rect b="b" l="l" r="r" t="t"/>
            <a:pathLst>
              <a:path extrusionOk="0" h="26" w="11">
                <a:moveTo>
                  <a:pt x="1" y="7"/>
                </a:moveTo>
                <a:cubicBezTo>
                  <a:pt x="4" y="5"/>
                  <a:pt x="7" y="2"/>
                  <a:pt x="9" y="0"/>
                </a:cubicBezTo>
                <a:cubicBezTo>
                  <a:pt x="10" y="2"/>
                  <a:pt x="10" y="4"/>
                  <a:pt x="10" y="6"/>
                </a:cubicBezTo>
                <a:cubicBezTo>
                  <a:pt x="10" y="8"/>
                  <a:pt x="10" y="11"/>
                  <a:pt x="9" y="14"/>
                </a:cubicBezTo>
                <a:cubicBezTo>
                  <a:pt x="8" y="18"/>
                  <a:pt x="7" y="20"/>
                  <a:pt x="3" y="24"/>
                </a:cubicBezTo>
                <a:cubicBezTo>
                  <a:pt x="1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1" y="19"/>
                  <a:pt x="3" y="14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8741520" y="5229000"/>
            <a:ext cx="3600" cy="10080"/>
          </a:xfrm>
          <a:custGeom>
            <a:rect b="b" l="l" r="r" t="t"/>
            <a:pathLst>
              <a:path extrusionOk="0" h="28" w="10">
                <a:moveTo>
                  <a:pt x="0" y="9"/>
                </a:moveTo>
                <a:cubicBezTo>
                  <a:pt x="1" y="6"/>
                  <a:pt x="2" y="4"/>
                  <a:pt x="4" y="0"/>
                </a:cubicBezTo>
                <a:cubicBezTo>
                  <a:pt x="8" y="5"/>
                  <a:pt x="9" y="8"/>
                  <a:pt x="9" y="12"/>
                </a:cubicBezTo>
                <a:cubicBezTo>
                  <a:pt x="9" y="13"/>
                  <a:pt x="9" y="13"/>
                  <a:pt x="9" y="14"/>
                </a:cubicBezTo>
                <a:cubicBezTo>
                  <a:pt x="9" y="18"/>
                  <a:pt x="8" y="20"/>
                  <a:pt x="4" y="24"/>
                </a:cubicBezTo>
                <a:cubicBezTo>
                  <a:pt x="4" y="24"/>
                  <a:pt x="3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0"/>
                  <a:pt x="2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8744040" y="522360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1" y="6"/>
                  <a:pt x="1" y="4"/>
                  <a:pt x="2" y="0"/>
                </a:cubicBezTo>
                <a:cubicBezTo>
                  <a:pt x="6" y="4"/>
                  <a:pt x="9" y="7"/>
                  <a:pt x="10" y="12"/>
                </a:cubicBezTo>
                <a:cubicBezTo>
                  <a:pt x="10" y="13"/>
                  <a:pt x="10" y="15"/>
                  <a:pt x="10" y="17"/>
                </a:cubicBezTo>
                <a:cubicBezTo>
                  <a:pt x="10" y="19"/>
                  <a:pt x="10" y="21"/>
                  <a:pt x="9" y="24"/>
                </a:cubicBezTo>
                <a:cubicBezTo>
                  <a:pt x="8" y="24"/>
                  <a:pt x="8" y="25"/>
                  <a:pt x="6" y="26"/>
                </a:cubicBezTo>
                <a:lnTo>
                  <a:pt x="4" y="25"/>
                </a:lnTo>
                <a:cubicBezTo>
                  <a:pt x="4" y="20"/>
                  <a:pt x="3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8745120" y="5218200"/>
            <a:ext cx="4680" cy="9360"/>
          </a:xfrm>
          <a:custGeom>
            <a:rect b="b" l="l" r="r" t="t"/>
            <a:pathLst>
              <a:path extrusionOk="0" h="26" w="13">
                <a:moveTo>
                  <a:pt x="0" y="9"/>
                </a:moveTo>
                <a:cubicBezTo>
                  <a:pt x="0" y="8"/>
                  <a:pt x="0" y="7"/>
                  <a:pt x="0" y="5"/>
                </a:cubicBezTo>
                <a:cubicBezTo>
                  <a:pt x="0" y="4"/>
                  <a:pt x="0" y="1"/>
                  <a:pt x="1" y="0"/>
                </a:cubicBezTo>
                <a:cubicBezTo>
                  <a:pt x="4" y="2"/>
                  <a:pt x="8" y="6"/>
                  <a:pt x="9" y="9"/>
                </a:cubicBezTo>
                <a:cubicBezTo>
                  <a:pt x="11" y="14"/>
                  <a:pt x="12" y="18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9" y="25"/>
                </a:cubicBezTo>
                <a:lnTo>
                  <a:pt x="9" y="24"/>
                </a:lnTo>
                <a:cubicBezTo>
                  <a:pt x="7" y="19"/>
                  <a:pt x="4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6"/>
          <p:cNvSpPr/>
          <p:nvPr/>
        </p:nvSpPr>
        <p:spPr>
          <a:xfrm>
            <a:off x="874476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11"/>
                </a:moveTo>
                <a:cubicBezTo>
                  <a:pt x="0" y="7"/>
                  <a:pt x="0" y="5"/>
                  <a:pt x="0" y="0"/>
                </a:cubicBezTo>
                <a:cubicBezTo>
                  <a:pt x="6" y="2"/>
                  <a:pt x="9" y="5"/>
                  <a:pt x="11" y="8"/>
                </a:cubicBezTo>
                <a:cubicBezTo>
                  <a:pt x="13" y="12"/>
                  <a:pt x="14" y="15"/>
                  <a:pt x="15" y="19"/>
                </a:cubicBezTo>
                <a:cubicBezTo>
                  <a:pt x="14" y="19"/>
                  <a:pt x="14" y="21"/>
                  <a:pt x="14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1" y="18"/>
                  <a:pt x="7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6"/>
          <p:cNvSpPr/>
          <p:nvPr/>
        </p:nvSpPr>
        <p:spPr>
          <a:xfrm>
            <a:off x="8742960" y="520704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cubicBezTo>
                  <a:pt x="18" y="19"/>
                  <a:pt x="18" y="19"/>
                  <a:pt x="18" y="19"/>
                </a:cubicBezTo>
                <a:cubicBezTo>
                  <a:pt x="14" y="15"/>
                  <a:pt x="9" y="12"/>
                  <a:pt x="4" y="11"/>
                </a:cubicBezTo>
                <a:cubicBezTo>
                  <a:pt x="2" y="8"/>
                  <a:pt x="1" y="4"/>
                  <a:pt x="0" y="0"/>
                </a:cubicBezTo>
                <a:cubicBezTo>
                  <a:pt x="4" y="1"/>
                  <a:pt x="9" y="2"/>
                  <a:pt x="12" y="7"/>
                </a:cubicBezTo>
                <a:cubicBezTo>
                  <a:pt x="15" y="9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"/>
          <p:cNvSpPr/>
          <p:nvPr/>
        </p:nvSpPr>
        <p:spPr>
          <a:xfrm>
            <a:off x="8739720" y="5202360"/>
            <a:ext cx="8280" cy="5400"/>
          </a:xfrm>
          <a:custGeom>
            <a:rect b="b" l="l" r="r" t="t"/>
            <a:pathLst>
              <a:path extrusionOk="0" h="15" w="23">
                <a:moveTo>
                  <a:pt x="21" y="14"/>
                </a:moveTo>
                <a:cubicBezTo>
                  <a:pt x="17" y="12"/>
                  <a:pt x="12" y="11"/>
                  <a:pt x="7" y="11"/>
                </a:cubicBezTo>
                <a:cubicBezTo>
                  <a:pt x="4" y="7"/>
                  <a:pt x="2" y="5"/>
                  <a:pt x="0" y="0"/>
                </a:cubicBezTo>
                <a:cubicBezTo>
                  <a:pt x="6" y="0"/>
                  <a:pt x="10" y="1"/>
                  <a:pt x="13" y="4"/>
                </a:cubicBezTo>
                <a:cubicBezTo>
                  <a:pt x="17" y="6"/>
                  <a:pt x="19" y="8"/>
                  <a:pt x="21" y="11"/>
                </a:cubicBezTo>
                <a:cubicBezTo>
                  <a:pt x="21" y="12"/>
                  <a:pt x="22" y="13"/>
                  <a:pt x="22" y="14"/>
                </a:cubicBezTo>
                <a:lnTo>
                  <a:pt x="21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6"/>
          <p:cNvSpPr/>
          <p:nvPr/>
        </p:nvSpPr>
        <p:spPr>
          <a:xfrm>
            <a:off x="8741160" y="5237640"/>
            <a:ext cx="9000" cy="5400"/>
          </a:xfrm>
          <a:custGeom>
            <a:rect b="b" l="l" r="r" t="t"/>
            <a:pathLst>
              <a:path extrusionOk="0" h="15" w="25">
                <a:moveTo>
                  <a:pt x="8" y="14"/>
                </a:moveTo>
                <a:cubicBezTo>
                  <a:pt x="6" y="13"/>
                  <a:pt x="2" y="13"/>
                  <a:pt x="0" y="13"/>
                </a:cubicBezTo>
                <a:cubicBezTo>
                  <a:pt x="2" y="7"/>
                  <a:pt x="6" y="3"/>
                  <a:pt x="10" y="2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6"/>
                  <a:pt x="19" y="10"/>
                  <a:pt x="13" y="11"/>
                </a:cubicBezTo>
                <a:cubicBezTo>
                  <a:pt x="11" y="13"/>
                  <a:pt x="9" y="13"/>
                  <a:pt x="8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6"/>
          <p:cNvSpPr/>
          <p:nvPr/>
        </p:nvSpPr>
        <p:spPr>
          <a:xfrm>
            <a:off x="8745480" y="5230440"/>
            <a:ext cx="8280" cy="6480"/>
          </a:xfrm>
          <a:custGeom>
            <a:rect b="b" l="l" r="r" t="t"/>
            <a:pathLst>
              <a:path extrusionOk="0" h="18" w="23">
                <a:moveTo>
                  <a:pt x="8" y="17"/>
                </a:moveTo>
                <a:cubicBezTo>
                  <a:pt x="6" y="17"/>
                  <a:pt x="2" y="17"/>
                  <a:pt x="0" y="17"/>
                </a:cubicBezTo>
                <a:cubicBezTo>
                  <a:pt x="2" y="13"/>
                  <a:pt x="4" y="8"/>
                  <a:pt x="8" y="6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6"/>
                  <a:pt x="19" y="11"/>
                  <a:pt x="14" y="13"/>
                </a:cubicBezTo>
                <a:cubicBezTo>
                  <a:pt x="11" y="15"/>
                  <a:pt x="10" y="15"/>
                  <a:pt x="8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>
            <a:off x="8749080" y="5222880"/>
            <a:ext cx="6480" cy="7920"/>
          </a:xfrm>
          <a:custGeom>
            <a:rect b="b" l="l" r="r" t="t"/>
            <a:pathLst>
              <a:path extrusionOk="0" h="22" w="18">
                <a:moveTo>
                  <a:pt x="12" y="15"/>
                </a:moveTo>
                <a:cubicBezTo>
                  <a:pt x="10" y="17"/>
                  <a:pt x="8" y="18"/>
                  <a:pt x="7" y="19"/>
                </a:cubicBezTo>
                <a:cubicBezTo>
                  <a:pt x="3" y="20"/>
                  <a:pt x="1" y="20"/>
                  <a:pt x="0" y="21"/>
                </a:cubicBezTo>
                <a:cubicBezTo>
                  <a:pt x="0" y="17"/>
                  <a:pt x="1" y="12"/>
                  <a:pt x="4" y="7"/>
                </a:cubicBezTo>
                <a:cubicBezTo>
                  <a:pt x="8" y="4"/>
                  <a:pt x="12" y="1"/>
                  <a:pt x="17" y="0"/>
                </a:cubicBezTo>
                <a:cubicBezTo>
                  <a:pt x="17" y="5"/>
                  <a:pt x="15" y="9"/>
                  <a:pt x="12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6"/>
          <p:cNvSpPr/>
          <p:nvPr/>
        </p:nvSpPr>
        <p:spPr>
          <a:xfrm>
            <a:off x="8750520" y="5207040"/>
            <a:ext cx="4320" cy="10080"/>
          </a:xfrm>
          <a:custGeom>
            <a:rect b="b" l="l" r="r" t="t"/>
            <a:pathLst>
              <a:path extrusionOk="0" h="28" w="12">
                <a:moveTo>
                  <a:pt x="11" y="9"/>
                </a:moveTo>
                <a:cubicBezTo>
                  <a:pt x="11" y="12"/>
                  <a:pt x="11" y="13"/>
                  <a:pt x="11" y="15"/>
                </a:cubicBezTo>
                <a:cubicBezTo>
                  <a:pt x="10" y="18"/>
                  <a:pt x="9" y="20"/>
                  <a:pt x="8" y="21"/>
                </a:cubicBezTo>
                <a:cubicBezTo>
                  <a:pt x="4" y="24"/>
                  <a:pt x="3" y="25"/>
                  <a:pt x="2" y="27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17"/>
                  <a:pt x="1" y="15"/>
                  <a:pt x="1" y="13"/>
                </a:cubicBezTo>
                <a:cubicBezTo>
                  <a:pt x="2" y="8"/>
                  <a:pt x="4" y="5"/>
                  <a:pt x="10" y="0"/>
                </a:cubicBezTo>
                <a:cubicBezTo>
                  <a:pt x="11" y="2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6"/>
          <p:cNvSpPr/>
          <p:nvPr/>
        </p:nvSpPr>
        <p:spPr>
          <a:xfrm>
            <a:off x="8748360" y="5199840"/>
            <a:ext cx="3960" cy="10440"/>
          </a:xfrm>
          <a:custGeom>
            <a:rect b="b" l="l" r="r" t="t"/>
            <a:pathLst>
              <a:path extrusionOk="0" h="29" w="11">
                <a:moveTo>
                  <a:pt x="0" y="13"/>
                </a:moveTo>
                <a:cubicBezTo>
                  <a:pt x="0" y="9"/>
                  <a:pt x="2" y="4"/>
                  <a:pt x="4" y="0"/>
                </a:cubicBezTo>
                <a:cubicBezTo>
                  <a:pt x="7" y="4"/>
                  <a:pt x="10" y="8"/>
                  <a:pt x="10" y="13"/>
                </a:cubicBezTo>
                <a:cubicBezTo>
                  <a:pt x="10" y="17"/>
                  <a:pt x="10" y="18"/>
                  <a:pt x="9" y="20"/>
                </a:cubicBezTo>
                <a:cubicBezTo>
                  <a:pt x="7" y="23"/>
                  <a:pt x="4" y="26"/>
                  <a:pt x="3" y="28"/>
                </a:cubicBezTo>
                <a:cubicBezTo>
                  <a:pt x="1" y="23"/>
                  <a:pt x="0" y="18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8744400" y="5193360"/>
            <a:ext cx="4680" cy="10440"/>
          </a:xfrm>
          <a:custGeom>
            <a:rect b="b" l="l" r="r" t="t"/>
            <a:pathLst>
              <a:path extrusionOk="0" h="29" w="13">
                <a:moveTo>
                  <a:pt x="3" y="0"/>
                </a:moveTo>
                <a:cubicBezTo>
                  <a:pt x="7" y="4"/>
                  <a:pt x="9" y="8"/>
                  <a:pt x="10" y="13"/>
                </a:cubicBezTo>
                <a:cubicBezTo>
                  <a:pt x="12" y="14"/>
                  <a:pt x="12" y="18"/>
                  <a:pt x="12" y="19"/>
                </a:cubicBezTo>
                <a:lnTo>
                  <a:pt x="12" y="20"/>
                </a:lnTo>
                <a:cubicBezTo>
                  <a:pt x="10" y="23"/>
                  <a:pt x="9" y="25"/>
                  <a:pt x="8" y="28"/>
                </a:cubicBezTo>
                <a:cubicBezTo>
                  <a:pt x="4" y="25"/>
                  <a:pt x="2" y="21"/>
                  <a:pt x="0" y="17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2" y="4"/>
                  <a:pt x="3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6"/>
          <p:cNvSpPr/>
          <p:nvPr/>
        </p:nvSpPr>
        <p:spPr>
          <a:xfrm>
            <a:off x="8735760" y="5198400"/>
            <a:ext cx="9000" cy="3960"/>
          </a:xfrm>
          <a:custGeom>
            <a:rect b="b" l="l" r="r" t="t"/>
            <a:pathLst>
              <a:path extrusionOk="0" h="11" w="25">
                <a:moveTo>
                  <a:pt x="24" y="10"/>
                </a:moveTo>
                <a:cubicBezTo>
                  <a:pt x="19" y="8"/>
                  <a:pt x="14" y="8"/>
                  <a:pt x="9" y="9"/>
                </a:cubicBezTo>
                <a:cubicBezTo>
                  <a:pt x="6" y="8"/>
                  <a:pt x="2" y="5"/>
                  <a:pt x="0" y="3"/>
                </a:cubicBezTo>
                <a:cubicBezTo>
                  <a:pt x="4" y="0"/>
                  <a:pt x="11" y="0"/>
                  <a:pt x="14" y="1"/>
                </a:cubicBezTo>
                <a:cubicBezTo>
                  <a:pt x="18" y="3"/>
                  <a:pt x="21" y="4"/>
                  <a:pt x="23" y="7"/>
                </a:cubicBezTo>
                <a:cubicBezTo>
                  <a:pt x="23" y="8"/>
                  <a:pt x="24" y="9"/>
                  <a:pt x="24" y="1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6"/>
          <p:cNvSpPr/>
          <p:nvPr/>
        </p:nvSpPr>
        <p:spPr>
          <a:xfrm>
            <a:off x="8739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0"/>
                </a:moveTo>
                <a:cubicBezTo>
                  <a:pt x="4" y="2"/>
                  <a:pt x="9" y="6"/>
                  <a:pt x="11" y="11"/>
                </a:cubicBezTo>
                <a:cubicBezTo>
                  <a:pt x="12" y="12"/>
                  <a:pt x="13" y="14"/>
                  <a:pt x="13" y="17"/>
                </a:cubicBezTo>
                <a:cubicBezTo>
                  <a:pt x="13" y="19"/>
                  <a:pt x="13" y="24"/>
                  <a:pt x="13" y="26"/>
                </a:cubicBezTo>
                <a:cubicBezTo>
                  <a:pt x="9" y="24"/>
                  <a:pt x="4" y="19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6"/>
          <p:cNvSpPr/>
          <p:nvPr/>
        </p:nvSpPr>
        <p:spPr>
          <a:xfrm>
            <a:off x="8732520" y="5190480"/>
            <a:ext cx="7920" cy="6840"/>
          </a:xfrm>
          <a:custGeom>
            <a:rect b="b" l="l" r="r" t="t"/>
            <a:pathLst>
              <a:path extrusionOk="0" h="19" w="22">
                <a:moveTo>
                  <a:pt x="14" y="5"/>
                </a:moveTo>
                <a:cubicBezTo>
                  <a:pt x="14" y="6"/>
                  <a:pt x="15" y="6"/>
                  <a:pt x="15" y="6"/>
                </a:cubicBezTo>
                <a:cubicBezTo>
                  <a:pt x="17" y="9"/>
                  <a:pt x="17" y="11"/>
                  <a:pt x="18" y="13"/>
                </a:cubicBezTo>
                <a:cubicBezTo>
                  <a:pt x="19" y="15"/>
                  <a:pt x="20" y="17"/>
                  <a:pt x="21" y="18"/>
                </a:cubicBezTo>
                <a:cubicBezTo>
                  <a:pt x="17" y="18"/>
                  <a:pt x="12" y="17"/>
                  <a:pt x="9" y="14"/>
                </a:cubicBezTo>
                <a:cubicBezTo>
                  <a:pt x="6" y="11"/>
                  <a:pt x="3" y="6"/>
                  <a:pt x="0" y="0"/>
                </a:cubicBezTo>
                <a:cubicBezTo>
                  <a:pt x="6" y="0"/>
                  <a:pt x="10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6"/>
          <p:cNvSpPr/>
          <p:nvPr/>
        </p:nvSpPr>
        <p:spPr>
          <a:xfrm>
            <a:off x="8712720" y="5182560"/>
            <a:ext cx="21960" cy="72000"/>
          </a:xfrm>
          <a:custGeom>
            <a:rect b="b" l="l" r="r" t="t"/>
            <a:pathLst>
              <a:path extrusionOk="0" h="200" w="61">
                <a:moveTo>
                  <a:pt x="7" y="133"/>
                </a:moveTo>
                <a:cubicBezTo>
                  <a:pt x="9" y="133"/>
                  <a:pt x="11" y="135"/>
                  <a:pt x="11" y="138"/>
                </a:cubicBezTo>
                <a:cubicBezTo>
                  <a:pt x="11" y="139"/>
                  <a:pt x="11" y="140"/>
                  <a:pt x="11" y="140"/>
                </a:cubicBezTo>
                <a:cubicBezTo>
                  <a:pt x="10" y="141"/>
                  <a:pt x="10" y="142"/>
                  <a:pt x="12" y="142"/>
                </a:cubicBezTo>
                <a:lnTo>
                  <a:pt x="20" y="142"/>
                </a:lnTo>
                <a:lnTo>
                  <a:pt x="20" y="47"/>
                </a:lnTo>
                <a:cubicBezTo>
                  <a:pt x="20" y="36"/>
                  <a:pt x="21" y="20"/>
                  <a:pt x="29" y="5"/>
                </a:cubicBezTo>
                <a:lnTo>
                  <a:pt x="30" y="0"/>
                </a:lnTo>
                <a:lnTo>
                  <a:pt x="32" y="5"/>
                </a:lnTo>
                <a:cubicBezTo>
                  <a:pt x="39" y="20"/>
                  <a:pt x="40" y="36"/>
                  <a:pt x="40" y="47"/>
                </a:cubicBezTo>
                <a:lnTo>
                  <a:pt x="40" y="142"/>
                </a:lnTo>
                <a:lnTo>
                  <a:pt x="46" y="142"/>
                </a:lnTo>
                <a:cubicBezTo>
                  <a:pt x="49" y="142"/>
                  <a:pt x="49" y="141"/>
                  <a:pt x="47" y="140"/>
                </a:cubicBezTo>
                <a:cubicBezTo>
                  <a:pt x="47" y="140"/>
                  <a:pt x="47" y="139"/>
                  <a:pt x="47" y="138"/>
                </a:cubicBezTo>
                <a:cubicBezTo>
                  <a:pt x="47" y="135"/>
                  <a:pt x="50" y="133"/>
                  <a:pt x="53" y="133"/>
                </a:cubicBezTo>
                <a:cubicBezTo>
                  <a:pt x="55" y="133"/>
                  <a:pt x="57" y="135"/>
                  <a:pt x="57" y="138"/>
                </a:cubicBezTo>
                <a:cubicBezTo>
                  <a:pt x="57" y="142"/>
                  <a:pt x="55" y="146"/>
                  <a:pt x="49" y="146"/>
                </a:cubicBezTo>
                <a:lnTo>
                  <a:pt x="36" y="146"/>
                </a:lnTo>
                <a:cubicBezTo>
                  <a:pt x="39" y="151"/>
                  <a:pt x="40" y="156"/>
                  <a:pt x="40" y="164"/>
                </a:cubicBezTo>
                <a:cubicBezTo>
                  <a:pt x="40" y="174"/>
                  <a:pt x="37" y="181"/>
                  <a:pt x="36" y="186"/>
                </a:cubicBezTo>
                <a:cubicBezTo>
                  <a:pt x="44" y="185"/>
                  <a:pt x="51" y="183"/>
                  <a:pt x="57" y="179"/>
                </a:cubicBezTo>
                <a:lnTo>
                  <a:pt x="60" y="183"/>
                </a:lnTo>
                <a:lnTo>
                  <a:pt x="58" y="183"/>
                </a:lnTo>
                <a:cubicBezTo>
                  <a:pt x="53" y="186"/>
                  <a:pt x="47" y="187"/>
                  <a:pt x="41" y="190"/>
                </a:cubicBezTo>
                <a:cubicBezTo>
                  <a:pt x="41" y="190"/>
                  <a:pt x="36" y="190"/>
                  <a:pt x="33" y="191"/>
                </a:cubicBezTo>
                <a:cubicBezTo>
                  <a:pt x="34" y="192"/>
                  <a:pt x="34" y="193"/>
                  <a:pt x="34" y="194"/>
                </a:cubicBezTo>
                <a:cubicBezTo>
                  <a:pt x="34" y="197"/>
                  <a:pt x="32" y="199"/>
                  <a:pt x="30" y="199"/>
                </a:cubicBezTo>
                <a:cubicBezTo>
                  <a:pt x="28" y="199"/>
                  <a:pt x="25" y="197"/>
                  <a:pt x="25" y="194"/>
                </a:cubicBezTo>
                <a:cubicBezTo>
                  <a:pt x="25" y="193"/>
                  <a:pt x="25" y="192"/>
                  <a:pt x="26" y="191"/>
                </a:cubicBezTo>
                <a:cubicBezTo>
                  <a:pt x="23" y="190"/>
                  <a:pt x="18" y="190"/>
                  <a:pt x="18" y="190"/>
                </a:cubicBezTo>
                <a:cubicBezTo>
                  <a:pt x="11" y="187"/>
                  <a:pt x="6" y="186"/>
                  <a:pt x="0" y="183"/>
                </a:cubicBezTo>
                <a:lnTo>
                  <a:pt x="1" y="179"/>
                </a:lnTo>
                <a:lnTo>
                  <a:pt x="2" y="179"/>
                </a:lnTo>
                <a:cubicBezTo>
                  <a:pt x="8" y="183"/>
                  <a:pt x="14" y="185"/>
                  <a:pt x="24" y="186"/>
                </a:cubicBezTo>
                <a:cubicBezTo>
                  <a:pt x="22" y="181"/>
                  <a:pt x="20" y="174"/>
                  <a:pt x="20" y="164"/>
                </a:cubicBezTo>
                <a:cubicBezTo>
                  <a:pt x="20" y="156"/>
                  <a:pt x="21" y="151"/>
                  <a:pt x="23" y="146"/>
                </a:cubicBezTo>
                <a:lnTo>
                  <a:pt x="10" y="146"/>
                </a:lnTo>
                <a:cubicBezTo>
                  <a:pt x="4" y="146"/>
                  <a:pt x="1" y="142"/>
                  <a:pt x="1" y="138"/>
                </a:cubicBezTo>
                <a:cubicBezTo>
                  <a:pt x="1" y="135"/>
                  <a:pt x="3" y="133"/>
                  <a:pt x="7" y="13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6"/>
          <p:cNvSpPr/>
          <p:nvPr/>
        </p:nvSpPr>
        <p:spPr>
          <a:xfrm>
            <a:off x="8705160" y="5233680"/>
            <a:ext cx="4320" cy="9720"/>
          </a:xfrm>
          <a:custGeom>
            <a:rect b="b" l="l" r="r" t="t"/>
            <a:pathLst>
              <a:path extrusionOk="0" h="27" w="12">
                <a:moveTo>
                  <a:pt x="11" y="25"/>
                </a:moveTo>
                <a:lnTo>
                  <a:pt x="11" y="26"/>
                </a:lnTo>
                <a:cubicBezTo>
                  <a:pt x="10" y="25"/>
                  <a:pt x="9" y="25"/>
                  <a:pt x="8" y="25"/>
                </a:cubicBezTo>
                <a:cubicBezTo>
                  <a:pt x="6" y="21"/>
                  <a:pt x="2" y="19"/>
                  <a:pt x="1" y="14"/>
                </a:cubicBezTo>
                <a:cubicBezTo>
                  <a:pt x="1" y="12"/>
                  <a:pt x="0" y="9"/>
                  <a:pt x="0" y="7"/>
                </a:cubicBezTo>
                <a:cubicBezTo>
                  <a:pt x="0" y="5"/>
                  <a:pt x="1" y="4"/>
                  <a:pt x="2" y="0"/>
                </a:cubicBezTo>
                <a:cubicBezTo>
                  <a:pt x="6" y="4"/>
                  <a:pt x="8" y="6"/>
                  <a:pt x="9" y="8"/>
                </a:cubicBezTo>
                <a:cubicBezTo>
                  <a:pt x="8" y="14"/>
                  <a:pt x="9" y="20"/>
                  <a:pt x="11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6"/>
          <p:cNvSpPr/>
          <p:nvPr/>
        </p:nvSpPr>
        <p:spPr>
          <a:xfrm>
            <a:off x="8698680" y="5202360"/>
            <a:ext cx="8280" cy="5400"/>
          </a:xfrm>
          <a:custGeom>
            <a:rect b="b" l="l" r="r" t="t"/>
            <a:pathLst>
              <a:path extrusionOk="0" h="15" w="23">
                <a:moveTo>
                  <a:pt x="17" y="11"/>
                </a:moveTo>
                <a:cubicBezTo>
                  <a:pt x="10" y="11"/>
                  <a:pt x="6" y="12"/>
                  <a:pt x="1" y="14"/>
                </a:cubicBezTo>
                <a:lnTo>
                  <a:pt x="0" y="14"/>
                </a:lnTo>
                <a:cubicBezTo>
                  <a:pt x="1" y="13"/>
                  <a:pt x="1" y="12"/>
                  <a:pt x="1" y="11"/>
                </a:cubicBezTo>
                <a:cubicBezTo>
                  <a:pt x="3" y="8"/>
                  <a:pt x="6" y="6"/>
                  <a:pt x="8" y="4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5"/>
                  <a:pt x="19" y="7"/>
                  <a:pt x="17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6"/>
          <p:cNvSpPr/>
          <p:nvPr/>
        </p:nvSpPr>
        <p:spPr>
          <a:xfrm>
            <a:off x="8701560" y="5229000"/>
            <a:ext cx="4320" cy="10080"/>
          </a:xfrm>
          <a:custGeom>
            <a:rect b="b" l="l" r="r" t="t"/>
            <a:pathLst>
              <a:path extrusionOk="0" h="28" w="12">
                <a:moveTo>
                  <a:pt x="8" y="26"/>
                </a:moveTo>
                <a:lnTo>
                  <a:pt x="8" y="27"/>
                </a:lnTo>
                <a:cubicBezTo>
                  <a:pt x="7" y="26"/>
                  <a:pt x="6" y="24"/>
                  <a:pt x="4" y="24"/>
                </a:cubicBezTo>
                <a:cubicBezTo>
                  <a:pt x="3" y="20"/>
                  <a:pt x="2" y="18"/>
                  <a:pt x="0" y="14"/>
                </a:cubicBezTo>
                <a:cubicBezTo>
                  <a:pt x="0" y="13"/>
                  <a:pt x="0" y="13"/>
                  <a:pt x="0" y="12"/>
                </a:cubicBezTo>
                <a:cubicBezTo>
                  <a:pt x="0" y="8"/>
                  <a:pt x="3" y="5"/>
                  <a:pt x="4" y="0"/>
                </a:cubicBezTo>
                <a:cubicBezTo>
                  <a:pt x="7" y="4"/>
                  <a:pt x="9" y="6"/>
                  <a:pt x="11" y="9"/>
                </a:cubicBezTo>
                <a:cubicBezTo>
                  <a:pt x="8" y="14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8698680" y="5223600"/>
            <a:ext cx="4320" cy="9720"/>
          </a:xfrm>
          <a:custGeom>
            <a:rect b="b" l="l" r="r" t="t"/>
            <a:pathLst>
              <a:path extrusionOk="0" h="27" w="12">
                <a:moveTo>
                  <a:pt x="0" y="12"/>
                </a:moveTo>
                <a:cubicBezTo>
                  <a:pt x="2" y="7"/>
                  <a:pt x="4" y="4"/>
                  <a:pt x="8" y="0"/>
                </a:cubicBezTo>
                <a:cubicBezTo>
                  <a:pt x="9" y="4"/>
                  <a:pt x="11" y="6"/>
                  <a:pt x="11" y="9"/>
                </a:cubicBezTo>
                <a:cubicBezTo>
                  <a:pt x="8" y="15"/>
                  <a:pt x="6" y="20"/>
                  <a:pt x="6" y="25"/>
                </a:cubicBezTo>
                <a:cubicBezTo>
                  <a:pt x="6" y="26"/>
                  <a:pt x="6" y="26"/>
                  <a:pt x="4" y="26"/>
                </a:cubicBezTo>
                <a:cubicBezTo>
                  <a:pt x="4" y="25"/>
                  <a:pt x="3" y="24"/>
                  <a:pt x="2" y="24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15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6"/>
          <p:cNvSpPr/>
          <p:nvPr/>
        </p:nvSpPr>
        <p:spPr>
          <a:xfrm>
            <a:off x="8697240" y="521820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1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8"/>
                  <a:pt x="0" y="14"/>
                  <a:pt x="1" y="9"/>
                </a:cubicBezTo>
                <a:cubicBezTo>
                  <a:pt x="2" y="6"/>
                  <a:pt x="7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9"/>
                </a:cubicBezTo>
                <a:cubicBezTo>
                  <a:pt x="8" y="14"/>
                  <a:pt x="3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"/>
          <p:cNvSpPr/>
          <p:nvPr/>
        </p:nvSpPr>
        <p:spPr>
          <a:xfrm>
            <a:off x="8697240" y="520704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8" y="2"/>
                  <a:pt x="12" y="1"/>
                  <a:pt x="19" y="0"/>
                </a:cubicBezTo>
                <a:cubicBezTo>
                  <a:pt x="18" y="4"/>
                  <a:pt x="15" y="8"/>
                  <a:pt x="14" y="11"/>
                </a:cubicBezTo>
                <a:cubicBezTo>
                  <a:pt x="8" y="12"/>
                  <a:pt x="3" y="15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2" y="9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6"/>
          <p:cNvSpPr/>
          <p:nvPr/>
        </p:nvSpPr>
        <p:spPr>
          <a:xfrm>
            <a:off x="869652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3"/>
                  <a:pt x="3" y="18"/>
                  <a:pt x="1" y="23"/>
                </a:cubicBezTo>
                <a:cubicBezTo>
                  <a:pt x="0" y="21"/>
                  <a:pt x="0" y="19"/>
                  <a:pt x="0" y="19"/>
                </a:cubicBezTo>
                <a:cubicBezTo>
                  <a:pt x="0" y="15"/>
                  <a:pt x="1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8691120" y="522288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3" y="20"/>
                  <a:pt x="11" y="19"/>
                </a:cubicBezTo>
                <a:cubicBezTo>
                  <a:pt x="10" y="18"/>
                  <a:pt x="7" y="17"/>
                  <a:pt x="6" y="15"/>
                </a:cubicBezTo>
                <a:cubicBezTo>
                  <a:pt x="2" y="9"/>
                  <a:pt x="0" y="5"/>
                  <a:pt x="0" y="0"/>
                </a:cubicBezTo>
                <a:cubicBezTo>
                  <a:pt x="4" y="1"/>
                  <a:pt x="10" y="4"/>
                  <a:pt x="13" y="7"/>
                </a:cubicBezTo>
                <a:cubicBezTo>
                  <a:pt x="15" y="12"/>
                  <a:pt x="17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6"/>
          <p:cNvSpPr/>
          <p:nvPr/>
        </p:nvSpPr>
        <p:spPr>
          <a:xfrm>
            <a:off x="8692920" y="5230440"/>
            <a:ext cx="8280" cy="6480"/>
          </a:xfrm>
          <a:custGeom>
            <a:rect b="b" l="l" r="r" t="t"/>
            <a:pathLst>
              <a:path extrusionOk="0" h="18" w="23">
                <a:moveTo>
                  <a:pt x="14" y="6"/>
                </a:moveTo>
                <a:cubicBezTo>
                  <a:pt x="18" y="8"/>
                  <a:pt x="20" y="13"/>
                  <a:pt x="22" y="17"/>
                </a:cubicBezTo>
                <a:cubicBezTo>
                  <a:pt x="20" y="17"/>
                  <a:pt x="18" y="17"/>
                  <a:pt x="15" y="17"/>
                </a:cubicBezTo>
                <a:cubicBezTo>
                  <a:pt x="13" y="15"/>
                  <a:pt x="10" y="15"/>
                  <a:pt x="9" y="13"/>
                </a:cubicBezTo>
                <a:cubicBezTo>
                  <a:pt x="4" y="11"/>
                  <a:pt x="2" y="6"/>
                  <a:pt x="0" y="0"/>
                </a:cubicBezTo>
                <a:cubicBezTo>
                  <a:pt x="6" y="0"/>
                  <a:pt x="10" y="1"/>
                  <a:pt x="14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"/>
          <p:cNvSpPr/>
          <p:nvPr/>
        </p:nvSpPr>
        <p:spPr>
          <a:xfrm>
            <a:off x="8696520" y="5237640"/>
            <a:ext cx="9000" cy="5400"/>
          </a:xfrm>
          <a:custGeom>
            <a:rect b="b" l="l" r="r" t="t"/>
            <a:pathLst>
              <a:path extrusionOk="0" h="15" w="25">
                <a:moveTo>
                  <a:pt x="13" y="2"/>
                </a:moveTo>
                <a:cubicBezTo>
                  <a:pt x="18" y="3"/>
                  <a:pt x="21" y="7"/>
                  <a:pt x="24" y="13"/>
                </a:cubicBezTo>
                <a:cubicBezTo>
                  <a:pt x="21" y="13"/>
                  <a:pt x="19" y="13"/>
                  <a:pt x="17" y="14"/>
                </a:cubicBezTo>
                <a:cubicBezTo>
                  <a:pt x="14" y="13"/>
                  <a:pt x="12" y="13"/>
                  <a:pt x="10" y="11"/>
                </a:cubicBezTo>
                <a:cubicBezTo>
                  <a:pt x="6" y="10"/>
                  <a:pt x="2" y="6"/>
                  <a:pt x="0" y="1"/>
                </a:cubicBezTo>
                <a:cubicBezTo>
                  <a:pt x="4" y="0"/>
                  <a:pt x="9" y="0"/>
                  <a:pt x="13" y="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"/>
          <p:cNvSpPr/>
          <p:nvPr/>
        </p:nvSpPr>
        <p:spPr>
          <a:xfrm>
            <a:off x="8701200" y="5243040"/>
            <a:ext cx="10440" cy="4680"/>
          </a:xfrm>
          <a:custGeom>
            <a:rect b="b" l="l" r="r" t="t"/>
            <a:pathLst>
              <a:path extrusionOk="0" h="13" w="29">
                <a:moveTo>
                  <a:pt x="14" y="0"/>
                </a:moveTo>
                <a:cubicBezTo>
                  <a:pt x="20" y="1"/>
                  <a:pt x="23" y="4"/>
                  <a:pt x="28" y="8"/>
                </a:cubicBezTo>
                <a:cubicBezTo>
                  <a:pt x="23" y="11"/>
                  <a:pt x="19" y="12"/>
                  <a:pt x="14" y="11"/>
                </a:cubicBezTo>
                <a:cubicBezTo>
                  <a:pt x="9" y="11"/>
                  <a:pt x="4" y="6"/>
                  <a:pt x="0" y="2"/>
                </a:cubicBezTo>
                <a:cubicBezTo>
                  <a:pt x="7" y="1"/>
                  <a:pt x="11" y="0"/>
                  <a:pt x="14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8709120" y="5237640"/>
            <a:ext cx="5760" cy="9360"/>
          </a:xfrm>
          <a:custGeom>
            <a:rect b="b" l="l" r="r" t="t"/>
            <a:pathLst>
              <a:path extrusionOk="0" h="26" w="16">
                <a:moveTo>
                  <a:pt x="3" y="14"/>
                </a:moveTo>
                <a:cubicBezTo>
                  <a:pt x="2" y="11"/>
                  <a:pt x="0" y="7"/>
                  <a:pt x="0" y="2"/>
                </a:cubicBezTo>
                <a:cubicBezTo>
                  <a:pt x="0" y="0"/>
                  <a:pt x="1" y="0"/>
                  <a:pt x="1" y="0"/>
                </a:cubicBezTo>
                <a:cubicBezTo>
                  <a:pt x="6" y="2"/>
                  <a:pt x="9" y="6"/>
                  <a:pt x="12" y="9"/>
                </a:cubicBezTo>
                <a:cubicBezTo>
                  <a:pt x="14" y="13"/>
                  <a:pt x="15" y="18"/>
                  <a:pt x="15" y="23"/>
                </a:cubicBezTo>
                <a:lnTo>
                  <a:pt x="15" y="25"/>
                </a:lnTo>
                <a:cubicBezTo>
                  <a:pt x="11" y="21"/>
                  <a:pt x="6" y="19"/>
                  <a:pt x="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6"/>
          <p:cNvSpPr/>
          <p:nvPr/>
        </p:nvSpPr>
        <p:spPr>
          <a:xfrm>
            <a:off x="8706600" y="5190480"/>
            <a:ext cx="7920" cy="6840"/>
          </a:xfrm>
          <a:custGeom>
            <a:rect b="b" l="l" r="r" t="t"/>
            <a:pathLst>
              <a:path extrusionOk="0" h="19" w="22">
                <a:moveTo>
                  <a:pt x="3" y="13"/>
                </a:moveTo>
                <a:cubicBezTo>
                  <a:pt x="3" y="11"/>
                  <a:pt x="4" y="9"/>
                  <a:pt x="4" y="6"/>
                </a:cubicBezTo>
                <a:cubicBezTo>
                  <a:pt x="6" y="6"/>
                  <a:pt x="6" y="6"/>
                  <a:pt x="6" y="5"/>
                </a:cubicBezTo>
                <a:cubicBezTo>
                  <a:pt x="10" y="2"/>
                  <a:pt x="14" y="0"/>
                  <a:pt x="21" y="0"/>
                </a:cubicBezTo>
                <a:cubicBezTo>
                  <a:pt x="19" y="6"/>
                  <a:pt x="15" y="11"/>
                  <a:pt x="11" y="14"/>
                </a:cubicBezTo>
                <a:cubicBezTo>
                  <a:pt x="8" y="17"/>
                  <a:pt x="4" y="18"/>
                  <a:pt x="0" y="18"/>
                </a:cubicBezTo>
                <a:cubicBezTo>
                  <a:pt x="1" y="17"/>
                  <a:pt x="2" y="15"/>
                  <a:pt x="2" y="13"/>
                </a:cubicBezTo>
                <a:lnTo>
                  <a:pt x="3" y="1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"/>
          <p:cNvSpPr/>
          <p:nvPr/>
        </p:nvSpPr>
        <p:spPr>
          <a:xfrm>
            <a:off x="8703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11"/>
                </a:moveTo>
                <a:cubicBezTo>
                  <a:pt x="3" y="6"/>
                  <a:pt x="8" y="2"/>
                  <a:pt x="12" y="0"/>
                </a:cubicBezTo>
                <a:cubicBezTo>
                  <a:pt x="12" y="1"/>
                  <a:pt x="13" y="2"/>
                  <a:pt x="13" y="4"/>
                </a:cubicBezTo>
                <a:cubicBezTo>
                  <a:pt x="13" y="7"/>
                  <a:pt x="12" y="11"/>
                  <a:pt x="10" y="14"/>
                </a:cubicBezTo>
                <a:cubicBezTo>
                  <a:pt x="9" y="19"/>
                  <a:pt x="6" y="24"/>
                  <a:pt x="0" y="26"/>
                </a:cubicBezTo>
                <a:cubicBezTo>
                  <a:pt x="0" y="24"/>
                  <a:pt x="0" y="19"/>
                  <a:pt x="0" y="17"/>
                </a:cubicBezTo>
                <a:cubicBezTo>
                  <a:pt x="0" y="14"/>
                  <a:pt x="1" y="12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6"/>
          <p:cNvSpPr/>
          <p:nvPr/>
        </p:nvSpPr>
        <p:spPr>
          <a:xfrm>
            <a:off x="8702280" y="5198400"/>
            <a:ext cx="8640" cy="3960"/>
          </a:xfrm>
          <a:custGeom>
            <a:rect b="b" l="l" r="r" t="t"/>
            <a:pathLst>
              <a:path extrusionOk="0" h="11" w="24">
                <a:moveTo>
                  <a:pt x="2" y="7"/>
                </a:moveTo>
                <a:cubicBezTo>
                  <a:pt x="4" y="4"/>
                  <a:pt x="8" y="3"/>
                  <a:pt x="10" y="1"/>
                </a:cubicBezTo>
                <a:cubicBezTo>
                  <a:pt x="14" y="0"/>
                  <a:pt x="19" y="0"/>
                  <a:pt x="23" y="3"/>
                </a:cubicBezTo>
                <a:cubicBezTo>
                  <a:pt x="21" y="5"/>
                  <a:pt x="19" y="8"/>
                  <a:pt x="15" y="9"/>
                </a:cubicBezTo>
                <a:cubicBezTo>
                  <a:pt x="11" y="8"/>
                  <a:pt x="6" y="8"/>
                  <a:pt x="0" y="10"/>
                </a:cubicBezTo>
                <a:cubicBezTo>
                  <a:pt x="0" y="9"/>
                  <a:pt x="0" y="8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8698320" y="5193360"/>
            <a:ext cx="4320" cy="10440"/>
          </a:xfrm>
          <a:custGeom>
            <a:rect b="b" l="l" r="r" t="t"/>
            <a:pathLst>
              <a:path extrusionOk="0" h="29" w="12">
                <a:moveTo>
                  <a:pt x="0" y="13"/>
                </a:moveTo>
                <a:cubicBezTo>
                  <a:pt x="2" y="8"/>
                  <a:pt x="4" y="4"/>
                  <a:pt x="9" y="0"/>
                </a:cubicBezTo>
                <a:cubicBezTo>
                  <a:pt x="10" y="4"/>
                  <a:pt x="11" y="7"/>
                  <a:pt x="11" y="9"/>
                </a:cubicBezTo>
                <a:cubicBezTo>
                  <a:pt x="11" y="12"/>
                  <a:pt x="10" y="13"/>
                  <a:pt x="10" y="17"/>
                </a:cubicBezTo>
                <a:cubicBezTo>
                  <a:pt x="9" y="21"/>
                  <a:pt x="7" y="25"/>
                  <a:pt x="3" y="28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8"/>
                  <a:pt x="0" y="14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6"/>
          <p:cNvSpPr/>
          <p:nvPr/>
        </p:nvSpPr>
        <p:spPr>
          <a:xfrm>
            <a:off x="8694720" y="5199840"/>
            <a:ext cx="3600" cy="10440"/>
          </a:xfrm>
          <a:custGeom>
            <a:rect b="b" l="l" r="r" t="t"/>
            <a:pathLst>
              <a:path extrusionOk="0" h="29" w="10">
                <a:moveTo>
                  <a:pt x="0" y="13"/>
                </a:moveTo>
                <a:cubicBezTo>
                  <a:pt x="0" y="8"/>
                  <a:pt x="1" y="4"/>
                  <a:pt x="3" y="0"/>
                </a:cubicBezTo>
                <a:cubicBezTo>
                  <a:pt x="8" y="4"/>
                  <a:pt x="9" y="8"/>
                  <a:pt x="9" y="13"/>
                </a:cubicBezTo>
                <a:cubicBezTo>
                  <a:pt x="9" y="18"/>
                  <a:pt x="8" y="23"/>
                  <a:pt x="6" y="28"/>
                </a:cubicBezTo>
                <a:cubicBezTo>
                  <a:pt x="3" y="26"/>
                  <a:pt x="2" y="23"/>
                  <a:pt x="1" y="20"/>
                </a:cubicBezTo>
                <a:cubicBezTo>
                  <a:pt x="0" y="18"/>
                  <a:pt x="0" y="17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6"/>
          <p:cNvSpPr/>
          <p:nvPr/>
        </p:nvSpPr>
        <p:spPr>
          <a:xfrm>
            <a:off x="8692200" y="5207040"/>
            <a:ext cx="4680" cy="10080"/>
          </a:xfrm>
          <a:custGeom>
            <a:rect b="b" l="l" r="r" t="t"/>
            <a:pathLst>
              <a:path extrusionOk="0" h="28" w="13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2" y="17"/>
                  <a:pt x="12" y="19"/>
                </a:cubicBezTo>
                <a:cubicBezTo>
                  <a:pt x="12" y="21"/>
                  <a:pt x="11" y="24"/>
                  <a:pt x="10" y="27"/>
                </a:cubicBezTo>
                <a:cubicBezTo>
                  <a:pt x="8" y="25"/>
                  <a:pt x="6" y="23"/>
                  <a:pt x="3" y="21"/>
                </a:cubicBezTo>
                <a:cubicBezTo>
                  <a:pt x="2" y="20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"/>
          <p:cNvSpPr/>
          <p:nvPr/>
        </p:nvSpPr>
        <p:spPr>
          <a:xfrm>
            <a:off x="8690760" y="521460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10" y="6"/>
                  <a:pt x="12" y="11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5"/>
                  <a:pt x="14" y="25"/>
                </a:cubicBezTo>
                <a:cubicBezTo>
                  <a:pt x="12" y="24"/>
                  <a:pt x="10" y="23"/>
                  <a:pt x="7" y="20"/>
                </a:cubicBezTo>
                <a:cubicBezTo>
                  <a:pt x="6" y="19"/>
                  <a:pt x="3" y="17"/>
                  <a:pt x="3" y="14"/>
                </a:cubicBezTo>
                <a:cubicBezTo>
                  <a:pt x="1" y="12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6"/>
          <p:cNvSpPr/>
          <p:nvPr/>
        </p:nvSpPr>
        <p:spPr>
          <a:xfrm>
            <a:off x="8722800" y="5187600"/>
            <a:ext cx="3240" cy="45000"/>
          </a:xfrm>
          <a:custGeom>
            <a:rect b="b" l="l" r="r" t="t"/>
            <a:pathLst>
              <a:path extrusionOk="0" h="125" w="9">
                <a:moveTo>
                  <a:pt x="8" y="34"/>
                </a:moveTo>
                <a:cubicBezTo>
                  <a:pt x="8" y="24"/>
                  <a:pt x="6" y="12"/>
                  <a:pt x="0" y="0"/>
                </a:cubicBezTo>
                <a:lnTo>
                  <a:pt x="0" y="124"/>
                </a:lnTo>
                <a:lnTo>
                  <a:pt x="8" y="124"/>
                </a:lnTo>
                <a:lnTo>
                  <a:pt x="8" y="3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6"/>
          <p:cNvSpPr/>
          <p:nvPr/>
        </p:nvSpPr>
        <p:spPr>
          <a:xfrm>
            <a:off x="863064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44" y="136"/>
                </a:moveTo>
                <a:cubicBezTo>
                  <a:pt x="54" y="139"/>
                  <a:pt x="64" y="141"/>
                  <a:pt x="74" y="141"/>
                </a:cubicBezTo>
                <a:cubicBezTo>
                  <a:pt x="74" y="135"/>
                  <a:pt x="74" y="31"/>
                  <a:pt x="74" y="12"/>
                </a:cubicBezTo>
                <a:cubicBezTo>
                  <a:pt x="74" y="11"/>
                  <a:pt x="74" y="10"/>
                  <a:pt x="74" y="10"/>
                </a:cubicBezTo>
                <a:cubicBezTo>
                  <a:pt x="63" y="10"/>
                  <a:pt x="53" y="7"/>
                  <a:pt x="43" y="5"/>
                </a:cubicBezTo>
                <a:cubicBezTo>
                  <a:pt x="34" y="3"/>
                  <a:pt x="26" y="0"/>
                  <a:pt x="19" y="1"/>
                </a:cubicBezTo>
                <a:cubicBezTo>
                  <a:pt x="9" y="1"/>
                  <a:pt x="4" y="4"/>
                  <a:pt x="0" y="7"/>
                </a:cubicBezTo>
                <a:lnTo>
                  <a:pt x="0" y="138"/>
                </a:lnTo>
                <a:cubicBezTo>
                  <a:pt x="6" y="134"/>
                  <a:pt x="12" y="133"/>
                  <a:pt x="19" y="132"/>
                </a:cubicBezTo>
                <a:cubicBezTo>
                  <a:pt x="28" y="132"/>
                  <a:pt x="35" y="134"/>
                  <a:pt x="44" y="13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6"/>
          <p:cNvSpPr/>
          <p:nvPr/>
        </p:nvSpPr>
        <p:spPr>
          <a:xfrm>
            <a:off x="860220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55" y="132"/>
                </a:moveTo>
                <a:cubicBezTo>
                  <a:pt x="63" y="133"/>
                  <a:pt x="69" y="134"/>
                  <a:pt x="74" y="138"/>
                </a:cubicBezTo>
                <a:lnTo>
                  <a:pt x="74" y="7"/>
                </a:lnTo>
                <a:cubicBezTo>
                  <a:pt x="71" y="4"/>
                  <a:pt x="65" y="1"/>
                  <a:pt x="55" y="1"/>
                </a:cubicBezTo>
                <a:cubicBezTo>
                  <a:pt x="47" y="0"/>
                  <a:pt x="40" y="3"/>
                  <a:pt x="31" y="5"/>
                </a:cubicBezTo>
                <a:cubicBezTo>
                  <a:pt x="21" y="7"/>
                  <a:pt x="12" y="10"/>
                  <a:pt x="0" y="10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31"/>
                  <a:pt x="0" y="135"/>
                  <a:pt x="0" y="141"/>
                </a:cubicBezTo>
                <a:cubicBezTo>
                  <a:pt x="11" y="141"/>
                  <a:pt x="21" y="139"/>
                  <a:pt x="30" y="136"/>
                </a:cubicBezTo>
                <a:cubicBezTo>
                  <a:pt x="39" y="134"/>
                  <a:pt x="47" y="132"/>
                  <a:pt x="55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8595720" y="5192280"/>
            <a:ext cx="68760" cy="56520"/>
          </a:xfrm>
          <a:custGeom>
            <a:rect b="b" l="l" r="r" t="t"/>
            <a:pathLst>
              <a:path extrusionOk="0" h="157" w="191">
                <a:moveTo>
                  <a:pt x="186" y="0"/>
                </a:moveTo>
                <a:lnTo>
                  <a:pt x="179" y="0"/>
                </a:lnTo>
                <a:lnTo>
                  <a:pt x="180" y="4"/>
                </a:lnTo>
                <a:lnTo>
                  <a:pt x="180" y="139"/>
                </a:lnTo>
                <a:cubicBezTo>
                  <a:pt x="174" y="139"/>
                  <a:pt x="106" y="139"/>
                  <a:pt x="103" y="139"/>
                </a:cubicBezTo>
                <a:cubicBezTo>
                  <a:pt x="100" y="141"/>
                  <a:pt x="99" y="142"/>
                  <a:pt x="96" y="142"/>
                </a:cubicBezTo>
                <a:cubicBezTo>
                  <a:pt x="93" y="142"/>
                  <a:pt x="90" y="141"/>
                  <a:pt x="89" y="139"/>
                </a:cubicBezTo>
                <a:cubicBezTo>
                  <a:pt x="86" y="139"/>
                  <a:pt x="23" y="139"/>
                  <a:pt x="10" y="139"/>
                </a:cubicBezTo>
                <a:lnTo>
                  <a:pt x="10" y="4"/>
                </a:lnTo>
                <a:lnTo>
                  <a:pt x="11" y="0"/>
                </a:lnTo>
                <a:lnTo>
                  <a:pt x="0" y="0"/>
                </a:lnTo>
                <a:lnTo>
                  <a:pt x="0" y="149"/>
                </a:lnTo>
                <a:cubicBezTo>
                  <a:pt x="0" y="149"/>
                  <a:pt x="83" y="149"/>
                  <a:pt x="85" y="149"/>
                </a:cubicBezTo>
                <a:cubicBezTo>
                  <a:pt x="87" y="153"/>
                  <a:pt x="90" y="156"/>
                  <a:pt x="96" y="156"/>
                </a:cubicBezTo>
                <a:cubicBezTo>
                  <a:pt x="100" y="156"/>
                  <a:pt x="105" y="153"/>
                  <a:pt x="106" y="149"/>
                </a:cubicBezTo>
                <a:cubicBezTo>
                  <a:pt x="109" y="149"/>
                  <a:pt x="190" y="149"/>
                  <a:pt x="190" y="149"/>
                </a:cubicBezTo>
                <a:lnTo>
                  <a:pt x="190" y="0"/>
                </a:lnTo>
                <a:lnTo>
                  <a:pt x="18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6"/>
          <p:cNvSpPr/>
          <p:nvPr/>
        </p:nvSpPr>
        <p:spPr>
          <a:xfrm>
            <a:off x="8633160" y="51994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6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6"/>
          <p:cNvSpPr/>
          <p:nvPr/>
        </p:nvSpPr>
        <p:spPr>
          <a:xfrm>
            <a:off x="8633160" y="5226840"/>
            <a:ext cx="21960" cy="5760"/>
          </a:xfrm>
          <a:custGeom>
            <a:rect b="b" l="l" r="r" t="t"/>
            <a:pathLst>
              <a:path extrusionOk="0" h="16" w="61">
                <a:moveTo>
                  <a:pt x="12" y="0"/>
                </a:moveTo>
                <a:cubicBezTo>
                  <a:pt x="7" y="0"/>
                  <a:pt x="3" y="0"/>
                  <a:pt x="0" y="1"/>
                </a:cubicBezTo>
                <a:lnTo>
                  <a:pt x="0" y="9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7"/>
                  <a:pt x="36" y="12"/>
                </a:cubicBezTo>
                <a:cubicBezTo>
                  <a:pt x="44" y="13"/>
                  <a:pt x="52" y="15"/>
                  <a:pt x="60" y="15"/>
                </a:cubicBezTo>
                <a:lnTo>
                  <a:pt x="60" y="9"/>
                </a:lnTo>
                <a:cubicBezTo>
                  <a:pt x="52" y="9"/>
                  <a:pt x="44" y="6"/>
                  <a:pt x="37" y="4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8633160" y="52210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1"/>
                </a:cubicBezTo>
                <a:lnTo>
                  <a:pt x="0" y="8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9"/>
                  <a:pt x="36" y="12"/>
                </a:cubicBezTo>
                <a:cubicBezTo>
                  <a:pt x="44" y="13"/>
                  <a:pt x="52" y="15"/>
                  <a:pt x="60" y="17"/>
                </a:cubicBezTo>
                <a:lnTo>
                  <a:pt x="60" y="8"/>
                </a:lnTo>
                <a:cubicBezTo>
                  <a:pt x="52" y="8"/>
                  <a:pt x="44" y="6"/>
                  <a:pt x="37" y="5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6"/>
          <p:cNvSpPr/>
          <p:nvPr/>
        </p:nvSpPr>
        <p:spPr>
          <a:xfrm>
            <a:off x="8633160" y="5204520"/>
            <a:ext cx="21960" cy="6480"/>
          </a:xfrm>
          <a:custGeom>
            <a:rect b="b" l="l" r="r" t="t"/>
            <a:pathLst>
              <a:path extrusionOk="0" h="18" w="61">
                <a:moveTo>
                  <a:pt x="12" y="1"/>
                </a:moveTo>
                <a:cubicBezTo>
                  <a:pt x="7" y="1"/>
                  <a:pt x="3" y="1"/>
                  <a:pt x="0" y="3"/>
                </a:cubicBezTo>
                <a:lnTo>
                  <a:pt x="0" y="10"/>
                </a:lnTo>
                <a:cubicBezTo>
                  <a:pt x="3" y="8"/>
                  <a:pt x="7" y="7"/>
                  <a:pt x="12" y="7"/>
                </a:cubicBezTo>
                <a:cubicBezTo>
                  <a:pt x="20" y="7"/>
                  <a:pt x="28" y="10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10"/>
                </a:lnTo>
                <a:cubicBezTo>
                  <a:pt x="52" y="10"/>
                  <a:pt x="44" y="7"/>
                  <a:pt x="37" y="5"/>
                </a:cubicBezTo>
                <a:cubicBezTo>
                  <a:pt x="29" y="3"/>
                  <a:pt x="21" y="0"/>
                  <a:pt x="12" y="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8633160" y="52156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9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2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6"/>
          <p:cNvSpPr/>
          <p:nvPr/>
        </p:nvSpPr>
        <p:spPr>
          <a:xfrm>
            <a:off x="8633160" y="5193720"/>
            <a:ext cx="21960" cy="6480"/>
          </a:xfrm>
          <a:custGeom>
            <a:rect b="b" l="l" r="r" t="t"/>
            <a:pathLst>
              <a:path extrusionOk="0" h="18" w="61">
                <a:moveTo>
                  <a:pt x="37" y="5"/>
                </a:moveTo>
                <a:cubicBezTo>
                  <a:pt x="29" y="2"/>
                  <a:pt x="21" y="0"/>
                  <a:pt x="12" y="0"/>
                </a:cubicBez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8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3"/>
                  <a:pt x="52" y="17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6"/>
          <p:cNvSpPr/>
          <p:nvPr/>
        </p:nvSpPr>
        <p:spPr>
          <a:xfrm>
            <a:off x="8605080" y="52210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8"/>
                </a:cubicBezTo>
                <a:lnTo>
                  <a:pt x="0" y="17"/>
                </a:lnTo>
                <a:cubicBezTo>
                  <a:pt x="8" y="15"/>
                  <a:pt x="15" y="13"/>
                  <a:pt x="22" y="12"/>
                </a:cubicBezTo>
                <a:cubicBezTo>
                  <a:pt x="32" y="9"/>
                  <a:pt x="40" y="6"/>
                  <a:pt x="47" y="6"/>
                </a:cubicBezTo>
                <a:cubicBezTo>
                  <a:pt x="52" y="6"/>
                  <a:pt x="56" y="7"/>
                  <a:pt x="60" y="8"/>
                </a:cubicBezTo>
                <a:lnTo>
                  <a:pt x="60" y="1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1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8605080" y="52156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2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9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8633160" y="520992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1"/>
                  <a:pt x="3" y="1"/>
                  <a:pt x="0" y="2"/>
                </a:cubicBezTo>
                <a:lnTo>
                  <a:pt x="0" y="9"/>
                </a:lnTo>
                <a:cubicBezTo>
                  <a:pt x="3" y="8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9"/>
                </a:lnTo>
                <a:cubicBezTo>
                  <a:pt x="52" y="9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8605080" y="5226840"/>
            <a:ext cx="21960" cy="5760"/>
          </a:xfrm>
          <a:custGeom>
            <a:rect b="b" l="l" r="r" t="t"/>
            <a:pathLst>
              <a:path extrusionOk="0" h="16" w="61">
                <a:moveTo>
                  <a:pt x="21" y="4"/>
                </a:moveTo>
                <a:cubicBezTo>
                  <a:pt x="14" y="6"/>
                  <a:pt x="8" y="9"/>
                  <a:pt x="0" y="9"/>
                </a:cubicBezTo>
                <a:lnTo>
                  <a:pt x="0" y="15"/>
                </a:lnTo>
                <a:cubicBezTo>
                  <a:pt x="8" y="15"/>
                  <a:pt x="15" y="13"/>
                  <a:pt x="22" y="12"/>
                </a:cubicBezTo>
                <a:cubicBezTo>
                  <a:pt x="32" y="7"/>
                  <a:pt x="40" y="6"/>
                  <a:pt x="47" y="6"/>
                </a:cubicBezTo>
                <a:cubicBezTo>
                  <a:pt x="52" y="6"/>
                  <a:pt x="56" y="7"/>
                  <a:pt x="60" y="9"/>
                </a:cubicBezTo>
                <a:lnTo>
                  <a:pt x="60" y="1"/>
                </a:lnTo>
                <a:cubicBezTo>
                  <a:pt x="56" y="0"/>
                  <a:pt x="52" y="0"/>
                  <a:pt x="47" y="0"/>
                </a:cubicBezTo>
                <a:cubicBezTo>
                  <a:pt x="40" y="0"/>
                  <a:pt x="31" y="1"/>
                  <a:pt x="21" y="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>
            <a:off x="8605080" y="51937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7"/>
                  <a:pt x="15" y="13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8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"/>
          <p:cNvSpPr/>
          <p:nvPr/>
        </p:nvSpPr>
        <p:spPr>
          <a:xfrm>
            <a:off x="8605080" y="51994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1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8605080" y="52099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9"/>
                  <a:pt x="0" y="9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8"/>
                  <a:pt x="60" y="9"/>
                </a:cubicBezTo>
                <a:lnTo>
                  <a:pt x="60" y="2"/>
                </a:lnTo>
                <a:cubicBezTo>
                  <a:pt x="56" y="1"/>
                  <a:pt x="52" y="1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"/>
          <p:cNvSpPr/>
          <p:nvPr/>
        </p:nvSpPr>
        <p:spPr>
          <a:xfrm>
            <a:off x="8605080" y="52045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10"/>
                  <a:pt x="0" y="10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10"/>
                  <a:pt x="40" y="7"/>
                  <a:pt x="47" y="7"/>
                </a:cubicBezTo>
                <a:cubicBezTo>
                  <a:pt x="52" y="7"/>
                  <a:pt x="56" y="8"/>
                  <a:pt x="60" y="10"/>
                </a:cubicBezTo>
                <a:lnTo>
                  <a:pt x="60" y="3"/>
                </a:lnTo>
                <a:cubicBezTo>
                  <a:pt x="56" y="1"/>
                  <a:pt x="52" y="1"/>
                  <a:pt x="47" y="1"/>
                </a:cubicBezTo>
                <a:cubicBezTo>
                  <a:pt x="40" y="0"/>
                  <a:pt x="31" y="3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8634960" y="5340960"/>
            <a:ext cx="23760" cy="24840"/>
          </a:xfrm>
          <a:custGeom>
            <a:rect b="b" l="l" r="r" t="t"/>
            <a:pathLst>
              <a:path extrusionOk="0" h="69" w="66">
                <a:moveTo>
                  <a:pt x="46" y="47"/>
                </a:moveTo>
                <a:lnTo>
                  <a:pt x="46" y="68"/>
                </a:lnTo>
                <a:lnTo>
                  <a:pt x="32" y="55"/>
                </a:lnTo>
                <a:lnTo>
                  <a:pt x="18" y="68"/>
                </a:lnTo>
                <a:lnTo>
                  <a:pt x="18" y="47"/>
                </a:lnTo>
                <a:lnTo>
                  <a:pt x="0" y="43"/>
                </a:lnTo>
                <a:lnTo>
                  <a:pt x="14" y="31"/>
                </a:lnTo>
                <a:lnTo>
                  <a:pt x="7" y="13"/>
                </a:lnTo>
                <a:lnTo>
                  <a:pt x="24" y="17"/>
                </a:lnTo>
                <a:lnTo>
                  <a:pt x="32" y="0"/>
                </a:lnTo>
                <a:lnTo>
                  <a:pt x="41" y="17"/>
                </a:lnTo>
                <a:lnTo>
                  <a:pt x="60" y="13"/>
                </a:lnTo>
                <a:lnTo>
                  <a:pt x="52" y="31"/>
                </a:lnTo>
                <a:lnTo>
                  <a:pt x="65" y="43"/>
                </a:lnTo>
                <a:lnTo>
                  <a:pt x="46" y="4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09" name="Google Shape;409;p16"/>
          <p:cNvSpPr/>
          <p:nvPr/>
        </p:nvSpPr>
        <p:spPr>
          <a:xfrm>
            <a:off x="8664480" y="5382360"/>
            <a:ext cx="27000" cy="28800"/>
          </a:xfrm>
          <a:custGeom>
            <a:rect b="b" l="l" r="r" t="t"/>
            <a:pathLst>
              <a:path extrusionOk="0" h="80" w="75">
                <a:moveTo>
                  <a:pt x="63" y="69"/>
                </a:moveTo>
                <a:lnTo>
                  <a:pt x="45" y="62"/>
                </a:lnTo>
                <a:lnTo>
                  <a:pt x="36" y="79"/>
                </a:lnTo>
                <a:lnTo>
                  <a:pt x="29" y="62"/>
                </a:lnTo>
                <a:lnTo>
                  <a:pt x="11" y="69"/>
                </a:lnTo>
                <a:lnTo>
                  <a:pt x="18" y="50"/>
                </a:lnTo>
                <a:lnTo>
                  <a:pt x="0" y="40"/>
                </a:lnTo>
                <a:lnTo>
                  <a:pt x="18" y="32"/>
                </a:lnTo>
                <a:lnTo>
                  <a:pt x="11" y="13"/>
                </a:lnTo>
                <a:lnTo>
                  <a:pt x="29" y="20"/>
                </a:lnTo>
                <a:lnTo>
                  <a:pt x="36" y="0"/>
                </a:lnTo>
                <a:lnTo>
                  <a:pt x="45" y="20"/>
                </a:lnTo>
                <a:lnTo>
                  <a:pt x="63" y="13"/>
                </a:lnTo>
                <a:lnTo>
                  <a:pt x="56" y="32"/>
                </a:lnTo>
                <a:lnTo>
                  <a:pt x="74" y="40"/>
                </a:lnTo>
                <a:lnTo>
                  <a:pt x="56" y="50"/>
                </a:lnTo>
                <a:lnTo>
                  <a:pt x="63" y="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10" name="Google Shape;410;p16"/>
          <p:cNvSpPr/>
          <p:nvPr/>
        </p:nvSpPr>
        <p:spPr>
          <a:xfrm>
            <a:off x="8666280" y="5309280"/>
            <a:ext cx="23760" cy="24840"/>
          </a:xfrm>
          <a:custGeom>
            <a:rect b="b" l="l" r="r" t="t"/>
            <a:pathLst>
              <a:path extrusionOk="0" h="69" w="66">
                <a:moveTo>
                  <a:pt x="6" y="14"/>
                </a:moveTo>
                <a:lnTo>
                  <a:pt x="23" y="18"/>
                </a:lnTo>
                <a:lnTo>
                  <a:pt x="32" y="0"/>
                </a:lnTo>
                <a:lnTo>
                  <a:pt x="41" y="18"/>
                </a:lnTo>
                <a:lnTo>
                  <a:pt x="58" y="14"/>
                </a:lnTo>
                <a:lnTo>
                  <a:pt x="51" y="32"/>
                </a:lnTo>
                <a:lnTo>
                  <a:pt x="65" y="44"/>
                </a:lnTo>
                <a:lnTo>
                  <a:pt x="47" y="49"/>
                </a:lnTo>
                <a:lnTo>
                  <a:pt x="47" y="68"/>
                </a:lnTo>
                <a:lnTo>
                  <a:pt x="32" y="56"/>
                </a:lnTo>
                <a:lnTo>
                  <a:pt x="18" y="68"/>
                </a:lnTo>
                <a:lnTo>
                  <a:pt x="17" y="49"/>
                </a:lnTo>
                <a:lnTo>
                  <a:pt x="0" y="44"/>
                </a:lnTo>
                <a:lnTo>
                  <a:pt x="13" y="32"/>
                </a:lnTo>
                <a:lnTo>
                  <a:pt x="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11" name="Google Shape;411;p16"/>
          <p:cNvSpPr/>
          <p:nvPr/>
        </p:nvSpPr>
        <p:spPr>
          <a:xfrm>
            <a:off x="8681040" y="5353920"/>
            <a:ext cx="16560" cy="16920"/>
          </a:xfrm>
          <a:custGeom>
            <a:rect b="b" l="l" r="r" t="t"/>
            <a:pathLst>
              <a:path extrusionOk="0" h="47" w="46">
                <a:moveTo>
                  <a:pt x="37" y="46"/>
                </a:moveTo>
                <a:lnTo>
                  <a:pt x="22" y="39"/>
                </a:lnTo>
                <a:lnTo>
                  <a:pt x="9" y="46"/>
                </a:lnTo>
                <a:lnTo>
                  <a:pt x="11" y="30"/>
                </a:lnTo>
                <a:lnTo>
                  <a:pt x="0" y="18"/>
                </a:lnTo>
                <a:lnTo>
                  <a:pt x="15" y="15"/>
                </a:lnTo>
                <a:lnTo>
                  <a:pt x="22" y="0"/>
                </a:lnTo>
                <a:lnTo>
                  <a:pt x="30" y="15"/>
                </a:lnTo>
                <a:lnTo>
                  <a:pt x="45" y="18"/>
                </a:lnTo>
                <a:lnTo>
                  <a:pt x="35" y="30"/>
                </a:lnTo>
                <a:lnTo>
                  <a:pt x="37" y="4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12" name="Google Shape;412;p16"/>
          <p:cNvSpPr/>
          <p:nvPr/>
        </p:nvSpPr>
        <p:spPr>
          <a:xfrm>
            <a:off x="8697240" y="5332680"/>
            <a:ext cx="18000" cy="21600"/>
          </a:xfrm>
          <a:custGeom>
            <a:rect b="b" l="l" r="r" t="t"/>
            <a:pathLst>
              <a:path extrusionOk="0" h="60" w="50">
                <a:moveTo>
                  <a:pt x="49" y="45"/>
                </a:moveTo>
                <a:lnTo>
                  <a:pt x="32" y="45"/>
                </a:lnTo>
                <a:lnTo>
                  <a:pt x="24" y="59"/>
                </a:lnTo>
                <a:lnTo>
                  <a:pt x="17" y="45"/>
                </a:lnTo>
                <a:lnTo>
                  <a:pt x="0" y="45"/>
                </a:lnTo>
                <a:lnTo>
                  <a:pt x="9" y="30"/>
                </a:lnTo>
                <a:lnTo>
                  <a:pt x="0" y="15"/>
                </a:lnTo>
                <a:lnTo>
                  <a:pt x="17" y="15"/>
                </a:lnTo>
                <a:lnTo>
                  <a:pt x="24" y="0"/>
                </a:lnTo>
                <a:lnTo>
                  <a:pt x="32" y="15"/>
                </a:lnTo>
                <a:lnTo>
                  <a:pt x="49" y="15"/>
                </a:lnTo>
                <a:lnTo>
                  <a:pt x="40" y="30"/>
                </a:lnTo>
                <a:lnTo>
                  <a:pt x="49" y="45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13" name="Google Shape;413;p16"/>
          <p:cNvSpPr/>
          <p:nvPr/>
        </p:nvSpPr>
        <p:spPr>
          <a:xfrm>
            <a:off x="8596080" y="5245920"/>
            <a:ext cx="164160" cy="106920"/>
          </a:xfrm>
          <a:custGeom>
            <a:rect b="b" l="l" r="r" t="t"/>
            <a:pathLst>
              <a:path extrusionOk="0" h="297" w="456">
                <a:moveTo>
                  <a:pt x="226" y="105"/>
                </a:moveTo>
                <a:lnTo>
                  <a:pt x="426" y="296"/>
                </a:lnTo>
                <a:cubicBezTo>
                  <a:pt x="438" y="270"/>
                  <a:pt x="448" y="243"/>
                  <a:pt x="455" y="218"/>
                </a:cubicBezTo>
                <a:lnTo>
                  <a:pt x="226" y="0"/>
                </a:lnTo>
                <a:lnTo>
                  <a:pt x="0" y="218"/>
                </a:lnTo>
                <a:cubicBezTo>
                  <a:pt x="7" y="243"/>
                  <a:pt x="17" y="270"/>
                  <a:pt x="30" y="296"/>
                </a:cubicBezTo>
                <a:lnTo>
                  <a:pt x="226" y="10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6"/>
          <p:cNvSpPr/>
          <p:nvPr/>
        </p:nvSpPr>
        <p:spPr>
          <a:xfrm>
            <a:off x="8780400" y="5329080"/>
            <a:ext cx="20160" cy="46800"/>
          </a:xfrm>
          <a:custGeom>
            <a:rect b="b" l="l" r="r" t="t"/>
            <a:pathLst>
              <a:path extrusionOk="0" h="130" w="56">
                <a:moveTo>
                  <a:pt x="20" y="129"/>
                </a:moveTo>
                <a:lnTo>
                  <a:pt x="32" y="58"/>
                </a:lnTo>
                <a:lnTo>
                  <a:pt x="0" y="28"/>
                </a:lnTo>
                <a:cubicBezTo>
                  <a:pt x="3" y="19"/>
                  <a:pt x="7" y="9"/>
                  <a:pt x="9" y="0"/>
                </a:cubicBezTo>
                <a:cubicBezTo>
                  <a:pt x="19" y="9"/>
                  <a:pt x="50" y="39"/>
                  <a:pt x="55" y="43"/>
                </a:cubicBezTo>
                <a:cubicBezTo>
                  <a:pt x="45" y="73"/>
                  <a:pt x="33" y="104"/>
                  <a:pt x="20" y="12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6"/>
          <p:cNvSpPr/>
          <p:nvPr/>
        </p:nvSpPr>
        <p:spPr>
          <a:xfrm>
            <a:off x="8778240" y="5365440"/>
            <a:ext cx="7920" cy="19080"/>
          </a:xfrm>
          <a:custGeom>
            <a:rect b="b" l="l" r="r" t="t"/>
            <a:pathLst>
              <a:path extrusionOk="0" h="53" w="22">
                <a:moveTo>
                  <a:pt x="13" y="52"/>
                </a:moveTo>
                <a:cubicBezTo>
                  <a:pt x="10" y="50"/>
                  <a:pt x="6" y="45"/>
                  <a:pt x="0" y="40"/>
                </a:cubicBezTo>
                <a:cubicBezTo>
                  <a:pt x="8" y="27"/>
                  <a:pt x="14" y="13"/>
                  <a:pt x="21" y="0"/>
                </a:cubicBezTo>
                <a:lnTo>
                  <a:pt x="13" y="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8555400" y="5329080"/>
            <a:ext cx="19800" cy="46800"/>
          </a:xfrm>
          <a:custGeom>
            <a:rect b="b" l="l" r="r" t="t"/>
            <a:pathLst>
              <a:path extrusionOk="0" h="130" w="55">
                <a:moveTo>
                  <a:pt x="0" y="43"/>
                </a:moveTo>
                <a:cubicBezTo>
                  <a:pt x="4" y="39"/>
                  <a:pt x="36" y="9"/>
                  <a:pt x="45" y="0"/>
                </a:cubicBezTo>
                <a:cubicBezTo>
                  <a:pt x="47" y="9"/>
                  <a:pt x="51" y="19"/>
                  <a:pt x="54" y="28"/>
                </a:cubicBezTo>
                <a:lnTo>
                  <a:pt x="23" y="58"/>
                </a:lnTo>
                <a:lnTo>
                  <a:pt x="34" y="129"/>
                </a:lnTo>
                <a:cubicBezTo>
                  <a:pt x="22" y="104"/>
                  <a:pt x="9" y="72"/>
                  <a:pt x="0" y="4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6"/>
          <p:cNvSpPr/>
          <p:nvPr/>
        </p:nvSpPr>
        <p:spPr>
          <a:xfrm>
            <a:off x="8569800" y="5365440"/>
            <a:ext cx="7920" cy="19080"/>
          </a:xfrm>
          <a:custGeom>
            <a:rect b="b" l="l" r="r" t="t"/>
            <a:pathLst>
              <a:path extrusionOk="0" h="53" w="22">
                <a:moveTo>
                  <a:pt x="9" y="52"/>
                </a:moveTo>
                <a:lnTo>
                  <a:pt x="0" y="0"/>
                </a:lnTo>
                <a:cubicBezTo>
                  <a:pt x="8" y="14"/>
                  <a:pt x="14" y="28"/>
                  <a:pt x="21" y="40"/>
                </a:cubicBezTo>
                <a:cubicBezTo>
                  <a:pt x="17" y="45"/>
                  <a:pt x="12" y="50"/>
                  <a:pt x="9" y="5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8568720" y="5335920"/>
            <a:ext cx="218880" cy="125640"/>
          </a:xfrm>
          <a:custGeom>
            <a:rect b="b" l="l" r="r" t="t"/>
            <a:pathLst>
              <a:path extrusionOk="0" h="349" w="608">
                <a:moveTo>
                  <a:pt x="566" y="132"/>
                </a:moveTo>
                <a:cubicBezTo>
                  <a:pt x="509" y="229"/>
                  <a:pt x="429" y="299"/>
                  <a:pt x="334" y="337"/>
                </a:cubicBezTo>
                <a:cubicBezTo>
                  <a:pt x="334" y="337"/>
                  <a:pt x="308" y="347"/>
                  <a:pt x="303" y="348"/>
                </a:cubicBezTo>
                <a:cubicBezTo>
                  <a:pt x="301" y="347"/>
                  <a:pt x="273" y="337"/>
                  <a:pt x="273" y="337"/>
                </a:cubicBezTo>
                <a:cubicBezTo>
                  <a:pt x="179" y="299"/>
                  <a:pt x="98" y="229"/>
                  <a:pt x="41" y="132"/>
                </a:cubicBezTo>
                <a:cubicBezTo>
                  <a:pt x="25" y="104"/>
                  <a:pt x="11" y="73"/>
                  <a:pt x="0" y="43"/>
                </a:cubicBezTo>
                <a:cubicBezTo>
                  <a:pt x="4" y="38"/>
                  <a:pt x="34" y="9"/>
                  <a:pt x="43" y="0"/>
                </a:cubicBezTo>
                <a:cubicBezTo>
                  <a:pt x="54" y="37"/>
                  <a:pt x="69" y="71"/>
                  <a:pt x="87" y="101"/>
                </a:cubicBezTo>
                <a:cubicBezTo>
                  <a:pt x="137" y="187"/>
                  <a:pt x="208" y="249"/>
                  <a:pt x="292" y="282"/>
                </a:cubicBezTo>
                <a:lnTo>
                  <a:pt x="303" y="287"/>
                </a:lnTo>
                <a:lnTo>
                  <a:pt x="316" y="282"/>
                </a:lnTo>
                <a:cubicBezTo>
                  <a:pt x="399" y="249"/>
                  <a:pt x="470" y="187"/>
                  <a:pt x="519" y="101"/>
                </a:cubicBezTo>
                <a:cubicBezTo>
                  <a:pt x="538" y="70"/>
                  <a:pt x="552" y="37"/>
                  <a:pt x="563" y="0"/>
                </a:cubicBezTo>
                <a:cubicBezTo>
                  <a:pt x="572" y="9"/>
                  <a:pt x="602" y="38"/>
                  <a:pt x="607" y="43"/>
                </a:cubicBezTo>
                <a:cubicBezTo>
                  <a:pt x="595" y="75"/>
                  <a:pt x="581" y="104"/>
                  <a:pt x="566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8578800" y="5364360"/>
            <a:ext cx="15120" cy="14760"/>
          </a:xfrm>
          <a:custGeom>
            <a:rect b="b" l="l" r="r" t="t"/>
            <a:pathLst>
              <a:path extrusionOk="0" h="41" w="42">
                <a:moveTo>
                  <a:pt x="20" y="8"/>
                </a:moveTo>
                <a:lnTo>
                  <a:pt x="32" y="5"/>
                </a:lnTo>
                <a:lnTo>
                  <a:pt x="24" y="17"/>
                </a:lnTo>
                <a:lnTo>
                  <a:pt x="20" y="8"/>
                </a:lnTo>
                <a:moveTo>
                  <a:pt x="31" y="20"/>
                </a:moveTo>
                <a:lnTo>
                  <a:pt x="41" y="9"/>
                </a:lnTo>
                <a:lnTo>
                  <a:pt x="40" y="7"/>
                </a:lnTo>
                <a:cubicBezTo>
                  <a:pt x="39" y="4"/>
                  <a:pt x="36" y="2"/>
                  <a:pt x="35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5"/>
                  <a:pt x="1" y="8"/>
                  <a:pt x="2" y="9"/>
                </a:cubicBezTo>
                <a:cubicBezTo>
                  <a:pt x="3" y="12"/>
                  <a:pt x="4" y="14"/>
                  <a:pt x="6" y="15"/>
                </a:cubicBezTo>
                <a:lnTo>
                  <a:pt x="7" y="14"/>
                </a:lnTo>
                <a:lnTo>
                  <a:pt x="7" y="12"/>
                </a:lnTo>
                <a:lnTo>
                  <a:pt x="15" y="9"/>
                </a:lnTo>
                <a:lnTo>
                  <a:pt x="21" y="19"/>
                </a:lnTo>
                <a:cubicBezTo>
                  <a:pt x="19" y="21"/>
                  <a:pt x="17" y="25"/>
                  <a:pt x="14" y="27"/>
                </a:cubicBezTo>
                <a:lnTo>
                  <a:pt x="12" y="25"/>
                </a:lnTo>
                <a:lnTo>
                  <a:pt x="10" y="26"/>
                </a:lnTo>
                <a:cubicBezTo>
                  <a:pt x="11" y="28"/>
                  <a:pt x="13" y="31"/>
                  <a:pt x="14" y="33"/>
                </a:cubicBezTo>
                <a:cubicBezTo>
                  <a:pt x="15" y="34"/>
                  <a:pt x="17" y="38"/>
                  <a:pt x="18" y="40"/>
                </a:cubicBezTo>
                <a:lnTo>
                  <a:pt x="20" y="39"/>
                </a:lnTo>
                <a:lnTo>
                  <a:pt x="19" y="36"/>
                </a:lnTo>
                <a:cubicBezTo>
                  <a:pt x="21" y="33"/>
                  <a:pt x="26" y="26"/>
                  <a:pt x="31" y="2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6"/>
          <p:cNvSpPr/>
          <p:nvPr/>
        </p:nvSpPr>
        <p:spPr>
          <a:xfrm>
            <a:off x="8589600" y="5378040"/>
            <a:ext cx="17280" cy="18000"/>
          </a:xfrm>
          <a:custGeom>
            <a:rect b="b" l="l" r="r" t="t"/>
            <a:pathLst>
              <a:path extrusionOk="0" h="50" w="48">
                <a:moveTo>
                  <a:pt x="46" y="33"/>
                </a:moveTo>
                <a:lnTo>
                  <a:pt x="47" y="30"/>
                </a:lnTo>
                <a:cubicBezTo>
                  <a:pt x="46" y="28"/>
                  <a:pt x="45" y="26"/>
                  <a:pt x="44" y="25"/>
                </a:cubicBezTo>
                <a:cubicBezTo>
                  <a:pt x="43" y="24"/>
                  <a:pt x="42" y="21"/>
                  <a:pt x="41" y="20"/>
                </a:cubicBezTo>
                <a:lnTo>
                  <a:pt x="39" y="21"/>
                </a:lnTo>
                <a:lnTo>
                  <a:pt x="41" y="24"/>
                </a:lnTo>
                <a:cubicBezTo>
                  <a:pt x="36" y="28"/>
                  <a:pt x="24" y="39"/>
                  <a:pt x="24" y="39"/>
                </a:cubicBezTo>
                <a:cubicBezTo>
                  <a:pt x="28" y="28"/>
                  <a:pt x="31" y="19"/>
                  <a:pt x="34" y="9"/>
                </a:cubicBezTo>
                <a:cubicBezTo>
                  <a:pt x="33" y="8"/>
                  <a:pt x="31" y="7"/>
                  <a:pt x="31" y="5"/>
                </a:cubicBezTo>
                <a:cubicBezTo>
                  <a:pt x="30" y="4"/>
                  <a:pt x="29" y="1"/>
                  <a:pt x="28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0" y="11"/>
                </a:cubicBezTo>
                <a:lnTo>
                  <a:pt x="12" y="17"/>
                </a:lnTo>
                <a:cubicBezTo>
                  <a:pt x="10" y="18"/>
                  <a:pt x="6" y="20"/>
                  <a:pt x="3" y="21"/>
                </a:cubicBezTo>
                <a:lnTo>
                  <a:pt x="2" y="19"/>
                </a:lnTo>
                <a:lnTo>
                  <a:pt x="0" y="20"/>
                </a:lnTo>
                <a:cubicBezTo>
                  <a:pt x="1" y="23"/>
                  <a:pt x="2" y="24"/>
                  <a:pt x="3" y="25"/>
                </a:cubicBezTo>
                <a:cubicBezTo>
                  <a:pt x="4" y="27"/>
                  <a:pt x="6" y="28"/>
                  <a:pt x="7" y="32"/>
                </a:cubicBezTo>
                <a:lnTo>
                  <a:pt x="10" y="30"/>
                </a:lnTo>
                <a:lnTo>
                  <a:pt x="7" y="26"/>
                </a:lnTo>
                <a:cubicBezTo>
                  <a:pt x="12" y="23"/>
                  <a:pt x="19" y="18"/>
                  <a:pt x="24" y="13"/>
                </a:cubicBezTo>
                <a:cubicBezTo>
                  <a:pt x="21" y="23"/>
                  <a:pt x="18" y="33"/>
                  <a:pt x="14" y="43"/>
                </a:cubicBezTo>
                <a:cubicBezTo>
                  <a:pt x="15" y="44"/>
                  <a:pt x="17" y="45"/>
                  <a:pt x="17" y="46"/>
                </a:cubicBezTo>
                <a:cubicBezTo>
                  <a:pt x="18" y="47"/>
                  <a:pt x="19" y="49"/>
                  <a:pt x="19" y="49"/>
                </a:cubicBezTo>
                <a:cubicBezTo>
                  <a:pt x="21" y="47"/>
                  <a:pt x="24" y="44"/>
                  <a:pt x="29" y="41"/>
                </a:cubicBezTo>
                <a:lnTo>
                  <a:pt x="36" y="36"/>
                </a:lnTo>
                <a:cubicBezTo>
                  <a:pt x="39" y="33"/>
                  <a:pt x="42" y="32"/>
                  <a:pt x="44" y="28"/>
                </a:cubicBezTo>
                <a:lnTo>
                  <a:pt x="46" y="33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8604000" y="5396760"/>
            <a:ext cx="15120" cy="15840"/>
          </a:xfrm>
          <a:custGeom>
            <a:rect b="b" l="l" r="r" t="t"/>
            <a:pathLst>
              <a:path extrusionOk="0" h="44" w="42">
                <a:moveTo>
                  <a:pt x="8" y="8"/>
                </a:moveTo>
                <a:cubicBezTo>
                  <a:pt x="0" y="15"/>
                  <a:pt x="1" y="26"/>
                  <a:pt x="6" y="34"/>
                </a:cubicBezTo>
                <a:cubicBezTo>
                  <a:pt x="11" y="39"/>
                  <a:pt x="15" y="41"/>
                  <a:pt x="22" y="43"/>
                </a:cubicBezTo>
                <a:lnTo>
                  <a:pt x="23" y="38"/>
                </a:lnTo>
                <a:cubicBezTo>
                  <a:pt x="19" y="38"/>
                  <a:pt x="15" y="35"/>
                  <a:pt x="14" y="33"/>
                </a:cubicBezTo>
                <a:cubicBezTo>
                  <a:pt x="9" y="27"/>
                  <a:pt x="9" y="19"/>
                  <a:pt x="14" y="14"/>
                </a:cubicBezTo>
                <a:cubicBezTo>
                  <a:pt x="20" y="8"/>
                  <a:pt x="26" y="11"/>
                  <a:pt x="30" y="14"/>
                </a:cubicBezTo>
                <a:cubicBezTo>
                  <a:pt x="33" y="16"/>
                  <a:pt x="34" y="19"/>
                  <a:pt x="34" y="22"/>
                </a:cubicBezTo>
                <a:lnTo>
                  <a:pt x="33" y="25"/>
                </a:lnTo>
                <a:lnTo>
                  <a:pt x="34" y="26"/>
                </a:lnTo>
                <a:cubicBezTo>
                  <a:pt x="36" y="25"/>
                  <a:pt x="39" y="22"/>
                  <a:pt x="41" y="21"/>
                </a:cubicBezTo>
                <a:cubicBezTo>
                  <a:pt x="39" y="18"/>
                  <a:pt x="37" y="14"/>
                  <a:pt x="35" y="11"/>
                </a:cubicBezTo>
                <a:cubicBezTo>
                  <a:pt x="25" y="2"/>
                  <a:pt x="15" y="0"/>
                  <a:pt x="8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6"/>
          <p:cNvSpPr/>
          <p:nvPr/>
        </p:nvSpPr>
        <p:spPr>
          <a:xfrm>
            <a:off x="8618040" y="5410800"/>
            <a:ext cx="16200" cy="17280"/>
          </a:xfrm>
          <a:custGeom>
            <a:rect b="b" l="l" r="r" t="t"/>
            <a:pathLst>
              <a:path extrusionOk="0" h="48" w="45">
                <a:moveTo>
                  <a:pt x="29" y="30"/>
                </a:moveTo>
                <a:cubicBezTo>
                  <a:pt x="24" y="37"/>
                  <a:pt x="18" y="38"/>
                  <a:pt x="13" y="34"/>
                </a:cubicBezTo>
                <a:cubicBezTo>
                  <a:pt x="8" y="29"/>
                  <a:pt x="8" y="22"/>
                  <a:pt x="13" y="16"/>
                </a:cubicBezTo>
                <a:cubicBezTo>
                  <a:pt x="18" y="10"/>
                  <a:pt x="24" y="9"/>
                  <a:pt x="29" y="12"/>
                </a:cubicBezTo>
                <a:cubicBezTo>
                  <a:pt x="35" y="17"/>
                  <a:pt x="34" y="24"/>
                  <a:pt x="29" y="30"/>
                </a:cubicBezTo>
                <a:moveTo>
                  <a:pt x="33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8"/>
                  <a:pt x="1" y="29"/>
                  <a:pt x="11" y="38"/>
                </a:cubicBezTo>
                <a:cubicBezTo>
                  <a:pt x="19" y="47"/>
                  <a:pt x="30" y="44"/>
                  <a:pt x="37" y="37"/>
                </a:cubicBezTo>
                <a:cubicBezTo>
                  <a:pt x="44" y="26"/>
                  <a:pt x="41" y="17"/>
                  <a:pt x="33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8634240" y="5423400"/>
            <a:ext cx="15840" cy="18720"/>
          </a:xfrm>
          <a:custGeom>
            <a:rect b="b" l="l" r="r" t="t"/>
            <a:pathLst>
              <a:path extrusionOk="0" h="52" w="44">
                <a:moveTo>
                  <a:pt x="33" y="21"/>
                </a:moveTo>
                <a:cubicBezTo>
                  <a:pt x="31" y="25"/>
                  <a:pt x="28" y="25"/>
                  <a:pt x="23" y="23"/>
                </a:cubicBezTo>
                <a:cubicBezTo>
                  <a:pt x="22" y="21"/>
                  <a:pt x="22" y="21"/>
                  <a:pt x="21" y="19"/>
                </a:cubicBezTo>
                <a:lnTo>
                  <a:pt x="22" y="17"/>
                </a:lnTo>
                <a:cubicBezTo>
                  <a:pt x="24" y="14"/>
                  <a:pt x="25" y="12"/>
                  <a:pt x="26" y="11"/>
                </a:cubicBezTo>
                <a:cubicBezTo>
                  <a:pt x="28" y="12"/>
                  <a:pt x="29" y="12"/>
                  <a:pt x="30" y="13"/>
                </a:cubicBezTo>
                <a:cubicBezTo>
                  <a:pt x="34" y="15"/>
                  <a:pt x="34" y="18"/>
                  <a:pt x="33" y="21"/>
                </a:cubicBezTo>
                <a:moveTo>
                  <a:pt x="35" y="11"/>
                </a:moveTo>
                <a:cubicBezTo>
                  <a:pt x="33" y="9"/>
                  <a:pt x="31" y="8"/>
                  <a:pt x="29" y="7"/>
                </a:cubicBezTo>
                <a:cubicBezTo>
                  <a:pt x="28" y="6"/>
                  <a:pt x="25" y="5"/>
                  <a:pt x="23" y="4"/>
                </a:cubicBezTo>
                <a:cubicBezTo>
                  <a:pt x="21" y="2"/>
                  <a:pt x="20" y="1"/>
                  <a:pt x="19" y="0"/>
                </a:cubicBezTo>
                <a:lnTo>
                  <a:pt x="18" y="1"/>
                </a:lnTo>
                <a:lnTo>
                  <a:pt x="20" y="4"/>
                </a:lnTo>
                <a:cubicBezTo>
                  <a:pt x="18" y="7"/>
                  <a:pt x="17" y="9"/>
                  <a:pt x="14" y="12"/>
                </a:cubicBezTo>
                <a:lnTo>
                  <a:pt x="10" y="23"/>
                </a:lnTo>
                <a:cubicBezTo>
                  <a:pt x="9" y="25"/>
                  <a:pt x="6" y="27"/>
                  <a:pt x="4" y="30"/>
                </a:cubicBezTo>
                <a:lnTo>
                  <a:pt x="1" y="28"/>
                </a:lnTo>
                <a:lnTo>
                  <a:pt x="0" y="31"/>
                </a:lnTo>
                <a:cubicBezTo>
                  <a:pt x="2" y="32"/>
                  <a:pt x="4" y="33"/>
                  <a:pt x="8" y="36"/>
                </a:cubicBezTo>
                <a:cubicBezTo>
                  <a:pt x="10" y="37"/>
                  <a:pt x="12" y="38"/>
                  <a:pt x="14" y="39"/>
                </a:cubicBezTo>
                <a:lnTo>
                  <a:pt x="14" y="38"/>
                </a:lnTo>
                <a:lnTo>
                  <a:pt x="13" y="36"/>
                </a:lnTo>
                <a:cubicBezTo>
                  <a:pt x="14" y="32"/>
                  <a:pt x="15" y="30"/>
                  <a:pt x="18" y="27"/>
                </a:cubicBezTo>
                <a:lnTo>
                  <a:pt x="19" y="24"/>
                </a:lnTo>
                <a:lnTo>
                  <a:pt x="21" y="26"/>
                </a:lnTo>
                <a:cubicBezTo>
                  <a:pt x="21" y="31"/>
                  <a:pt x="22" y="39"/>
                  <a:pt x="22" y="46"/>
                </a:cubicBezTo>
                <a:cubicBezTo>
                  <a:pt x="25" y="47"/>
                  <a:pt x="29" y="49"/>
                  <a:pt x="31" y="51"/>
                </a:cubicBezTo>
                <a:lnTo>
                  <a:pt x="32" y="49"/>
                </a:lnTo>
                <a:lnTo>
                  <a:pt x="32" y="47"/>
                </a:lnTo>
                <a:cubicBezTo>
                  <a:pt x="31" y="45"/>
                  <a:pt x="30" y="33"/>
                  <a:pt x="29" y="30"/>
                </a:cubicBezTo>
                <a:cubicBezTo>
                  <a:pt x="33" y="32"/>
                  <a:pt x="39" y="31"/>
                  <a:pt x="41" y="26"/>
                </a:cubicBezTo>
                <a:cubicBezTo>
                  <a:pt x="43" y="23"/>
                  <a:pt x="43" y="15"/>
                  <a:pt x="35" y="1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8651160" y="5435640"/>
            <a:ext cx="13320" cy="15840"/>
          </a:xfrm>
          <a:custGeom>
            <a:rect b="b" l="l" r="r" t="t"/>
            <a:pathLst>
              <a:path extrusionOk="0" h="44" w="37">
                <a:moveTo>
                  <a:pt x="26" y="20"/>
                </a:moveTo>
                <a:lnTo>
                  <a:pt x="20" y="17"/>
                </a:lnTo>
                <a:lnTo>
                  <a:pt x="28" y="5"/>
                </a:lnTo>
                <a:lnTo>
                  <a:pt x="26" y="20"/>
                </a:lnTo>
                <a:moveTo>
                  <a:pt x="36" y="4"/>
                </a:moveTo>
                <a:lnTo>
                  <a:pt x="33" y="2"/>
                </a:lnTo>
                <a:cubicBezTo>
                  <a:pt x="31" y="1"/>
                  <a:pt x="29" y="1"/>
                  <a:pt x="26" y="0"/>
                </a:cubicBezTo>
                <a:cubicBezTo>
                  <a:pt x="20" y="8"/>
                  <a:pt x="9" y="20"/>
                  <a:pt x="3" y="25"/>
                </a:cubicBezTo>
                <a:lnTo>
                  <a:pt x="1" y="25"/>
                </a:lnTo>
                <a:lnTo>
                  <a:pt x="0" y="26"/>
                </a:lnTo>
                <a:cubicBezTo>
                  <a:pt x="1" y="27"/>
                  <a:pt x="3" y="28"/>
                  <a:pt x="4" y="28"/>
                </a:cubicBezTo>
                <a:cubicBezTo>
                  <a:pt x="7" y="30"/>
                  <a:pt x="9" y="31"/>
                  <a:pt x="12" y="32"/>
                </a:cubicBezTo>
                <a:lnTo>
                  <a:pt x="12" y="30"/>
                </a:lnTo>
                <a:lnTo>
                  <a:pt x="9" y="27"/>
                </a:lnTo>
                <a:lnTo>
                  <a:pt x="17" y="19"/>
                </a:lnTo>
                <a:lnTo>
                  <a:pt x="26" y="24"/>
                </a:lnTo>
                <a:cubicBezTo>
                  <a:pt x="26" y="27"/>
                  <a:pt x="25" y="32"/>
                  <a:pt x="24" y="34"/>
                </a:cubicBezTo>
                <a:lnTo>
                  <a:pt x="22" y="34"/>
                </a:lnTo>
                <a:lnTo>
                  <a:pt x="21" y="37"/>
                </a:lnTo>
                <a:cubicBezTo>
                  <a:pt x="23" y="38"/>
                  <a:pt x="26" y="38"/>
                  <a:pt x="29" y="39"/>
                </a:cubicBezTo>
                <a:cubicBezTo>
                  <a:pt x="30" y="40"/>
                  <a:pt x="33" y="41"/>
                  <a:pt x="35" y="43"/>
                </a:cubicBezTo>
                <a:lnTo>
                  <a:pt x="36" y="41"/>
                </a:lnTo>
                <a:lnTo>
                  <a:pt x="33" y="39"/>
                </a:lnTo>
                <a:cubicBezTo>
                  <a:pt x="33" y="36"/>
                  <a:pt x="34" y="26"/>
                  <a:pt x="34" y="19"/>
                </a:cubicBezTo>
                <a:lnTo>
                  <a:pt x="36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8689320" y="5435640"/>
            <a:ext cx="10440" cy="14760"/>
          </a:xfrm>
          <a:custGeom>
            <a:rect b="b" l="l" r="r" t="t"/>
            <a:pathLst>
              <a:path extrusionOk="0" h="41" w="29">
                <a:moveTo>
                  <a:pt x="24" y="31"/>
                </a:moveTo>
                <a:cubicBezTo>
                  <a:pt x="22" y="28"/>
                  <a:pt x="21" y="26"/>
                  <a:pt x="20" y="23"/>
                </a:cubicBezTo>
                <a:lnTo>
                  <a:pt x="17" y="13"/>
                </a:lnTo>
                <a:cubicBezTo>
                  <a:pt x="15" y="9"/>
                  <a:pt x="14" y="7"/>
                  <a:pt x="13" y="4"/>
                </a:cubicBezTo>
                <a:lnTo>
                  <a:pt x="15" y="2"/>
                </a:lnTo>
                <a:lnTo>
                  <a:pt x="14" y="0"/>
                </a:lnTo>
                <a:cubicBezTo>
                  <a:pt x="12" y="1"/>
                  <a:pt x="10" y="2"/>
                  <a:pt x="8" y="4"/>
                </a:cubicBezTo>
                <a:cubicBezTo>
                  <a:pt x="6" y="5"/>
                  <a:pt x="2" y="6"/>
                  <a:pt x="0" y="7"/>
                </a:cubicBezTo>
                <a:lnTo>
                  <a:pt x="0" y="9"/>
                </a:lnTo>
                <a:lnTo>
                  <a:pt x="3" y="8"/>
                </a:lnTo>
                <a:cubicBezTo>
                  <a:pt x="6" y="11"/>
                  <a:pt x="7" y="13"/>
                  <a:pt x="9" y="17"/>
                </a:cubicBezTo>
                <a:lnTo>
                  <a:pt x="12" y="26"/>
                </a:lnTo>
                <a:cubicBezTo>
                  <a:pt x="13" y="30"/>
                  <a:pt x="14" y="32"/>
                  <a:pt x="15" y="37"/>
                </a:cubicBezTo>
                <a:lnTo>
                  <a:pt x="13" y="38"/>
                </a:lnTo>
                <a:lnTo>
                  <a:pt x="14" y="40"/>
                </a:lnTo>
                <a:cubicBezTo>
                  <a:pt x="17" y="39"/>
                  <a:pt x="19" y="38"/>
                  <a:pt x="21" y="37"/>
                </a:cubicBezTo>
                <a:cubicBezTo>
                  <a:pt x="23" y="34"/>
                  <a:pt x="25" y="33"/>
                  <a:pt x="28" y="32"/>
                </a:cubicBezTo>
                <a:lnTo>
                  <a:pt x="26" y="31"/>
                </a:lnTo>
                <a:lnTo>
                  <a:pt x="24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8700840" y="5423760"/>
            <a:ext cx="20160" cy="20520"/>
          </a:xfrm>
          <a:custGeom>
            <a:rect b="b" l="l" r="r" t="t"/>
            <a:pathLst>
              <a:path extrusionOk="0" h="57" w="56">
                <a:moveTo>
                  <a:pt x="51" y="31"/>
                </a:moveTo>
                <a:cubicBezTo>
                  <a:pt x="50" y="28"/>
                  <a:pt x="47" y="26"/>
                  <a:pt x="46" y="24"/>
                </a:cubicBezTo>
                <a:lnTo>
                  <a:pt x="41" y="14"/>
                </a:lnTo>
                <a:cubicBezTo>
                  <a:pt x="40" y="11"/>
                  <a:pt x="37" y="7"/>
                  <a:pt x="36" y="5"/>
                </a:cubicBezTo>
                <a:lnTo>
                  <a:pt x="40" y="2"/>
                </a:lnTo>
                <a:lnTo>
                  <a:pt x="37" y="0"/>
                </a:lnTo>
                <a:cubicBezTo>
                  <a:pt x="35" y="2"/>
                  <a:pt x="33" y="4"/>
                  <a:pt x="31" y="5"/>
                </a:cubicBezTo>
                <a:cubicBezTo>
                  <a:pt x="29" y="6"/>
                  <a:pt x="28" y="7"/>
                  <a:pt x="25" y="8"/>
                </a:cubicBezTo>
                <a:cubicBezTo>
                  <a:pt x="26" y="14"/>
                  <a:pt x="30" y="31"/>
                  <a:pt x="31" y="34"/>
                </a:cubicBezTo>
                <a:cubicBezTo>
                  <a:pt x="26" y="32"/>
                  <a:pt x="14" y="21"/>
                  <a:pt x="12" y="18"/>
                </a:cubicBezTo>
                <a:cubicBezTo>
                  <a:pt x="10" y="19"/>
                  <a:pt x="8" y="20"/>
                  <a:pt x="7" y="21"/>
                </a:cubicBezTo>
                <a:cubicBezTo>
                  <a:pt x="4" y="24"/>
                  <a:pt x="2" y="24"/>
                  <a:pt x="0" y="25"/>
                </a:cubicBezTo>
                <a:lnTo>
                  <a:pt x="1" y="27"/>
                </a:lnTo>
                <a:lnTo>
                  <a:pt x="4" y="26"/>
                </a:lnTo>
                <a:lnTo>
                  <a:pt x="7" y="31"/>
                </a:lnTo>
                <a:cubicBezTo>
                  <a:pt x="9" y="34"/>
                  <a:pt x="15" y="49"/>
                  <a:pt x="18" y="52"/>
                </a:cubicBezTo>
                <a:lnTo>
                  <a:pt x="15" y="55"/>
                </a:lnTo>
                <a:lnTo>
                  <a:pt x="17" y="56"/>
                </a:lnTo>
                <a:cubicBezTo>
                  <a:pt x="18" y="55"/>
                  <a:pt x="20" y="53"/>
                  <a:pt x="21" y="52"/>
                </a:cubicBezTo>
                <a:cubicBezTo>
                  <a:pt x="23" y="52"/>
                  <a:pt x="24" y="51"/>
                  <a:pt x="26" y="50"/>
                </a:cubicBezTo>
                <a:lnTo>
                  <a:pt x="25" y="47"/>
                </a:lnTo>
                <a:lnTo>
                  <a:pt x="22" y="49"/>
                </a:lnTo>
                <a:cubicBezTo>
                  <a:pt x="21" y="46"/>
                  <a:pt x="19" y="44"/>
                  <a:pt x="18" y="40"/>
                </a:cubicBezTo>
                <a:lnTo>
                  <a:pt x="14" y="36"/>
                </a:lnTo>
                <a:cubicBezTo>
                  <a:pt x="12" y="31"/>
                  <a:pt x="11" y="28"/>
                  <a:pt x="10" y="27"/>
                </a:cubicBezTo>
                <a:cubicBezTo>
                  <a:pt x="22" y="38"/>
                  <a:pt x="29" y="43"/>
                  <a:pt x="32" y="46"/>
                </a:cubicBezTo>
                <a:lnTo>
                  <a:pt x="36" y="44"/>
                </a:lnTo>
                <a:lnTo>
                  <a:pt x="30" y="12"/>
                </a:lnTo>
                <a:cubicBezTo>
                  <a:pt x="31" y="15"/>
                  <a:pt x="33" y="18"/>
                  <a:pt x="35" y="23"/>
                </a:cubicBezTo>
                <a:lnTo>
                  <a:pt x="40" y="27"/>
                </a:lnTo>
                <a:cubicBezTo>
                  <a:pt x="41" y="31"/>
                  <a:pt x="42" y="33"/>
                  <a:pt x="43" y="36"/>
                </a:cubicBezTo>
                <a:lnTo>
                  <a:pt x="41" y="38"/>
                </a:lnTo>
                <a:lnTo>
                  <a:pt x="42" y="40"/>
                </a:lnTo>
                <a:cubicBezTo>
                  <a:pt x="44" y="38"/>
                  <a:pt x="46" y="37"/>
                  <a:pt x="49" y="36"/>
                </a:cubicBezTo>
                <a:cubicBezTo>
                  <a:pt x="51" y="34"/>
                  <a:pt x="53" y="33"/>
                  <a:pt x="55" y="32"/>
                </a:cubicBezTo>
                <a:lnTo>
                  <a:pt x="54" y="30"/>
                </a:lnTo>
                <a:lnTo>
                  <a:pt x="51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8719920" y="541296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4"/>
                  <a:pt x="26" y="31"/>
                  <a:pt x="23" y="28"/>
                </a:cubicBezTo>
                <a:lnTo>
                  <a:pt x="20" y="22"/>
                </a:lnTo>
                <a:cubicBezTo>
                  <a:pt x="18" y="20"/>
                  <a:pt x="15" y="16"/>
                  <a:pt x="14" y="14"/>
                </a:cubicBezTo>
                <a:cubicBezTo>
                  <a:pt x="14" y="13"/>
                  <a:pt x="15" y="13"/>
                  <a:pt x="17" y="12"/>
                </a:cubicBezTo>
                <a:cubicBezTo>
                  <a:pt x="20" y="8"/>
                  <a:pt x="23" y="9"/>
                  <a:pt x="25" y="12"/>
                </a:cubicBezTo>
                <a:cubicBezTo>
                  <a:pt x="28" y="14"/>
                  <a:pt x="28" y="18"/>
                  <a:pt x="24" y="21"/>
                </a:cubicBezTo>
                <a:cubicBezTo>
                  <a:pt x="24" y="21"/>
                  <a:pt x="23" y="22"/>
                  <a:pt x="22" y="22"/>
                </a:cubicBezTo>
                <a:lnTo>
                  <a:pt x="24" y="27"/>
                </a:lnTo>
                <a:cubicBezTo>
                  <a:pt x="25" y="26"/>
                  <a:pt x="26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7" y="6"/>
                  <a:pt x="14" y="7"/>
                  <a:pt x="12" y="9"/>
                </a:cubicBezTo>
                <a:cubicBezTo>
                  <a:pt x="10" y="12"/>
                  <a:pt x="9" y="13"/>
                  <a:pt x="7" y="14"/>
                </a:cubicBezTo>
                <a:cubicBezTo>
                  <a:pt x="6" y="15"/>
                  <a:pt x="3" y="16"/>
                  <a:pt x="0" y="19"/>
                </a:cubicBezTo>
                <a:lnTo>
                  <a:pt x="1" y="20"/>
                </a:lnTo>
                <a:lnTo>
                  <a:pt x="6" y="19"/>
                </a:lnTo>
                <a:cubicBezTo>
                  <a:pt x="8" y="21"/>
                  <a:pt x="9" y="24"/>
                  <a:pt x="12" y="26"/>
                </a:cubicBezTo>
                <a:lnTo>
                  <a:pt x="17" y="35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5" y="44"/>
                  <a:pt x="28" y="41"/>
                </a:cubicBezTo>
                <a:cubicBezTo>
                  <a:pt x="30" y="40"/>
                  <a:pt x="32" y="39"/>
                  <a:pt x="35" y="35"/>
                </a:cubicBezTo>
                <a:lnTo>
                  <a:pt x="34" y="34"/>
                </a:lnTo>
                <a:lnTo>
                  <a:pt x="3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8736120" y="5401800"/>
            <a:ext cx="15120" cy="16200"/>
          </a:xfrm>
          <a:custGeom>
            <a:rect b="b" l="l" r="r" t="t"/>
            <a:pathLst>
              <a:path extrusionOk="0" h="45" w="42">
                <a:moveTo>
                  <a:pt x="11" y="23"/>
                </a:moveTo>
                <a:lnTo>
                  <a:pt x="6" y="11"/>
                </a:lnTo>
                <a:lnTo>
                  <a:pt x="6" y="8"/>
                </a:lnTo>
                <a:lnTo>
                  <a:pt x="17" y="15"/>
                </a:lnTo>
                <a:lnTo>
                  <a:pt x="11" y="23"/>
                </a:lnTo>
                <a:moveTo>
                  <a:pt x="36" y="15"/>
                </a:moveTo>
                <a:cubicBezTo>
                  <a:pt x="34" y="14"/>
                  <a:pt x="25" y="11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4"/>
                  <a:pt x="1" y="6"/>
                  <a:pt x="0" y="8"/>
                </a:cubicBezTo>
                <a:cubicBezTo>
                  <a:pt x="4" y="19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9" y="38"/>
                  <a:pt x="20" y="37"/>
                  <a:pt x="23" y="34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8"/>
                </a:lnTo>
                <a:cubicBezTo>
                  <a:pt x="24" y="19"/>
                  <a:pt x="28" y="21"/>
                  <a:pt x="30" y="23"/>
                </a:cubicBezTo>
                <a:lnTo>
                  <a:pt x="29" y="25"/>
                </a:lnTo>
                <a:lnTo>
                  <a:pt x="30" y="27"/>
                </a:lnTo>
                <a:cubicBezTo>
                  <a:pt x="32" y="25"/>
                  <a:pt x="33" y="23"/>
                  <a:pt x="35" y="21"/>
                </a:cubicBezTo>
                <a:cubicBezTo>
                  <a:pt x="37" y="19"/>
                  <a:pt x="39" y="17"/>
                  <a:pt x="41" y="15"/>
                </a:cubicBezTo>
                <a:lnTo>
                  <a:pt x="39" y="14"/>
                </a:lnTo>
                <a:lnTo>
                  <a:pt x="36" y="1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8745840" y="538344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20" y="23"/>
                  <a:pt x="19" y="24"/>
                  <a:pt x="19" y="24"/>
                </a:cubicBezTo>
                <a:lnTo>
                  <a:pt x="17" y="23"/>
                </a:lnTo>
                <a:cubicBezTo>
                  <a:pt x="14" y="20"/>
                  <a:pt x="12" y="19"/>
                  <a:pt x="11" y="18"/>
                </a:cubicBezTo>
                <a:cubicBezTo>
                  <a:pt x="12" y="17"/>
                  <a:pt x="12" y="16"/>
                  <a:pt x="13" y="13"/>
                </a:cubicBezTo>
                <a:cubicBezTo>
                  <a:pt x="15" y="11"/>
                  <a:pt x="18" y="10"/>
                  <a:pt x="20" y="12"/>
                </a:cubicBezTo>
                <a:cubicBezTo>
                  <a:pt x="23" y="14"/>
                  <a:pt x="23" y="18"/>
                  <a:pt x="20" y="22"/>
                </a:cubicBezTo>
                <a:moveTo>
                  <a:pt x="44" y="16"/>
                </a:moveTo>
                <a:cubicBezTo>
                  <a:pt x="42" y="16"/>
                  <a:pt x="31" y="17"/>
                  <a:pt x="28" y="17"/>
                </a:cubicBezTo>
                <a:cubicBezTo>
                  <a:pt x="30" y="12"/>
                  <a:pt x="29" y="7"/>
                  <a:pt x="25" y="4"/>
                </a:cubicBezTo>
                <a:cubicBezTo>
                  <a:pt x="22" y="1"/>
                  <a:pt x="18" y="0"/>
                  <a:pt x="12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6" y="18"/>
                  <a:pt x="3" y="20"/>
                </a:cubicBezTo>
                <a:cubicBezTo>
                  <a:pt x="2" y="22"/>
                  <a:pt x="1" y="24"/>
                  <a:pt x="0" y="26"/>
                </a:cubicBezTo>
                <a:lnTo>
                  <a:pt x="2" y="27"/>
                </a:lnTo>
                <a:lnTo>
                  <a:pt x="3" y="24"/>
                </a:lnTo>
                <a:cubicBezTo>
                  <a:pt x="7" y="27"/>
                  <a:pt x="9" y="29"/>
                  <a:pt x="11" y="31"/>
                </a:cubicBezTo>
                <a:lnTo>
                  <a:pt x="19" y="37"/>
                </a:lnTo>
                <a:cubicBezTo>
                  <a:pt x="22" y="39"/>
                  <a:pt x="23" y="42"/>
                  <a:pt x="25" y="44"/>
                </a:cubicBezTo>
                <a:lnTo>
                  <a:pt x="24" y="46"/>
                </a:lnTo>
                <a:lnTo>
                  <a:pt x="26" y="48"/>
                </a:lnTo>
                <a:cubicBezTo>
                  <a:pt x="28" y="45"/>
                  <a:pt x="29" y="43"/>
                  <a:pt x="31" y="40"/>
                </a:cubicBezTo>
                <a:cubicBezTo>
                  <a:pt x="32" y="39"/>
                  <a:pt x="34" y="37"/>
                  <a:pt x="35" y="35"/>
                </a:cubicBezTo>
                <a:lnTo>
                  <a:pt x="33" y="33"/>
                </a:lnTo>
                <a:lnTo>
                  <a:pt x="31" y="36"/>
                </a:lnTo>
                <a:cubicBezTo>
                  <a:pt x="29" y="33"/>
                  <a:pt x="26" y="32"/>
                  <a:pt x="23" y="30"/>
                </a:cubicBezTo>
                <a:lnTo>
                  <a:pt x="22" y="27"/>
                </a:lnTo>
                <a:lnTo>
                  <a:pt x="23" y="24"/>
                </a:lnTo>
                <a:cubicBezTo>
                  <a:pt x="28" y="24"/>
                  <a:pt x="36" y="26"/>
                  <a:pt x="42" y="26"/>
                </a:cubicBezTo>
                <a:cubicBezTo>
                  <a:pt x="44" y="22"/>
                  <a:pt x="45" y="19"/>
                  <a:pt x="49" y="17"/>
                </a:cubicBezTo>
                <a:lnTo>
                  <a:pt x="47" y="14"/>
                </a:lnTo>
                <a:lnTo>
                  <a:pt x="44" y="1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8758440" y="5364720"/>
            <a:ext cx="15840" cy="17280"/>
          </a:xfrm>
          <a:custGeom>
            <a:rect b="b" l="l" r="r" t="t"/>
            <a:pathLst>
              <a:path extrusionOk="0" h="48" w="44">
                <a:moveTo>
                  <a:pt x="33" y="31"/>
                </a:moveTo>
                <a:cubicBezTo>
                  <a:pt x="30" y="37"/>
                  <a:pt x="22" y="37"/>
                  <a:pt x="15" y="33"/>
                </a:cubicBezTo>
                <a:cubicBezTo>
                  <a:pt x="10" y="30"/>
                  <a:pt x="7" y="24"/>
                  <a:pt x="10" y="18"/>
                </a:cubicBezTo>
                <a:cubicBezTo>
                  <a:pt x="13" y="12"/>
                  <a:pt x="20" y="12"/>
                  <a:pt x="25" y="15"/>
                </a:cubicBezTo>
                <a:cubicBezTo>
                  <a:pt x="33" y="19"/>
                  <a:pt x="35" y="25"/>
                  <a:pt x="33" y="31"/>
                </a:cubicBezTo>
                <a:moveTo>
                  <a:pt x="32" y="6"/>
                </a:moveTo>
                <a:cubicBezTo>
                  <a:pt x="21" y="0"/>
                  <a:pt x="12" y="3"/>
                  <a:pt x="7" y="15"/>
                </a:cubicBezTo>
                <a:cubicBezTo>
                  <a:pt x="0" y="26"/>
                  <a:pt x="3" y="37"/>
                  <a:pt x="11" y="41"/>
                </a:cubicBezTo>
                <a:cubicBezTo>
                  <a:pt x="20" y="47"/>
                  <a:pt x="31" y="45"/>
                  <a:pt x="36" y="33"/>
                </a:cubicBezTo>
                <a:cubicBezTo>
                  <a:pt x="43" y="22"/>
                  <a:pt x="40" y="12"/>
                  <a:pt x="32" y="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8674920" y="5445360"/>
            <a:ext cx="5760" cy="6840"/>
          </a:xfrm>
          <a:custGeom>
            <a:rect b="b" l="l" r="r" t="t"/>
            <a:pathLst>
              <a:path extrusionOk="0" h="19" w="16">
                <a:moveTo>
                  <a:pt x="7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4"/>
                  <a:pt x="3" y="18"/>
                  <a:pt x="7" y="18"/>
                </a:cubicBezTo>
                <a:cubicBezTo>
                  <a:pt x="11" y="18"/>
                  <a:pt x="15" y="14"/>
                  <a:pt x="15" y="9"/>
                </a:cubicBezTo>
                <a:cubicBezTo>
                  <a:pt x="15" y="4"/>
                  <a:pt x="11" y="0"/>
                  <a:pt x="7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6"/>
          <p:cNvSpPr/>
          <p:nvPr/>
        </p:nvSpPr>
        <p:spPr>
          <a:xfrm>
            <a:off x="8578080" y="5351040"/>
            <a:ext cx="5760" cy="6840"/>
          </a:xfrm>
          <a:custGeom>
            <a:rect b="b" l="l" r="r" t="t"/>
            <a:pathLst>
              <a:path extrusionOk="0" h="19" w="16">
                <a:moveTo>
                  <a:pt x="8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8772120" y="53510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6"/>
          <p:cNvSpPr txBox="1"/>
          <p:nvPr/>
        </p:nvSpPr>
        <p:spPr>
          <a:xfrm>
            <a:off x="353880" y="307800"/>
            <a:ext cx="3327120" cy="54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>
                <a:latin typeface="Arial Narrow"/>
                <a:ea typeface="Arial Narrow"/>
                <a:cs typeface="Arial Narrow"/>
                <a:sym typeface="Arial Narrow"/>
              </a:rPr>
              <a:t>Lab</a:t>
            </a: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09 Agenda</a:t>
            </a:r>
            <a:endParaRPr b="0" sz="31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16"/>
          <p:cNvSpPr txBox="1"/>
          <p:nvPr/>
        </p:nvSpPr>
        <p:spPr>
          <a:xfrm>
            <a:off x="349200" y="1222200"/>
            <a:ext cx="209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664560" y="1449720"/>
            <a:ext cx="1784880" cy="16920"/>
          </a:xfrm>
          <a:custGeom>
            <a:rect b="b" l="l" r="r" t="t"/>
            <a:pathLst>
              <a:path extrusionOk="0" h="47" w="4958">
                <a:moveTo>
                  <a:pt x="0" y="0"/>
                </a:moveTo>
                <a:lnTo>
                  <a:pt x="2479" y="0"/>
                </a:lnTo>
                <a:lnTo>
                  <a:pt x="4957" y="0"/>
                </a:lnTo>
                <a:lnTo>
                  <a:pt x="4957" y="46"/>
                </a:lnTo>
                <a:lnTo>
                  <a:pt x="2479" y="46"/>
                </a:lnTo>
                <a:lnTo>
                  <a:pt x="0" y="46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37" name="Google Shape;437;p16"/>
          <p:cNvSpPr txBox="1"/>
          <p:nvPr/>
        </p:nvSpPr>
        <p:spPr>
          <a:xfrm>
            <a:off x="664920" y="1222200"/>
            <a:ext cx="17949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500"/>
              <a:t>Lab </a:t>
            </a: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08 Review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" name="Google Shape;438;p16"/>
          <p:cNvSpPr txBox="1"/>
          <p:nvPr/>
        </p:nvSpPr>
        <p:spPr>
          <a:xfrm>
            <a:off x="916920" y="1516320"/>
            <a:ext cx="2235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p16"/>
          <p:cNvSpPr txBox="1"/>
          <p:nvPr/>
        </p:nvSpPr>
        <p:spPr>
          <a:xfrm>
            <a:off x="1230840" y="1553400"/>
            <a:ext cx="20973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Implicit vs Explicit Data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16"/>
          <p:cNvSpPr txBox="1"/>
          <p:nvPr/>
        </p:nvSpPr>
        <p:spPr>
          <a:xfrm>
            <a:off x="916920" y="1838520"/>
            <a:ext cx="2232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16"/>
          <p:cNvSpPr txBox="1"/>
          <p:nvPr/>
        </p:nvSpPr>
        <p:spPr>
          <a:xfrm>
            <a:off x="1230840" y="1875600"/>
            <a:ext cx="1835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Matrix Factorization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16"/>
          <p:cNvSpPr txBox="1"/>
          <p:nvPr/>
        </p:nvSpPr>
        <p:spPr>
          <a:xfrm>
            <a:off x="916920" y="2158200"/>
            <a:ext cx="2232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16"/>
          <p:cNvSpPr txBox="1"/>
          <p:nvPr/>
        </p:nvSpPr>
        <p:spPr>
          <a:xfrm>
            <a:off x="1230840" y="2195640"/>
            <a:ext cx="2833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Collaborative Filtering with ALS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p16"/>
          <p:cNvSpPr txBox="1"/>
          <p:nvPr/>
        </p:nvSpPr>
        <p:spPr>
          <a:xfrm>
            <a:off x="349200" y="2547000"/>
            <a:ext cx="209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664560" y="2773800"/>
            <a:ext cx="2878560" cy="16920"/>
          </a:xfrm>
          <a:custGeom>
            <a:rect b="b" l="l" r="r" t="t"/>
            <a:pathLst>
              <a:path extrusionOk="0" h="47" w="7996">
                <a:moveTo>
                  <a:pt x="0" y="0"/>
                </a:moveTo>
                <a:lnTo>
                  <a:pt x="2666" y="0"/>
                </a:lnTo>
                <a:lnTo>
                  <a:pt x="5330" y="0"/>
                </a:lnTo>
                <a:lnTo>
                  <a:pt x="7995" y="0"/>
                </a:lnTo>
                <a:lnTo>
                  <a:pt x="7995" y="46"/>
                </a:lnTo>
                <a:lnTo>
                  <a:pt x="5330" y="46"/>
                </a:lnTo>
                <a:lnTo>
                  <a:pt x="2666" y="46"/>
                </a:lnTo>
                <a:lnTo>
                  <a:pt x="0" y="46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46" name="Google Shape;446;p16"/>
          <p:cNvSpPr txBox="1"/>
          <p:nvPr/>
        </p:nvSpPr>
        <p:spPr>
          <a:xfrm>
            <a:off x="664920" y="2547000"/>
            <a:ext cx="28992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Streaming using Apache Kafka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7" name="Google Shape;447;p16"/>
          <p:cNvSpPr txBox="1"/>
          <p:nvPr/>
        </p:nvSpPr>
        <p:spPr>
          <a:xfrm>
            <a:off x="916920" y="2843280"/>
            <a:ext cx="2232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16"/>
          <p:cNvSpPr txBox="1"/>
          <p:nvPr/>
        </p:nvSpPr>
        <p:spPr>
          <a:xfrm>
            <a:off x="1230840" y="2880360"/>
            <a:ext cx="13785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Kafka Producer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16"/>
          <p:cNvSpPr txBox="1"/>
          <p:nvPr/>
        </p:nvSpPr>
        <p:spPr>
          <a:xfrm>
            <a:off x="916920" y="3163320"/>
            <a:ext cx="2232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0" name="Google Shape;450;p16"/>
          <p:cNvSpPr txBox="1"/>
          <p:nvPr/>
        </p:nvSpPr>
        <p:spPr>
          <a:xfrm>
            <a:off x="1230840" y="3200400"/>
            <a:ext cx="14760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Kafka Consumer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16"/>
          <p:cNvSpPr txBox="1"/>
          <p:nvPr/>
        </p:nvSpPr>
        <p:spPr>
          <a:xfrm>
            <a:off x="1294920" y="3485160"/>
            <a:ext cx="1962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16"/>
          <p:cNvSpPr txBox="1"/>
          <p:nvPr/>
        </p:nvSpPr>
        <p:spPr>
          <a:xfrm>
            <a:off x="1609560" y="3518280"/>
            <a:ext cx="1803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Visualizing in real-time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16"/>
          <p:cNvSpPr txBox="1"/>
          <p:nvPr/>
        </p:nvSpPr>
        <p:spPr>
          <a:xfrm>
            <a:off x="916920" y="3771720"/>
            <a:ext cx="2232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4" name="Google Shape;454;p16"/>
          <p:cNvSpPr txBox="1"/>
          <p:nvPr/>
        </p:nvSpPr>
        <p:spPr>
          <a:xfrm>
            <a:off x="1230840" y="3809160"/>
            <a:ext cx="3362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case : Clickstream visualization 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p16"/>
          <p:cNvSpPr txBox="1"/>
          <p:nvPr/>
        </p:nvSpPr>
        <p:spPr>
          <a:xfrm>
            <a:off x="5356080" y="1276560"/>
            <a:ext cx="209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5670720" y="1503000"/>
            <a:ext cx="2246760" cy="16920"/>
          </a:xfrm>
          <a:custGeom>
            <a:rect b="b" l="l" r="r" t="t"/>
            <a:pathLst>
              <a:path extrusionOk="0" h="47" w="6241">
                <a:moveTo>
                  <a:pt x="0" y="0"/>
                </a:moveTo>
                <a:lnTo>
                  <a:pt x="2080" y="0"/>
                </a:lnTo>
                <a:lnTo>
                  <a:pt x="4159" y="0"/>
                </a:lnTo>
                <a:lnTo>
                  <a:pt x="6240" y="0"/>
                </a:lnTo>
                <a:lnTo>
                  <a:pt x="6240" y="46"/>
                </a:lnTo>
                <a:lnTo>
                  <a:pt x="4159" y="46"/>
                </a:lnTo>
                <a:lnTo>
                  <a:pt x="2080" y="46"/>
                </a:lnTo>
                <a:lnTo>
                  <a:pt x="0" y="46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57" name="Google Shape;457;p16"/>
          <p:cNvSpPr txBox="1"/>
          <p:nvPr/>
        </p:nvSpPr>
        <p:spPr>
          <a:xfrm>
            <a:off x="5672160" y="1276560"/>
            <a:ext cx="22521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Spark Streaming Basics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8" name="Google Shape;458;p16"/>
          <p:cNvSpPr txBox="1"/>
          <p:nvPr/>
        </p:nvSpPr>
        <p:spPr>
          <a:xfrm>
            <a:off x="6238440" y="1302960"/>
            <a:ext cx="18018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p16"/>
          <p:cNvSpPr txBox="1"/>
          <p:nvPr/>
        </p:nvSpPr>
        <p:spPr>
          <a:xfrm>
            <a:off x="5924160" y="1587000"/>
            <a:ext cx="2232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16"/>
          <p:cNvSpPr txBox="1"/>
          <p:nvPr/>
        </p:nvSpPr>
        <p:spPr>
          <a:xfrm>
            <a:off x="6238440" y="1624080"/>
            <a:ext cx="33657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Lab Task : Click Stream Analysis and 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16"/>
          <p:cNvSpPr txBox="1"/>
          <p:nvPr/>
        </p:nvSpPr>
        <p:spPr>
          <a:xfrm>
            <a:off x="6238440" y="1884720"/>
            <a:ext cx="11901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6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 b="0" sz="1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p16"/>
          <p:cNvSpPr txBox="1"/>
          <p:nvPr/>
        </p:nvSpPr>
        <p:spPr>
          <a:xfrm>
            <a:off x="5420050" y="2582163"/>
            <a:ext cx="402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AU"/>
              <a:t>Work on Assignment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79651" cy="567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6760" y="1019520"/>
            <a:ext cx="6741360" cy="321876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7"/>
          <p:cNvSpPr txBox="1"/>
          <p:nvPr/>
        </p:nvSpPr>
        <p:spPr>
          <a:xfrm>
            <a:off x="554400" y="110520"/>
            <a:ext cx="7036560" cy="54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6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Kafka Use Case (Traffic Data Monitoring)</a:t>
            </a:r>
            <a:endParaRPr b="0" sz="316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0" name="Google Shape;470;p17"/>
          <p:cNvSpPr txBox="1"/>
          <p:nvPr/>
        </p:nvSpPr>
        <p:spPr>
          <a:xfrm>
            <a:off x="1981069" y="5292450"/>
            <a:ext cx="75876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https://www.infoq.com/articles/traffic-data-monitoring-</a:t>
            </a:r>
            <a:r>
              <a:rPr lang="en-AU" sz="1410" u="sng">
                <a:solidFill>
                  <a:schemeClr val="hlink"/>
                </a:solidFill>
                <a:hlinkClick r:id="rId6"/>
              </a:rPr>
              <a:t>iot-kafka-and-spark-streaming/</a:t>
            </a:r>
            <a:endParaRPr sz="141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79651" cy="567055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8"/>
          <p:cNvSpPr txBox="1"/>
          <p:nvPr/>
        </p:nvSpPr>
        <p:spPr>
          <a:xfrm>
            <a:off x="541800" y="1860"/>
            <a:ext cx="40125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What is Apache Kafka?</a:t>
            </a:r>
            <a:endParaRPr b="0" sz="31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7" name="Google Shape;477;p18"/>
          <p:cNvSpPr txBox="1"/>
          <p:nvPr/>
        </p:nvSpPr>
        <p:spPr>
          <a:xfrm>
            <a:off x="2203920" y="5147520"/>
            <a:ext cx="65559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05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https://www.cloudkarafka.com/blog/2016-11-30-part1-kafka-for-beginners-what-is-apache-kafka.html</a:t>
            </a:r>
            <a:endParaRPr b="0" sz="10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8" name="Google Shape;478;p18"/>
          <p:cNvSpPr txBox="1"/>
          <p:nvPr/>
        </p:nvSpPr>
        <p:spPr>
          <a:xfrm>
            <a:off x="270720" y="1540440"/>
            <a:ext cx="19620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18"/>
          <p:cNvSpPr txBox="1"/>
          <p:nvPr/>
        </p:nvSpPr>
        <p:spPr>
          <a:xfrm>
            <a:off x="649080" y="1540440"/>
            <a:ext cx="329688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Publish-subscribe messaging system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18"/>
          <p:cNvSpPr txBox="1"/>
          <p:nvPr/>
        </p:nvSpPr>
        <p:spPr>
          <a:xfrm>
            <a:off x="270720" y="1792800"/>
            <a:ext cx="19620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18"/>
          <p:cNvSpPr txBox="1"/>
          <p:nvPr/>
        </p:nvSpPr>
        <p:spPr>
          <a:xfrm>
            <a:off x="649080" y="1792800"/>
            <a:ext cx="282636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Enables distributed applications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18"/>
          <p:cNvSpPr txBox="1"/>
          <p:nvPr/>
        </p:nvSpPr>
        <p:spPr>
          <a:xfrm>
            <a:off x="270720" y="2045880"/>
            <a:ext cx="19620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p18"/>
          <p:cNvSpPr txBox="1"/>
          <p:nvPr/>
        </p:nvSpPr>
        <p:spPr>
          <a:xfrm>
            <a:off x="649080" y="2045880"/>
            <a:ext cx="452988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Brokers utilize Apache ZooKeeper for management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p18"/>
          <p:cNvSpPr txBox="1"/>
          <p:nvPr/>
        </p:nvSpPr>
        <p:spPr>
          <a:xfrm>
            <a:off x="649080" y="2298960"/>
            <a:ext cx="264168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coordination of the cluster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18"/>
          <p:cNvSpPr txBox="1"/>
          <p:nvPr/>
        </p:nvSpPr>
        <p:spPr>
          <a:xfrm>
            <a:off x="270720" y="2551680"/>
            <a:ext cx="19656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18"/>
          <p:cNvSpPr txBox="1"/>
          <p:nvPr/>
        </p:nvSpPr>
        <p:spPr>
          <a:xfrm>
            <a:off x="649080" y="2551680"/>
            <a:ext cx="431640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broker instance is capable of handling read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p18"/>
          <p:cNvSpPr txBox="1"/>
          <p:nvPr/>
        </p:nvSpPr>
        <p:spPr>
          <a:xfrm>
            <a:off x="649080" y="2805120"/>
            <a:ext cx="420732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write quantities reaching to the hundreds of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" name="Google Shape;488;p18"/>
          <p:cNvSpPr txBox="1"/>
          <p:nvPr/>
        </p:nvSpPr>
        <p:spPr>
          <a:xfrm>
            <a:off x="649080" y="3058200"/>
            <a:ext cx="367308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thousands each second (and terabytes of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9" name="Google Shape;48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2520" y="1226160"/>
            <a:ext cx="4543920" cy="165456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8"/>
          <p:cNvSpPr txBox="1"/>
          <p:nvPr/>
        </p:nvSpPr>
        <p:spPr>
          <a:xfrm>
            <a:off x="649080" y="3305880"/>
            <a:ext cx="4138920" cy="23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messages) without any impact on performance.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18"/>
          <p:cNvSpPr txBox="1"/>
          <p:nvPr/>
        </p:nvSpPr>
        <p:spPr>
          <a:xfrm>
            <a:off x="2203920" y="5365680"/>
            <a:ext cx="35763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06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https://www.instaclustr.com/apache-kafka-architecture/</a:t>
            </a:r>
            <a:endParaRPr b="0" sz="106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79651" cy="567055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9"/>
          <p:cNvSpPr txBox="1"/>
          <p:nvPr/>
        </p:nvSpPr>
        <p:spPr>
          <a:xfrm>
            <a:off x="237000" y="21360"/>
            <a:ext cx="40125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>
                <a:latin typeface="Arial Narrow"/>
                <a:ea typeface="Arial Narrow"/>
                <a:cs typeface="Arial Narrow"/>
                <a:sym typeface="Arial Narrow"/>
              </a:rPr>
              <a:t>Environment</a:t>
            </a:r>
            <a:endParaRPr b="0" sz="31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19"/>
          <p:cNvSpPr txBox="1"/>
          <p:nvPr/>
        </p:nvSpPr>
        <p:spPr>
          <a:xfrm>
            <a:off x="931374" y="1531913"/>
            <a:ext cx="13527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/>
              <a:t>Web</a:t>
            </a:r>
            <a:r>
              <a:rPr lang="en-AU" sz="1600">
                <a:latin typeface="Arial"/>
                <a:ea typeface="Arial"/>
                <a:cs typeface="Arial"/>
                <a:sym typeface="Arial"/>
              </a:rPr>
              <a:t> Browser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4067075" y="682175"/>
            <a:ext cx="2997478" cy="2001472"/>
          </a:xfrm>
          <a:custGeom>
            <a:rect b="b" l="l" r="r" t="t"/>
            <a:pathLst>
              <a:path extrusionOk="0" h="1844675" w="2875279">
                <a:moveTo>
                  <a:pt x="0" y="31463"/>
                </a:moveTo>
                <a:lnTo>
                  <a:pt x="2472" y="19216"/>
                </a:lnTo>
                <a:lnTo>
                  <a:pt x="9215" y="9215"/>
                </a:lnTo>
                <a:lnTo>
                  <a:pt x="19216" y="2472"/>
                </a:lnTo>
                <a:lnTo>
                  <a:pt x="31463" y="0"/>
                </a:lnTo>
                <a:lnTo>
                  <a:pt x="2843472" y="0"/>
                </a:lnTo>
                <a:lnTo>
                  <a:pt x="2851816" y="0"/>
                </a:lnTo>
                <a:lnTo>
                  <a:pt x="2859819" y="3314"/>
                </a:lnTo>
                <a:lnTo>
                  <a:pt x="2865720" y="9215"/>
                </a:lnTo>
                <a:lnTo>
                  <a:pt x="2871620" y="15115"/>
                </a:lnTo>
                <a:lnTo>
                  <a:pt x="2874935" y="23118"/>
                </a:lnTo>
                <a:lnTo>
                  <a:pt x="2874935" y="31463"/>
                </a:lnTo>
                <a:lnTo>
                  <a:pt x="2874935" y="1812835"/>
                </a:lnTo>
                <a:lnTo>
                  <a:pt x="2872462" y="1825082"/>
                </a:lnTo>
                <a:lnTo>
                  <a:pt x="2865720" y="1835083"/>
                </a:lnTo>
                <a:lnTo>
                  <a:pt x="2855719" y="1841826"/>
                </a:lnTo>
                <a:lnTo>
                  <a:pt x="2843472" y="1844298"/>
                </a:lnTo>
                <a:lnTo>
                  <a:pt x="31463" y="1844298"/>
                </a:lnTo>
                <a:lnTo>
                  <a:pt x="19216" y="1841826"/>
                </a:lnTo>
                <a:lnTo>
                  <a:pt x="9215" y="1835083"/>
                </a:lnTo>
                <a:lnTo>
                  <a:pt x="2472" y="1825082"/>
                </a:lnTo>
                <a:lnTo>
                  <a:pt x="0" y="1812835"/>
                </a:lnTo>
                <a:lnTo>
                  <a:pt x="0" y="31463"/>
                </a:lnTo>
                <a:close/>
              </a:path>
            </a:pathLst>
          </a:custGeom>
          <a:noFill/>
          <a:ln cap="flat" cmpd="sng" w="9525">
            <a:solidFill>
              <a:srgbClr val="38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0" name="Google Shape;5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6057" y="899214"/>
            <a:ext cx="850314" cy="390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3651" y="1723217"/>
            <a:ext cx="1031650" cy="348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96892" y="1289516"/>
            <a:ext cx="669576" cy="3487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3" name="Google Shape;503;p19"/>
          <p:cNvGrpSpPr/>
          <p:nvPr/>
        </p:nvGrpSpPr>
        <p:grpSpPr>
          <a:xfrm>
            <a:off x="4199509" y="1314316"/>
            <a:ext cx="1485900" cy="567000"/>
            <a:chOff x="5188084" y="2760716"/>
            <a:chExt cx="1485900" cy="567000"/>
          </a:xfrm>
        </p:grpSpPr>
        <p:sp>
          <p:nvSpPr>
            <p:cNvPr id="504" name="Google Shape;504;p19"/>
            <p:cNvSpPr txBox="1"/>
            <p:nvPr/>
          </p:nvSpPr>
          <p:spPr>
            <a:xfrm>
              <a:off x="5188084" y="2760716"/>
              <a:ext cx="1485900" cy="567000"/>
            </a:xfrm>
            <a:prstGeom prst="rect">
              <a:avLst/>
            </a:prstGeom>
            <a:noFill/>
            <a:ln cap="flat" cmpd="sng" w="9525">
              <a:solidFill>
                <a:srgbClr val="385E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104125">
              <a:spAutoFit/>
            </a:bodyPr>
            <a:lstStyle/>
            <a:p>
              <a:pPr indent="0" lvl="0" marL="228600" marR="75946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AU" sz="900">
                  <a:latin typeface="Arial"/>
                  <a:ea typeface="Arial"/>
                  <a:cs typeface="Arial"/>
                  <a:sym typeface="Arial"/>
                </a:rPr>
                <a:t>Jupyter Notebook Server</a:t>
              </a:r>
              <a:endParaRPr sz="900"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5" name="Google Shape;505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042687" y="2817192"/>
              <a:ext cx="427689" cy="4953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6" name="Google Shape;506;p19"/>
          <p:cNvSpPr/>
          <p:nvPr/>
        </p:nvSpPr>
        <p:spPr>
          <a:xfrm>
            <a:off x="4115700" y="1489825"/>
            <a:ext cx="152100" cy="1572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07" name="Google Shape;507;p19"/>
          <p:cNvSpPr txBox="1"/>
          <p:nvPr/>
        </p:nvSpPr>
        <p:spPr>
          <a:xfrm>
            <a:off x="4108607" y="581950"/>
            <a:ext cx="1667700" cy="2496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857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>
                <a:solidFill>
                  <a:srgbClr val="FFFFFF"/>
                </a:solidFill>
              </a:rPr>
              <a:t>Docker Container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3835900" y="1483325"/>
            <a:ext cx="152100" cy="157200"/>
          </a:xfrm>
          <a:prstGeom prst="ellipse">
            <a:avLst/>
          </a:prstGeom>
          <a:solidFill>
            <a:srgbClr val="4F81BD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9" name="Google Shape;509;p19"/>
          <p:cNvCxnSpPr>
            <a:stCxn id="508" idx="6"/>
            <a:endCxn id="506" idx="2"/>
          </p:cNvCxnSpPr>
          <p:nvPr/>
        </p:nvCxnSpPr>
        <p:spPr>
          <a:xfrm>
            <a:off x="3988000" y="1561925"/>
            <a:ext cx="127800" cy="66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0" name="Google Shape;510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4100" y="1860700"/>
            <a:ext cx="934124" cy="934124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9"/>
          <p:cNvSpPr/>
          <p:nvPr/>
        </p:nvSpPr>
        <p:spPr>
          <a:xfrm>
            <a:off x="4032775" y="2682250"/>
            <a:ext cx="4929600" cy="5658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/>
              <a:t>Operating System(Windows/Linux/MacOS)</a:t>
            </a:r>
            <a:endParaRPr/>
          </a:p>
        </p:txBody>
      </p:sp>
      <p:cxnSp>
        <p:nvCxnSpPr>
          <p:cNvPr id="512" name="Google Shape;512;p19"/>
          <p:cNvCxnSpPr>
            <a:stCxn id="508" idx="2"/>
            <a:endCxn id="513" idx="3"/>
          </p:cNvCxnSpPr>
          <p:nvPr/>
        </p:nvCxnSpPr>
        <p:spPr>
          <a:xfrm rot="10800000">
            <a:off x="2657500" y="1380125"/>
            <a:ext cx="1178400" cy="1818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4" name="Google Shape;514;p19"/>
          <p:cNvSpPr txBox="1"/>
          <p:nvPr/>
        </p:nvSpPr>
        <p:spPr>
          <a:xfrm>
            <a:off x="314650" y="2794825"/>
            <a:ext cx="322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latin typeface="Trebuchet MS"/>
                <a:ea typeface="Trebuchet MS"/>
                <a:cs typeface="Trebuchet MS"/>
                <a:sym typeface="Trebuchet MS"/>
              </a:rPr>
              <a:t>Local Folder(Jupyter, data files)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15" name="Google Shape;51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66475" y="1938563"/>
            <a:ext cx="850350" cy="692961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9"/>
          <p:cNvSpPr/>
          <p:nvPr/>
        </p:nvSpPr>
        <p:spPr>
          <a:xfrm>
            <a:off x="7064550" y="682175"/>
            <a:ext cx="1897684" cy="779375"/>
          </a:xfrm>
          <a:custGeom>
            <a:rect b="b" l="l" r="r" t="t"/>
            <a:pathLst>
              <a:path extrusionOk="0" h="1844675" w="2875279">
                <a:moveTo>
                  <a:pt x="0" y="31463"/>
                </a:moveTo>
                <a:lnTo>
                  <a:pt x="2472" y="19216"/>
                </a:lnTo>
                <a:lnTo>
                  <a:pt x="9215" y="9215"/>
                </a:lnTo>
                <a:lnTo>
                  <a:pt x="19216" y="2472"/>
                </a:lnTo>
                <a:lnTo>
                  <a:pt x="31463" y="0"/>
                </a:lnTo>
                <a:lnTo>
                  <a:pt x="2843472" y="0"/>
                </a:lnTo>
                <a:lnTo>
                  <a:pt x="2851816" y="0"/>
                </a:lnTo>
                <a:lnTo>
                  <a:pt x="2859819" y="3314"/>
                </a:lnTo>
                <a:lnTo>
                  <a:pt x="2865720" y="9215"/>
                </a:lnTo>
                <a:lnTo>
                  <a:pt x="2871620" y="15115"/>
                </a:lnTo>
                <a:lnTo>
                  <a:pt x="2874935" y="23118"/>
                </a:lnTo>
                <a:lnTo>
                  <a:pt x="2874935" y="31463"/>
                </a:lnTo>
                <a:lnTo>
                  <a:pt x="2874935" y="1812835"/>
                </a:lnTo>
                <a:lnTo>
                  <a:pt x="2872462" y="1825082"/>
                </a:lnTo>
                <a:lnTo>
                  <a:pt x="2865720" y="1835083"/>
                </a:lnTo>
                <a:lnTo>
                  <a:pt x="2855719" y="1841826"/>
                </a:lnTo>
                <a:lnTo>
                  <a:pt x="2843472" y="1844298"/>
                </a:lnTo>
                <a:lnTo>
                  <a:pt x="31463" y="1844298"/>
                </a:lnTo>
                <a:lnTo>
                  <a:pt x="19216" y="1841826"/>
                </a:lnTo>
                <a:lnTo>
                  <a:pt x="9215" y="1835083"/>
                </a:lnTo>
                <a:lnTo>
                  <a:pt x="2472" y="1825082"/>
                </a:lnTo>
                <a:lnTo>
                  <a:pt x="0" y="1812835"/>
                </a:lnTo>
                <a:lnTo>
                  <a:pt x="0" y="31463"/>
                </a:lnTo>
                <a:close/>
              </a:path>
            </a:pathLst>
          </a:custGeom>
          <a:noFill/>
          <a:ln cap="flat" cmpd="sng" w="9525">
            <a:solidFill>
              <a:srgbClr val="38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7" name="Google Shape;517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362113" y="1785138"/>
            <a:ext cx="1114425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9"/>
          <p:cNvSpPr/>
          <p:nvPr/>
        </p:nvSpPr>
        <p:spPr>
          <a:xfrm>
            <a:off x="7064550" y="1682224"/>
            <a:ext cx="1897684" cy="986901"/>
          </a:xfrm>
          <a:custGeom>
            <a:rect b="b" l="l" r="r" t="t"/>
            <a:pathLst>
              <a:path extrusionOk="0" h="1844675" w="2875279">
                <a:moveTo>
                  <a:pt x="0" y="31463"/>
                </a:moveTo>
                <a:lnTo>
                  <a:pt x="2472" y="19216"/>
                </a:lnTo>
                <a:lnTo>
                  <a:pt x="9215" y="9215"/>
                </a:lnTo>
                <a:lnTo>
                  <a:pt x="19216" y="2472"/>
                </a:lnTo>
                <a:lnTo>
                  <a:pt x="31463" y="0"/>
                </a:lnTo>
                <a:lnTo>
                  <a:pt x="2843472" y="0"/>
                </a:lnTo>
                <a:lnTo>
                  <a:pt x="2851816" y="0"/>
                </a:lnTo>
                <a:lnTo>
                  <a:pt x="2859819" y="3314"/>
                </a:lnTo>
                <a:lnTo>
                  <a:pt x="2865720" y="9215"/>
                </a:lnTo>
                <a:lnTo>
                  <a:pt x="2871620" y="15115"/>
                </a:lnTo>
                <a:lnTo>
                  <a:pt x="2874935" y="23118"/>
                </a:lnTo>
                <a:lnTo>
                  <a:pt x="2874935" y="31463"/>
                </a:lnTo>
                <a:lnTo>
                  <a:pt x="2874935" y="1812835"/>
                </a:lnTo>
                <a:lnTo>
                  <a:pt x="2872462" y="1825082"/>
                </a:lnTo>
                <a:lnTo>
                  <a:pt x="2865720" y="1835083"/>
                </a:lnTo>
                <a:lnTo>
                  <a:pt x="2855719" y="1841826"/>
                </a:lnTo>
                <a:lnTo>
                  <a:pt x="2843472" y="1844298"/>
                </a:lnTo>
                <a:lnTo>
                  <a:pt x="31463" y="1844298"/>
                </a:lnTo>
                <a:lnTo>
                  <a:pt x="19216" y="1841826"/>
                </a:lnTo>
                <a:lnTo>
                  <a:pt x="9215" y="1835083"/>
                </a:lnTo>
                <a:lnTo>
                  <a:pt x="2472" y="1825082"/>
                </a:lnTo>
                <a:lnTo>
                  <a:pt x="0" y="1812835"/>
                </a:lnTo>
                <a:lnTo>
                  <a:pt x="0" y="31463"/>
                </a:lnTo>
                <a:close/>
              </a:path>
            </a:pathLst>
          </a:custGeom>
          <a:noFill/>
          <a:ln cap="flat" cmpd="sng" w="9525">
            <a:solidFill>
              <a:srgbClr val="385E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9" name="Google Shape;519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43625" y="829150"/>
            <a:ext cx="1520550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19"/>
          <p:cNvSpPr txBox="1"/>
          <p:nvPr/>
        </p:nvSpPr>
        <p:spPr>
          <a:xfrm>
            <a:off x="7161695" y="581950"/>
            <a:ext cx="1667700" cy="24960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857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>
                <a:solidFill>
                  <a:srgbClr val="FFFFFF"/>
                </a:solidFill>
              </a:rPr>
              <a:t>Docker Container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9"/>
          <p:cNvSpPr txBox="1"/>
          <p:nvPr/>
        </p:nvSpPr>
        <p:spPr>
          <a:xfrm>
            <a:off x="7143632" y="1555900"/>
            <a:ext cx="1667700" cy="24960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857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>
                <a:solidFill>
                  <a:srgbClr val="FFFFFF"/>
                </a:solidFill>
              </a:rPr>
              <a:t>Docker Container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9"/>
          <p:cNvSpPr/>
          <p:nvPr/>
        </p:nvSpPr>
        <p:spPr>
          <a:xfrm rot="189367">
            <a:off x="1587572" y="2181410"/>
            <a:ext cx="2773507" cy="348529"/>
          </a:xfrm>
          <a:prstGeom prst="leftRightArrow">
            <a:avLst>
              <a:gd fmla="val 50000" name="adj1"/>
              <a:gd fmla="val 80642" name="adj2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/>
              <a:t>Bind Mount</a:t>
            </a:r>
            <a:endParaRPr/>
          </a:p>
        </p:txBody>
      </p:sp>
      <p:pic>
        <p:nvPicPr>
          <p:cNvPr id="513" name="Google Shape;513;p1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05650" y="912925"/>
            <a:ext cx="2251744" cy="93412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19"/>
          <p:cNvSpPr txBox="1"/>
          <p:nvPr/>
        </p:nvSpPr>
        <p:spPr>
          <a:xfrm>
            <a:off x="314650" y="3851125"/>
            <a:ext cx="8734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1100">
                <a:solidFill>
                  <a:schemeClr val="dk1"/>
                </a:solidFill>
              </a:rPr>
              <a:t>Step 1: </a:t>
            </a:r>
            <a:r>
              <a:rPr b="1" lang="en-AU" sz="1100">
                <a:solidFill>
                  <a:schemeClr val="dk1"/>
                </a:solidFill>
              </a:rPr>
              <a:t>docker run -d --network fit5202 --name zookeeper -p 2181:2181 monashfit/fit5202-zookeeper</a:t>
            </a:r>
            <a:endParaRPr/>
          </a:p>
        </p:txBody>
      </p:sp>
      <p:sp>
        <p:nvSpPr>
          <p:cNvPr id="524" name="Google Shape;524;p19"/>
          <p:cNvSpPr txBox="1"/>
          <p:nvPr/>
        </p:nvSpPr>
        <p:spPr>
          <a:xfrm>
            <a:off x="298700" y="4164675"/>
            <a:ext cx="97818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100">
                <a:solidFill>
                  <a:schemeClr val="dk1"/>
                </a:solidFill>
              </a:rPr>
              <a:t>Step 2: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AU" sz="1100">
                <a:solidFill>
                  <a:schemeClr val="dk1"/>
                </a:solidFill>
              </a:rPr>
              <a:t>docker run -d --network fit5202 --name kafka -e KAFKA_ZOOKEEPER_CONNECT=</a:t>
            </a:r>
            <a:r>
              <a:rPr b="1" lang="en-AU" sz="1100">
                <a:solidFill>
                  <a:srgbClr val="FF0000"/>
                </a:solidFill>
              </a:rPr>
              <a:t>zookeeper</a:t>
            </a:r>
            <a:r>
              <a:rPr b="1" lang="en-AU" sz="1100">
                <a:solidFill>
                  <a:schemeClr val="dk1"/>
                </a:solidFill>
              </a:rPr>
              <a:t>:2181 -e KAFKA_ADVERTISED_HOST_NAME=</a:t>
            </a:r>
            <a:r>
              <a:rPr b="1" lang="en-AU" sz="1100">
                <a:solidFill>
                  <a:srgbClr val="FF0000"/>
                </a:solidFill>
              </a:rPr>
              <a:t>kafka</a:t>
            </a:r>
            <a:r>
              <a:rPr b="1" lang="en-AU" sz="1100">
                <a:solidFill>
                  <a:schemeClr val="dk1"/>
                </a:solidFill>
              </a:rPr>
              <a:t> -p 9092:9092 monashfit/fit5202-kafka</a:t>
            </a:r>
            <a:endParaRPr/>
          </a:p>
        </p:txBody>
      </p:sp>
      <p:sp>
        <p:nvSpPr>
          <p:cNvPr id="525" name="Google Shape;525;p19"/>
          <p:cNvSpPr txBox="1"/>
          <p:nvPr/>
        </p:nvSpPr>
        <p:spPr>
          <a:xfrm>
            <a:off x="-127750" y="3246050"/>
            <a:ext cx="8995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12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“ZooKeeper is a centralised service for maintaining configuration information, naming, providing distributed synchronisation, and providing group services.”</a:t>
            </a:r>
            <a:endParaRPr/>
          </a:p>
        </p:txBody>
      </p:sp>
      <p:sp>
        <p:nvSpPr>
          <p:cNvPr id="526" name="Google Shape;526;p19"/>
          <p:cNvSpPr txBox="1"/>
          <p:nvPr/>
        </p:nvSpPr>
        <p:spPr>
          <a:xfrm>
            <a:off x="329450" y="4713375"/>
            <a:ext cx="91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>
                <a:solidFill>
                  <a:srgbClr val="CC0000"/>
                </a:solidFill>
              </a:rPr>
              <a:t>All timezones in three containers are UTC. It can be configured with TZ </a:t>
            </a:r>
            <a:r>
              <a:rPr lang="en-AU" sz="1200">
                <a:solidFill>
                  <a:srgbClr val="CC0000"/>
                </a:solidFill>
              </a:rPr>
              <a:t>environment</a:t>
            </a:r>
            <a:r>
              <a:rPr lang="en-AU" sz="1200">
                <a:solidFill>
                  <a:srgbClr val="CC0000"/>
                </a:solidFill>
              </a:rPr>
              <a:t> variable(e.g. -e TZ=Australia/Melbourne).</a:t>
            </a:r>
            <a:endParaRPr sz="12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79651" cy="567055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0"/>
          <p:cNvSpPr/>
          <p:nvPr/>
        </p:nvSpPr>
        <p:spPr>
          <a:xfrm>
            <a:off x="513720" y="2212200"/>
            <a:ext cx="1877400" cy="508680"/>
          </a:xfrm>
          <a:custGeom>
            <a:rect b="b" l="l" r="r" t="t"/>
            <a:pathLst>
              <a:path extrusionOk="0" h="1413" w="5215">
                <a:moveTo>
                  <a:pt x="0" y="1412"/>
                </a:moveTo>
                <a:lnTo>
                  <a:pt x="5214" y="1412"/>
                </a:lnTo>
                <a:lnTo>
                  <a:pt x="5214" y="0"/>
                </a:lnTo>
                <a:lnTo>
                  <a:pt x="0" y="0"/>
                </a:lnTo>
                <a:lnTo>
                  <a:pt x="0" y="1412"/>
                </a:lnTo>
              </a:path>
            </a:pathLst>
          </a:custGeom>
          <a:solidFill>
            <a:srgbClr val="FFFFFF"/>
          </a:solidFill>
          <a:ln cap="flat" cmpd="sng" w="11875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33" name="Google Shape;533;p20"/>
          <p:cNvSpPr txBox="1"/>
          <p:nvPr/>
        </p:nvSpPr>
        <p:spPr>
          <a:xfrm>
            <a:off x="478200" y="34320"/>
            <a:ext cx="81252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60">
                <a:latin typeface="Arial Narrow"/>
                <a:ea typeface="Arial Narrow"/>
                <a:cs typeface="Arial Narrow"/>
                <a:sym typeface="Arial Narrow"/>
              </a:rPr>
              <a:t>K</a:t>
            </a:r>
            <a:r>
              <a:rPr b="1" lang="en-AU" sz="316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afka Implementation Scenarios for Lab</a:t>
            </a:r>
            <a:endParaRPr b="0" sz="316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5846400" y="933480"/>
            <a:ext cx="2295360" cy="391320"/>
          </a:xfrm>
          <a:custGeom>
            <a:rect b="b" l="l" r="r" t="t"/>
            <a:pathLst>
              <a:path extrusionOk="0" h="1087" w="6376">
                <a:moveTo>
                  <a:pt x="0" y="1086"/>
                </a:moveTo>
                <a:lnTo>
                  <a:pt x="6375" y="1086"/>
                </a:lnTo>
                <a:lnTo>
                  <a:pt x="6375" y="0"/>
                </a:lnTo>
                <a:lnTo>
                  <a:pt x="0" y="0"/>
                </a:lnTo>
                <a:lnTo>
                  <a:pt x="0" y="1086"/>
                </a:lnTo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535" name="Google Shape;535;p20"/>
          <p:cNvSpPr txBox="1"/>
          <p:nvPr/>
        </p:nvSpPr>
        <p:spPr>
          <a:xfrm>
            <a:off x="1089720" y="2378880"/>
            <a:ext cx="728280" cy="21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Producer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20"/>
          <p:cNvSpPr/>
          <p:nvPr/>
        </p:nvSpPr>
        <p:spPr>
          <a:xfrm>
            <a:off x="5846400" y="1502640"/>
            <a:ext cx="2295360" cy="522720"/>
          </a:xfrm>
          <a:custGeom>
            <a:rect b="b" l="l" r="r" t="t"/>
            <a:pathLst>
              <a:path extrusionOk="0" h="1452" w="6376">
                <a:moveTo>
                  <a:pt x="0" y="1451"/>
                </a:moveTo>
                <a:lnTo>
                  <a:pt x="6375" y="1451"/>
                </a:lnTo>
                <a:lnTo>
                  <a:pt x="6375" y="0"/>
                </a:lnTo>
                <a:lnTo>
                  <a:pt x="0" y="0"/>
                </a:lnTo>
                <a:lnTo>
                  <a:pt x="0" y="1451"/>
                </a:lnTo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537" name="Google Shape;537;p20"/>
          <p:cNvSpPr txBox="1"/>
          <p:nvPr/>
        </p:nvSpPr>
        <p:spPr>
          <a:xfrm>
            <a:off x="6141960" y="1041120"/>
            <a:ext cx="1699200" cy="21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Visualize in Real-time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8" name="Google Shape;538;p20"/>
          <p:cNvSpPr txBox="1"/>
          <p:nvPr/>
        </p:nvSpPr>
        <p:spPr>
          <a:xfrm>
            <a:off x="6437520" y="1550520"/>
            <a:ext cx="1153080" cy="21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Aggregation +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9" name="Google Shape;539;p20"/>
          <p:cNvSpPr/>
          <p:nvPr/>
        </p:nvSpPr>
        <p:spPr>
          <a:xfrm>
            <a:off x="5846400" y="2153160"/>
            <a:ext cx="2295360" cy="815400"/>
          </a:xfrm>
          <a:custGeom>
            <a:rect b="b" l="l" r="r" t="t"/>
            <a:pathLst>
              <a:path extrusionOk="0" h="2265" w="6376">
                <a:moveTo>
                  <a:pt x="0" y="2264"/>
                </a:moveTo>
                <a:lnTo>
                  <a:pt x="6375" y="2264"/>
                </a:lnTo>
                <a:lnTo>
                  <a:pt x="6375" y="0"/>
                </a:lnTo>
                <a:lnTo>
                  <a:pt x="0" y="0"/>
                </a:lnTo>
                <a:lnTo>
                  <a:pt x="0" y="2264"/>
                </a:lnTo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540" name="Google Shape;540;p20"/>
          <p:cNvSpPr txBox="1"/>
          <p:nvPr/>
        </p:nvSpPr>
        <p:spPr>
          <a:xfrm>
            <a:off x="6489720" y="1803600"/>
            <a:ext cx="1008720" cy="21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p20"/>
          <p:cNvSpPr txBox="1"/>
          <p:nvPr/>
        </p:nvSpPr>
        <p:spPr>
          <a:xfrm>
            <a:off x="6341760" y="2219760"/>
            <a:ext cx="1344960" cy="21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Multiple graphs,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20"/>
          <p:cNvSpPr txBox="1"/>
          <p:nvPr/>
        </p:nvSpPr>
        <p:spPr>
          <a:xfrm>
            <a:off x="6104880" y="2472840"/>
            <a:ext cx="1813680" cy="21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annotating interesting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3" name="Google Shape;543;p20"/>
          <p:cNvSpPr/>
          <p:nvPr/>
        </p:nvSpPr>
        <p:spPr>
          <a:xfrm>
            <a:off x="5846400" y="3093840"/>
            <a:ext cx="2295360" cy="622080"/>
          </a:xfrm>
          <a:custGeom>
            <a:rect b="b" l="l" r="r" t="t"/>
            <a:pathLst>
              <a:path extrusionOk="0" h="1728" w="6376">
                <a:moveTo>
                  <a:pt x="0" y="1727"/>
                </a:moveTo>
                <a:lnTo>
                  <a:pt x="6375" y="1727"/>
                </a:lnTo>
                <a:lnTo>
                  <a:pt x="6375" y="0"/>
                </a:lnTo>
                <a:lnTo>
                  <a:pt x="0" y="0"/>
                </a:lnTo>
                <a:lnTo>
                  <a:pt x="0" y="1727"/>
                </a:lnTo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544" name="Google Shape;544;p20"/>
          <p:cNvSpPr txBox="1"/>
          <p:nvPr/>
        </p:nvSpPr>
        <p:spPr>
          <a:xfrm>
            <a:off x="6744960" y="2725200"/>
            <a:ext cx="497880" cy="21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points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5" name="Google Shape;545;p20"/>
          <p:cNvSpPr txBox="1"/>
          <p:nvPr/>
        </p:nvSpPr>
        <p:spPr>
          <a:xfrm>
            <a:off x="6399000" y="3191400"/>
            <a:ext cx="1233720" cy="21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Rolling Mean +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6" name="Google Shape;546;p20"/>
          <p:cNvSpPr/>
          <p:nvPr/>
        </p:nvSpPr>
        <p:spPr>
          <a:xfrm>
            <a:off x="513720" y="4241640"/>
            <a:ext cx="1877400" cy="508320"/>
          </a:xfrm>
          <a:custGeom>
            <a:rect b="b" l="l" r="r" t="t"/>
            <a:pathLst>
              <a:path extrusionOk="0" h="1412" w="5215">
                <a:moveTo>
                  <a:pt x="0" y="1411"/>
                </a:moveTo>
                <a:lnTo>
                  <a:pt x="5214" y="1411"/>
                </a:lnTo>
                <a:lnTo>
                  <a:pt x="5214" y="0"/>
                </a:lnTo>
                <a:lnTo>
                  <a:pt x="0" y="0"/>
                </a:lnTo>
                <a:lnTo>
                  <a:pt x="0" y="1411"/>
                </a:lnTo>
              </a:path>
            </a:pathLst>
          </a:custGeom>
          <a:solidFill>
            <a:srgbClr val="FFFFFF"/>
          </a:solidFill>
          <a:ln cap="flat" cmpd="sng" w="11875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47" name="Google Shape;547;p20"/>
          <p:cNvSpPr txBox="1"/>
          <p:nvPr/>
        </p:nvSpPr>
        <p:spPr>
          <a:xfrm>
            <a:off x="6489720" y="3444480"/>
            <a:ext cx="1008720" cy="21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8" name="Google Shape;548;p20"/>
          <p:cNvSpPr txBox="1"/>
          <p:nvPr/>
        </p:nvSpPr>
        <p:spPr>
          <a:xfrm>
            <a:off x="700920" y="4281960"/>
            <a:ext cx="15444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Producer (Multiple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9" name="Google Shape;549;p20"/>
          <p:cNvSpPr/>
          <p:nvPr/>
        </p:nvSpPr>
        <p:spPr>
          <a:xfrm>
            <a:off x="3231720" y="2212560"/>
            <a:ext cx="1496160" cy="493920"/>
          </a:xfrm>
          <a:custGeom>
            <a:rect b="b" l="l" r="r" t="t"/>
            <a:pathLst>
              <a:path extrusionOk="0" h="1372" w="4156">
                <a:moveTo>
                  <a:pt x="0" y="230"/>
                </a:moveTo>
                <a:cubicBezTo>
                  <a:pt x="0" y="103"/>
                  <a:pt x="96" y="0"/>
                  <a:pt x="213" y="0"/>
                </a:cubicBezTo>
                <a:lnTo>
                  <a:pt x="3942" y="0"/>
                </a:lnTo>
                <a:cubicBezTo>
                  <a:pt x="4060" y="0"/>
                  <a:pt x="4155" y="103"/>
                  <a:pt x="4155" y="230"/>
                </a:cubicBezTo>
                <a:lnTo>
                  <a:pt x="4155" y="1143"/>
                </a:lnTo>
                <a:cubicBezTo>
                  <a:pt x="4155" y="1270"/>
                  <a:pt x="4060" y="1371"/>
                  <a:pt x="3942" y="1371"/>
                </a:cubicBezTo>
                <a:lnTo>
                  <a:pt x="213" y="1371"/>
                </a:lnTo>
                <a:cubicBezTo>
                  <a:pt x="96" y="1371"/>
                  <a:pt x="0" y="1270"/>
                  <a:pt x="0" y="1143"/>
                </a:cubicBezTo>
                <a:lnTo>
                  <a:pt x="0" y="230"/>
                </a:lnTo>
              </a:path>
            </a:pathLst>
          </a:custGeom>
          <a:solidFill>
            <a:srgbClr val="70AD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0"/>
          <p:cNvSpPr txBox="1"/>
          <p:nvPr/>
        </p:nvSpPr>
        <p:spPr>
          <a:xfrm>
            <a:off x="1020240" y="4535040"/>
            <a:ext cx="86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Producers)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1" name="Google Shape;551;p20"/>
          <p:cNvSpPr/>
          <p:nvPr/>
        </p:nvSpPr>
        <p:spPr>
          <a:xfrm>
            <a:off x="3231720" y="4242000"/>
            <a:ext cx="1496160" cy="493920"/>
          </a:xfrm>
          <a:custGeom>
            <a:rect b="b" l="l" r="r" t="t"/>
            <a:pathLst>
              <a:path extrusionOk="0" h="1372" w="4156">
                <a:moveTo>
                  <a:pt x="0" y="228"/>
                </a:moveTo>
                <a:cubicBezTo>
                  <a:pt x="0" y="102"/>
                  <a:pt x="96" y="0"/>
                  <a:pt x="213" y="0"/>
                </a:cubicBezTo>
                <a:lnTo>
                  <a:pt x="3942" y="0"/>
                </a:lnTo>
                <a:cubicBezTo>
                  <a:pt x="4060" y="0"/>
                  <a:pt x="4155" y="102"/>
                  <a:pt x="4155" y="228"/>
                </a:cubicBezTo>
                <a:lnTo>
                  <a:pt x="4155" y="1143"/>
                </a:lnTo>
                <a:cubicBezTo>
                  <a:pt x="4155" y="1268"/>
                  <a:pt x="4060" y="1371"/>
                  <a:pt x="3942" y="1371"/>
                </a:cubicBezTo>
                <a:lnTo>
                  <a:pt x="213" y="1371"/>
                </a:lnTo>
                <a:cubicBezTo>
                  <a:pt x="96" y="1371"/>
                  <a:pt x="0" y="1268"/>
                  <a:pt x="0" y="1143"/>
                </a:cubicBezTo>
                <a:lnTo>
                  <a:pt x="0" y="228"/>
                </a:lnTo>
              </a:path>
            </a:pathLst>
          </a:custGeom>
          <a:solidFill>
            <a:srgbClr val="70AD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0"/>
          <p:cNvSpPr txBox="1"/>
          <p:nvPr/>
        </p:nvSpPr>
        <p:spPr>
          <a:xfrm>
            <a:off x="3318525" y="2372050"/>
            <a:ext cx="13149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1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Session9</a:t>
            </a: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-Topic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3" name="Google Shape;553;p20"/>
          <p:cNvSpPr/>
          <p:nvPr/>
        </p:nvSpPr>
        <p:spPr>
          <a:xfrm>
            <a:off x="5846400" y="4066320"/>
            <a:ext cx="2295360" cy="844560"/>
          </a:xfrm>
          <a:custGeom>
            <a:rect b="b" l="l" r="r" t="t"/>
            <a:pathLst>
              <a:path extrusionOk="0" h="2346" w="6376">
                <a:moveTo>
                  <a:pt x="0" y="2345"/>
                </a:moveTo>
                <a:lnTo>
                  <a:pt x="6375" y="2345"/>
                </a:lnTo>
                <a:lnTo>
                  <a:pt x="6375" y="0"/>
                </a:lnTo>
                <a:lnTo>
                  <a:pt x="0" y="0"/>
                </a:lnTo>
                <a:lnTo>
                  <a:pt x="0" y="2345"/>
                </a:lnTo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554" name="Google Shape;554;p20"/>
          <p:cNvSpPr txBox="1"/>
          <p:nvPr/>
        </p:nvSpPr>
        <p:spPr>
          <a:xfrm>
            <a:off x="3406674" y="4401125"/>
            <a:ext cx="13149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1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Session9</a:t>
            </a: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-Topic1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5" name="Google Shape;555;p20"/>
          <p:cNvSpPr txBox="1"/>
          <p:nvPr/>
        </p:nvSpPr>
        <p:spPr>
          <a:xfrm>
            <a:off x="6093000" y="4148040"/>
            <a:ext cx="1798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visualization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6" name="Google Shape;556;p20"/>
          <p:cNvSpPr txBox="1"/>
          <p:nvPr/>
        </p:nvSpPr>
        <p:spPr>
          <a:xfrm>
            <a:off x="6121800" y="4401120"/>
            <a:ext cx="1740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Multiple aggregations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2390400" y="2413800"/>
            <a:ext cx="841680" cy="91080"/>
          </a:xfrm>
          <a:custGeom>
            <a:rect b="b" l="l" r="r" t="t"/>
            <a:pathLst>
              <a:path extrusionOk="0" h="253" w="2338">
                <a:moveTo>
                  <a:pt x="0" y="165"/>
                </a:moveTo>
                <a:lnTo>
                  <a:pt x="2143" y="146"/>
                </a:lnTo>
                <a:lnTo>
                  <a:pt x="2143" y="104"/>
                </a:lnTo>
                <a:lnTo>
                  <a:pt x="0" y="123"/>
                </a:lnTo>
                <a:lnTo>
                  <a:pt x="0" y="165"/>
                </a:lnTo>
                <a:moveTo>
                  <a:pt x="2104" y="252"/>
                </a:moveTo>
                <a:lnTo>
                  <a:pt x="2337" y="123"/>
                </a:lnTo>
                <a:lnTo>
                  <a:pt x="2103" y="0"/>
                </a:lnTo>
                <a:lnTo>
                  <a:pt x="2104" y="252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sp>
        <p:nvSpPr>
          <p:cNvPr id="558" name="Google Shape;558;p20"/>
          <p:cNvSpPr/>
          <p:nvPr/>
        </p:nvSpPr>
        <p:spPr>
          <a:xfrm>
            <a:off x="4722120" y="1128600"/>
            <a:ext cx="1125000" cy="1335960"/>
          </a:xfrm>
          <a:custGeom>
            <a:rect b="b" l="l" r="r" t="t"/>
            <a:pathLst>
              <a:path extrusionOk="0" h="3711" w="3125">
                <a:moveTo>
                  <a:pt x="29" y="3710"/>
                </a:moveTo>
                <a:lnTo>
                  <a:pt x="3008" y="170"/>
                </a:lnTo>
                <a:lnTo>
                  <a:pt x="2980" y="141"/>
                </a:lnTo>
                <a:lnTo>
                  <a:pt x="0" y="3682"/>
                </a:lnTo>
                <a:lnTo>
                  <a:pt x="29" y="3710"/>
                </a:lnTo>
                <a:moveTo>
                  <a:pt x="3055" y="270"/>
                </a:moveTo>
                <a:lnTo>
                  <a:pt x="3124" y="0"/>
                </a:lnTo>
                <a:lnTo>
                  <a:pt x="2882" y="102"/>
                </a:lnTo>
                <a:lnTo>
                  <a:pt x="3055" y="270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sp>
        <p:nvSpPr>
          <p:cNvPr id="559" name="Google Shape;559;p20"/>
          <p:cNvSpPr/>
          <p:nvPr/>
        </p:nvSpPr>
        <p:spPr>
          <a:xfrm>
            <a:off x="4723560" y="1764360"/>
            <a:ext cx="1123560" cy="702000"/>
          </a:xfrm>
          <a:custGeom>
            <a:rect b="b" l="l" r="r" t="t"/>
            <a:pathLst>
              <a:path extrusionOk="0" h="1950" w="3121">
                <a:moveTo>
                  <a:pt x="20" y="1949"/>
                </a:moveTo>
                <a:lnTo>
                  <a:pt x="2961" y="123"/>
                </a:lnTo>
                <a:lnTo>
                  <a:pt x="2942" y="87"/>
                </a:lnTo>
                <a:lnTo>
                  <a:pt x="0" y="1913"/>
                </a:lnTo>
                <a:lnTo>
                  <a:pt x="20" y="1949"/>
                </a:lnTo>
                <a:moveTo>
                  <a:pt x="2976" y="235"/>
                </a:moveTo>
                <a:lnTo>
                  <a:pt x="3120" y="0"/>
                </a:lnTo>
                <a:lnTo>
                  <a:pt x="2860" y="18"/>
                </a:lnTo>
                <a:lnTo>
                  <a:pt x="2976" y="235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sp>
        <p:nvSpPr>
          <p:cNvPr id="560" name="Google Shape;560;p20"/>
          <p:cNvSpPr/>
          <p:nvPr/>
        </p:nvSpPr>
        <p:spPr>
          <a:xfrm>
            <a:off x="4726800" y="2450520"/>
            <a:ext cx="1120320" cy="146880"/>
          </a:xfrm>
          <a:custGeom>
            <a:rect b="b" l="l" r="r" t="t"/>
            <a:pathLst>
              <a:path extrusionOk="0" h="408" w="3112">
                <a:moveTo>
                  <a:pt x="3" y="0"/>
                </a:moveTo>
                <a:lnTo>
                  <a:pt x="2919" y="263"/>
                </a:lnTo>
                <a:lnTo>
                  <a:pt x="2916" y="306"/>
                </a:lnTo>
                <a:lnTo>
                  <a:pt x="0" y="43"/>
                </a:lnTo>
                <a:lnTo>
                  <a:pt x="3" y="0"/>
                </a:lnTo>
                <a:moveTo>
                  <a:pt x="2888" y="155"/>
                </a:moveTo>
                <a:lnTo>
                  <a:pt x="3111" y="302"/>
                </a:lnTo>
                <a:lnTo>
                  <a:pt x="2869" y="407"/>
                </a:lnTo>
                <a:lnTo>
                  <a:pt x="2888" y="155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sp>
        <p:nvSpPr>
          <p:cNvPr id="561" name="Google Shape;561;p20"/>
          <p:cNvSpPr/>
          <p:nvPr/>
        </p:nvSpPr>
        <p:spPr>
          <a:xfrm>
            <a:off x="4722840" y="2452320"/>
            <a:ext cx="1124280" cy="952560"/>
          </a:xfrm>
          <a:custGeom>
            <a:rect b="b" l="l" r="r" t="t"/>
            <a:pathLst>
              <a:path extrusionOk="0" h="2646" w="3123">
                <a:moveTo>
                  <a:pt x="24" y="0"/>
                </a:moveTo>
                <a:lnTo>
                  <a:pt x="2982" y="2499"/>
                </a:lnTo>
                <a:lnTo>
                  <a:pt x="2958" y="2532"/>
                </a:lnTo>
                <a:lnTo>
                  <a:pt x="0" y="33"/>
                </a:lnTo>
                <a:lnTo>
                  <a:pt x="24" y="0"/>
                </a:lnTo>
                <a:moveTo>
                  <a:pt x="3011" y="2390"/>
                </a:moveTo>
                <a:lnTo>
                  <a:pt x="3122" y="2645"/>
                </a:lnTo>
                <a:lnTo>
                  <a:pt x="2866" y="2589"/>
                </a:lnTo>
                <a:lnTo>
                  <a:pt x="3011" y="2390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sp>
        <p:nvSpPr>
          <p:cNvPr id="562" name="Google Shape;562;p20"/>
          <p:cNvSpPr/>
          <p:nvPr/>
        </p:nvSpPr>
        <p:spPr>
          <a:xfrm>
            <a:off x="4727160" y="4442520"/>
            <a:ext cx="1119960" cy="90720"/>
          </a:xfrm>
          <a:custGeom>
            <a:rect b="b" l="l" r="r" t="t"/>
            <a:pathLst>
              <a:path extrusionOk="0" h="252" w="3111">
                <a:moveTo>
                  <a:pt x="0" y="146"/>
                </a:moveTo>
                <a:lnTo>
                  <a:pt x="2916" y="146"/>
                </a:lnTo>
                <a:lnTo>
                  <a:pt x="2916" y="104"/>
                </a:lnTo>
                <a:lnTo>
                  <a:pt x="0" y="104"/>
                </a:lnTo>
                <a:lnTo>
                  <a:pt x="0" y="146"/>
                </a:lnTo>
                <a:moveTo>
                  <a:pt x="2877" y="251"/>
                </a:moveTo>
                <a:lnTo>
                  <a:pt x="3110" y="126"/>
                </a:lnTo>
                <a:lnTo>
                  <a:pt x="2877" y="0"/>
                </a:lnTo>
                <a:lnTo>
                  <a:pt x="2877" y="251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sp>
        <p:nvSpPr>
          <p:cNvPr id="563" name="Google Shape;563;p20"/>
          <p:cNvSpPr/>
          <p:nvPr/>
        </p:nvSpPr>
        <p:spPr>
          <a:xfrm>
            <a:off x="2390400" y="4442880"/>
            <a:ext cx="841680" cy="91080"/>
          </a:xfrm>
          <a:custGeom>
            <a:rect b="b" l="l" r="r" t="t"/>
            <a:pathLst>
              <a:path extrusionOk="0" h="253" w="2338">
                <a:moveTo>
                  <a:pt x="0" y="166"/>
                </a:moveTo>
                <a:lnTo>
                  <a:pt x="2143" y="147"/>
                </a:lnTo>
                <a:lnTo>
                  <a:pt x="2143" y="104"/>
                </a:lnTo>
                <a:lnTo>
                  <a:pt x="0" y="123"/>
                </a:lnTo>
                <a:lnTo>
                  <a:pt x="0" y="166"/>
                </a:lnTo>
                <a:moveTo>
                  <a:pt x="2104" y="252"/>
                </a:moveTo>
                <a:lnTo>
                  <a:pt x="2337" y="124"/>
                </a:lnTo>
                <a:lnTo>
                  <a:pt x="2103" y="0"/>
                </a:lnTo>
                <a:lnTo>
                  <a:pt x="2104" y="252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sp>
        <p:nvSpPr>
          <p:cNvPr id="564" name="Google Shape;564;p20"/>
          <p:cNvSpPr txBox="1"/>
          <p:nvPr/>
        </p:nvSpPr>
        <p:spPr>
          <a:xfrm>
            <a:off x="6365160" y="4654200"/>
            <a:ext cx="12525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Multiple graphs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" name="Google Shape;5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79651" cy="567055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21"/>
          <p:cNvSpPr txBox="1"/>
          <p:nvPr/>
        </p:nvSpPr>
        <p:spPr>
          <a:xfrm>
            <a:off x="554400" y="110520"/>
            <a:ext cx="7218000" cy="54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6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Kafka Producer and Consumer Properties</a:t>
            </a:r>
            <a:endParaRPr b="0" sz="316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1" name="Google Shape;571;p21"/>
          <p:cNvSpPr txBox="1"/>
          <p:nvPr/>
        </p:nvSpPr>
        <p:spPr>
          <a:xfrm>
            <a:off x="618120" y="1112760"/>
            <a:ext cx="33588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 b="0" sz="2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2" name="Google Shape;572;p21"/>
          <p:cNvSpPr txBox="1"/>
          <p:nvPr/>
        </p:nvSpPr>
        <p:spPr>
          <a:xfrm>
            <a:off x="932400" y="1194840"/>
            <a:ext cx="1790280" cy="30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KafkaProducer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3" name="Google Shape;573;p21"/>
          <p:cNvSpPr txBox="1"/>
          <p:nvPr/>
        </p:nvSpPr>
        <p:spPr>
          <a:xfrm>
            <a:off x="995760" y="1467000"/>
            <a:ext cx="33588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4" name="Google Shape;574;p21"/>
          <p:cNvSpPr txBox="1"/>
          <p:nvPr/>
        </p:nvSpPr>
        <p:spPr>
          <a:xfrm>
            <a:off x="1310760" y="1548720"/>
            <a:ext cx="2042280" cy="30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Bootstrap_servers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5" name="Google Shape;575;p21"/>
          <p:cNvSpPr txBox="1"/>
          <p:nvPr/>
        </p:nvSpPr>
        <p:spPr>
          <a:xfrm>
            <a:off x="995760" y="1819440"/>
            <a:ext cx="33588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6" name="Google Shape;576;p21"/>
          <p:cNvSpPr txBox="1"/>
          <p:nvPr/>
        </p:nvSpPr>
        <p:spPr>
          <a:xfrm>
            <a:off x="1310760" y="1900800"/>
            <a:ext cx="1786680" cy="30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Value_serializer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7" name="Google Shape;577;p21"/>
          <p:cNvSpPr txBox="1"/>
          <p:nvPr/>
        </p:nvSpPr>
        <p:spPr>
          <a:xfrm>
            <a:off x="995760" y="2171160"/>
            <a:ext cx="33624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8" name="Google Shape;578;p21"/>
          <p:cNvSpPr txBox="1"/>
          <p:nvPr/>
        </p:nvSpPr>
        <p:spPr>
          <a:xfrm>
            <a:off x="1310760" y="2252880"/>
            <a:ext cx="1312920" cy="30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Api_version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9" name="Google Shape;579;p21"/>
          <p:cNvSpPr txBox="1"/>
          <p:nvPr/>
        </p:nvSpPr>
        <p:spPr>
          <a:xfrm>
            <a:off x="5222520" y="1112760"/>
            <a:ext cx="33588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▪</a:t>
            </a:r>
            <a:endParaRPr b="0" sz="2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0" name="Google Shape;580;p21"/>
          <p:cNvSpPr txBox="1"/>
          <p:nvPr/>
        </p:nvSpPr>
        <p:spPr>
          <a:xfrm>
            <a:off x="5536440" y="1194840"/>
            <a:ext cx="1929600" cy="30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KafkaConsumer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1" name="Google Shape;581;p21"/>
          <p:cNvSpPr txBox="1"/>
          <p:nvPr/>
        </p:nvSpPr>
        <p:spPr>
          <a:xfrm>
            <a:off x="5600160" y="1467000"/>
            <a:ext cx="33588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2" name="Google Shape;582;p21"/>
          <p:cNvSpPr txBox="1"/>
          <p:nvPr/>
        </p:nvSpPr>
        <p:spPr>
          <a:xfrm>
            <a:off x="5914440" y="1548720"/>
            <a:ext cx="2599920" cy="30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Consumer_timeout_ms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3" name="Google Shape;583;p21"/>
          <p:cNvSpPr txBox="1"/>
          <p:nvPr/>
        </p:nvSpPr>
        <p:spPr>
          <a:xfrm>
            <a:off x="5600160" y="1819440"/>
            <a:ext cx="33588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4" name="Google Shape;584;p21"/>
          <p:cNvSpPr txBox="1"/>
          <p:nvPr/>
        </p:nvSpPr>
        <p:spPr>
          <a:xfrm>
            <a:off x="5914440" y="1900800"/>
            <a:ext cx="1973160" cy="30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Auto_offset_reset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5" name="Google Shape;585;p21"/>
          <p:cNvSpPr txBox="1"/>
          <p:nvPr/>
        </p:nvSpPr>
        <p:spPr>
          <a:xfrm>
            <a:off x="5600160" y="2171160"/>
            <a:ext cx="33624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6" name="Google Shape;586;p21"/>
          <p:cNvSpPr txBox="1"/>
          <p:nvPr/>
        </p:nvSpPr>
        <p:spPr>
          <a:xfrm>
            <a:off x="5914440" y="2252880"/>
            <a:ext cx="2042280" cy="30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Bootstrap_servers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" name="Google Shape;587;p21"/>
          <p:cNvSpPr txBox="1"/>
          <p:nvPr/>
        </p:nvSpPr>
        <p:spPr>
          <a:xfrm>
            <a:off x="5600160" y="2526120"/>
            <a:ext cx="33588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8" name="Google Shape;588;p21"/>
          <p:cNvSpPr txBox="1"/>
          <p:nvPr/>
        </p:nvSpPr>
        <p:spPr>
          <a:xfrm>
            <a:off x="5914440" y="2607840"/>
            <a:ext cx="2065680" cy="30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Value_deserializer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9" name="Google Shape;589;p21"/>
          <p:cNvSpPr txBox="1"/>
          <p:nvPr/>
        </p:nvSpPr>
        <p:spPr>
          <a:xfrm>
            <a:off x="5600160" y="2878200"/>
            <a:ext cx="33588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0" name="Google Shape;5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960" y="3446640"/>
            <a:ext cx="5754960" cy="487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920" y="4058040"/>
            <a:ext cx="5704561" cy="92088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21"/>
          <p:cNvSpPr txBox="1"/>
          <p:nvPr/>
        </p:nvSpPr>
        <p:spPr>
          <a:xfrm>
            <a:off x="5914440" y="2959920"/>
            <a:ext cx="1312920" cy="30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Api_version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3" name="Google Shape;593;p21"/>
          <p:cNvSpPr txBox="1"/>
          <p:nvPr/>
        </p:nvSpPr>
        <p:spPr>
          <a:xfrm>
            <a:off x="2125803" y="5355105"/>
            <a:ext cx="65292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https://kafka-python.readthedocs.io/en/master/apidoc/KafkaConsumer.html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79651" cy="567055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22"/>
          <p:cNvSpPr/>
          <p:nvPr/>
        </p:nvSpPr>
        <p:spPr>
          <a:xfrm>
            <a:off x="1085040" y="2543040"/>
            <a:ext cx="1877400" cy="508680"/>
          </a:xfrm>
          <a:custGeom>
            <a:rect b="b" l="l" r="r" t="t"/>
            <a:pathLst>
              <a:path extrusionOk="0" h="1413" w="5215">
                <a:moveTo>
                  <a:pt x="0" y="1412"/>
                </a:moveTo>
                <a:lnTo>
                  <a:pt x="5214" y="1412"/>
                </a:lnTo>
                <a:lnTo>
                  <a:pt x="5214" y="0"/>
                </a:lnTo>
                <a:lnTo>
                  <a:pt x="0" y="0"/>
                </a:lnTo>
                <a:lnTo>
                  <a:pt x="0" y="1412"/>
                </a:lnTo>
              </a:path>
            </a:pathLst>
          </a:custGeom>
          <a:solidFill>
            <a:srgbClr val="FFFFFF"/>
          </a:solidFill>
          <a:ln cap="flat" cmpd="sng" w="11875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00" name="Google Shape;600;p22"/>
          <p:cNvSpPr txBox="1"/>
          <p:nvPr/>
        </p:nvSpPr>
        <p:spPr>
          <a:xfrm>
            <a:off x="554400" y="110520"/>
            <a:ext cx="3346920" cy="54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60" strike="noStrike">
                <a:solidFill>
                  <a:srgbClr val="FF0000"/>
                </a:solidFill>
                <a:latin typeface="Arial Narrow"/>
                <a:ea typeface="Arial Narrow"/>
                <a:cs typeface="Arial Narrow"/>
                <a:sym typeface="Arial Narrow"/>
              </a:rPr>
              <a:t>Lab Task</a:t>
            </a:r>
            <a:r>
              <a:rPr b="1" lang="en-AU" sz="316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for Kafka </a:t>
            </a:r>
            <a:endParaRPr b="0" sz="316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2"/>
          <p:cNvSpPr/>
          <p:nvPr/>
        </p:nvSpPr>
        <p:spPr>
          <a:xfrm>
            <a:off x="3626640" y="2543040"/>
            <a:ext cx="1265760" cy="493920"/>
          </a:xfrm>
          <a:custGeom>
            <a:rect b="b" l="l" r="r" t="t"/>
            <a:pathLst>
              <a:path extrusionOk="0" h="1372" w="3516">
                <a:moveTo>
                  <a:pt x="0" y="229"/>
                </a:moveTo>
                <a:cubicBezTo>
                  <a:pt x="0" y="102"/>
                  <a:pt x="95" y="0"/>
                  <a:pt x="213" y="0"/>
                </a:cubicBezTo>
                <a:lnTo>
                  <a:pt x="3303" y="0"/>
                </a:lnTo>
                <a:cubicBezTo>
                  <a:pt x="3421" y="0"/>
                  <a:pt x="3515" y="102"/>
                  <a:pt x="3515" y="229"/>
                </a:cubicBezTo>
                <a:lnTo>
                  <a:pt x="3515" y="1143"/>
                </a:lnTo>
                <a:cubicBezTo>
                  <a:pt x="3515" y="1270"/>
                  <a:pt x="3421" y="1371"/>
                  <a:pt x="3303" y="1371"/>
                </a:cubicBezTo>
                <a:lnTo>
                  <a:pt x="213" y="1371"/>
                </a:lnTo>
                <a:cubicBezTo>
                  <a:pt x="95" y="1371"/>
                  <a:pt x="0" y="1270"/>
                  <a:pt x="0" y="1143"/>
                </a:cubicBezTo>
                <a:lnTo>
                  <a:pt x="0" y="229"/>
                </a:lnTo>
              </a:path>
            </a:pathLst>
          </a:custGeom>
          <a:solidFill>
            <a:srgbClr val="70AD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2"/>
          <p:cNvSpPr txBox="1"/>
          <p:nvPr/>
        </p:nvSpPr>
        <p:spPr>
          <a:xfrm>
            <a:off x="1659600" y="2709000"/>
            <a:ext cx="728280" cy="21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Producer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2"/>
          <p:cNvSpPr/>
          <p:nvPr/>
        </p:nvSpPr>
        <p:spPr>
          <a:xfrm>
            <a:off x="7640280" y="2133000"/>
            <a:ext cx="2293920" cy="555480"/>
          </a:xfrm>
          <a:custGeom>
            <a:rect b="b" l="l" r="r" t="t"/>
            <a:pathLst>
              <a:path extrusionOk="0" h="1543" w="6372">
                <a:moveTo>
                  <a:pt x="0" y="1542"/>
                </a:moveTo>
                <a:lnTo>
                  <a:pt x="6371" y="1542"/>
                </a:lnTo>
                <a:lnTo>
                  <a:pt x="6371" y="0"/>
                </a:lnTo>
                <a:lnTo>
                  <a:pt x="0" y="0"/>
                </a:lnTo>
                <a:lnTo>
                  <a:pt x="0" y="1542"/>
                </a:lnTo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604" name="Google Shape;604;p22"/>
          <p:cNvSpPr txBox="1"/>
          <p:nvPr/>
        </p:nvSpPr>
        <p:spPr>
          <a:xfrm>
            <a:off x="3808080" y="2701800"/>
            <a:ext cx="904680" cy="21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clickstream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5" name="Google Shape;60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1640" y="1038600"/>
            <a:ext cx="468360" cy="50364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2"/>
          <p:cNvSpPr txBox="1"/>
          <p:nvPr/>
        </p:nvSpPr>
        <p:spPr>
          <a:xfrm>
            <a:off x="7895520" y="2323440"/>
            <a:ext cx="1781640" cy="21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time visualization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2"/>
          <p:cNvSpPr/>
          <p:nvPr/>
        </p:nvSpPr>
        <p:spPr>
          <a:xfrm>
            <a:off x="1829160" y="1872720"/>
            <a:ext cx="193680" cy="463320"/>
          </a:xfrm>
          <a:custGeom>
            <a:rect b="b" l="l" r="r" t="t"/>
            <a:pathLst>
              <a:path extrusionOk="0" h="1287" w="538">
                <a:moveTo>
                  <a:pt x="0" y="998"/>
                </a:moveTo>
                <a:lnTo>
                  <a:pt x="134" y="998"/>
                </a:lnTo>
                <a:lnTo>
                  <a:pt x="134" y="0"/>
                </a:lnTo>
                <a:lnTo>
                  <a:pt x="403" y="0"/>
                </a:lnTo>
                <a:lnTo>
                  <a:pt x="403" y="998"/>
                </a:lnTo>
                <a:lnTo>
                  <a:pt x="537" y="998"/>
                </a:lnTo>
                <a:lnTo>
                  <a:pt x="269" y="1286"/>
                </a:lnTo>
                <a:lnTo>
                  <a:pt x="0" y="998"/>
                </a:lnTo>
              </a:path>
            </a:pathLst>
          </a:custGeom>
          <a:solidFill>
            <a:srgbClr val="000000">
              <a:alpha val="49803"/>
            </a:srgbClr>
          </a:solidFill>
          <a:ln>
            <a:noFill/>
          </a:ln>
        </p:spPr>
      </p:sp>
      <p:sp>
        <p:nvSpPr>
          <p:cNvPr id="608" name="Google Shape;608;p22"/>
          <p:cNvSpPr/>
          <p:nvPr/>
        </p:nvSpPr>
        <p:spPr>
          <a:xfrm>
            <a:off x="3222000" y="2687760"/>
            <a:ext cx="319680" cy="203040"/>
          </a:xfrm>
          <a:custGeom>
            <a:rect b="b" l="l" r="r" t="t"/>
            <a:pathLst>
              <a:path extrusionOk="0" h="564" w="888">
                <a:moveTo>
                  <a:pt x="0" y="141"/>
                </a:moveTo>
                <a:lnTo>
                  <a:pt x="626" y="141"/>
                </a:lnTo>
                <a:lnTo>
                  <a:pt x="626" y="0"/>
                </a:lnTo>
                <a:lnTo>
                  <a:pt x="887" y="282"/>
                </a:lnTo>
                <a:lnTo>
                  <a:pt x="626" y="563"/>
                </a:lnTo>
                <a:lnTo>
                  <a:pt x="626" y="422"/>
                </a:lnTo>
                <a:lnTo>
                  <a:pt x="0" y="422"/>
                </a:lnTo>
                <a:lnTo>
                  <a:pt x="0" y="141"/>
                </a:lnTo>
              </a:path>
            </a:pathLst>
          </a:custGeom>
          <a:solidFill>
            <a:srgbClr val="000000">
              <a:alpha val="49803"/>
            </a:srgbClr>
          </a:solidFill>
          <a:ln>
            <a:noFill/>
          </a:ln>
        </p:spPr>
      </p:sp>
      <p:sp>
        <p:nvSpPr>
          <p:cNvPr id="609" name="Google Shape;609;p22"/>
          <p:cNvSpPr/>
          <p:nvPr/>
        </p:nvSpPr>
        <p:spPr>
          <a:xfrm>
            <a:off x="4915080" y="2687760"/>
            <a:ext cx="320400" cy="203040"/>
          </a:xfrm>
          <a:custGeom>
            <a:rect b="b" l="l" r="r" t="t"/>
            <a:pathLst>
              <a:path extrusionOk="0" h="564" w="890">
                <a:moveTo>
                  <a:pt x="0" y="141"/>
                </a:moveTo>
                <a:lnTo>
                  <a:pt x="627" y="141"/>
                </a:lnTo>
                <a:lnTo>
                  <a:pt x="627" y="0"/>
                </a:lnTo>
                <a:lnTo>
                  <a:pt x="889" y="282"/>
                </a:lnTo>
                <a:lnTo>
                  <a:pt x="627" y="563"/>
                </a:lnTo>
                <a:lnTo>
                  <a:pt x="627" y="422"/>
                </a:lnTo>
                <a:lnTo>
                  <a:pt x="0" y="422"/>
                </a:lnTo>
                <a:lnTo>
                  <a:pt x="0" y="141"/>
                </a:lnTo>
              </a:path>
            </a:pathLst>
          </a:custGeom>
          <a:solidFill>
            <a:srgbClr val="000000">
              <a:alpha val="49803"/>
            </a:srgbClr>
          </a:solidFill>
          <a:ln>
            <a:noFill/>
          </a:ln>
        </p:spPr>
      </p:sp>
      <p:sp>
        <p:nvSpPr>
          <p:cNvPr id="610" name="Google Shape;610;p22"/>
          <p:cNvSpPr/>
          <p:nvPr/>
        </p:nvSpPr>
        <p:spPr>
          <a:xfrm>
            <a:off x="7640280" y="2687760"/>
            <a:ext cx="2293920" cy="542880"/>
          </a:xfrm>
          <a:custGeom>
            <a:rect b="b" l="l" r="r" t="t"/>
            <a:pathLst>
              <a:path extrusionOk="0" h="1508" w="6372">
                <a:moveTo>
                  <a:pt x="0" y="1507"/>
                </a:moveTo>
                <a:lnTo>
                  <a:pt x="6371" y="1507"/>
                </a:lnTo>
                <a:lnTo>
                  <a:pt x="6371" y="0"/>
                </a:lnTo>
                <a:lnTo>
                  <a:pt x="0" y="0"/>
                </a:lnTo>
                <a:lnTo>
                  <a:pt x="0" y="1507"/>
                </a:lnTo>
              </a:path>
            </a:pathLst>
          </a:custGeom>
          <a:solidFill>
            <a:srgbClr val="A5A5A5"/>
          </a:solidFill>
          <a:ln>
            <a:noFill/>
          </a:ln>
        </p:spPr>
      </p:sp>
      <p:sp>
        <p:nvSpPr>
          <p:cNvPr id="611" name="Google Shape;611;p22"/>
          <p:cNvSpPr txBox="1"/>
          <p:nvPr/>
        </p:nvSpPr>
        <p:spPr>
          <a:xfrm>
            <a:off x="1456200" y="1607400"/>
            <a:ext cx="1035720" cy="17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050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Clickstream.csv</a:t>
            </a:r>
            <a:endParaRPr b="0" sz="10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2"/>
          <p:cNvSpPr txBox="1"/>
          <p:nvPr/>
        </p:nvSpPr>
        <p:spPr>
          <a:xfrm>
            <a:off x="8090280" y="2745360"/>
            <a:ext cx="1438920" cy="21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clicks/ Total 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2"/>
          <p:cNvSpPr/>
          <p:nvPr/>
        </p:nvSpPr>
        <p:spPr>
          <a:xfrm>
            <a:off x="5304960" y="2559240"/>
            <a:ext cx="1922760" cy="459360"/>
          </a:xfrm>
          <a:custGeom>
            <a:rect b="b" l="l" r="r" t="t"/>
            <a:pathLst>
              <a:path extrusionOk="0" h="1276" w="5341">
                <a:moveTo>
                  <a:pt x="0" y="1275"/>
                </a:moveTo>
                <a:lnTo>
                  <a:pt x="5340" y="1275"/>
                </a:lnTo>
                <a:lnTo>
                  <a:pt x="5340" y="0"/>
                </a:lnTo>
                <a:lnTo>
                  <a:pt x="0" y="0"/>
                </a:lnTo>
                <a:lnTo>
                  <a:pt x="0" y="1275"/>
                </a:lnTo>
              </a:path>
            </a:pathLst>
          </a:custGeom>
          <a:solidFill>
            <a:srgbClr val="000000"/>
          </a:solidFill>
          <a:ln cap="flat" cmpd="sng" w="118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14" name="Google Shape;614;p22"/>
          <p:cNvSpPr txBox="1"/>
          <p:nvPr/>
        </p:nvSpPr>
        <p:spPr>
          <a:xfrm>
            <a:off x="8310600" y="2998440"/>
            <a:ext cx="955080" cy="21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impressions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2"/>
          <p:cNvSpPr/>
          <p:nvPr/>
        </p:nvSpPr>
        <p:spPr>
          <a:xfrm>
            <a:off x="7277400" y="2642400"/>
            <a:ext cx="199080" cy="248400"/>
          </a:xfrm>
          <a:custGeom>
            <a:rect b="b" l="l" r="r" t="t"/>
            <a:pathLst>
              <a:path extrusionOk="0" h="690" w="553">
                <a:moveTo>
                  <a:pt x="0" y="172"/>
                </a:moveTo>
                <a:lnTo>
                  <a:pt x="276" y="172"/>
                </a:lnTo>
                <a:lnTo>
                  <a:pt x="276" y="0"/>
                </a:lnTo>
                <a:lnTo>
                  <a:pt x="552" y="344"/>
                </a:lnTo>
                <a:lnTo>
                  <a:pt x="276" y="689"/>
                </a:lnTo>
                <a:lnTo>
                  <a:pt x="276" y="516"/>
                </a:lnTo>
                <a:lnTo>
                  <a:pt x="0" y="516"/>
                </a:lnTo>
                <a:lnTo>
                  <a:pt x="0" y="172"/>
                </a:lnTo>
              </a:path>
            </a:pathLst>
          </a:custGeom>
          <a:solidFill>
            <a:srgbClr val="000000">
              <a:alpha val="49803"/>
            </a:srgbClr>
          </a:solidFill>
          <a:ln>
            <a:noFill/>
          </a:ln>
        </p:spPr>
      </p:sp>
      <p:sp>
        <p:nvSpPr>
          <p:cNvPr id="616" name="Google Shape;616;p22"/>
          <p:cNvSpPr txBox="1"/>
          <p:nvPr/>
        </p:nvSpPr>
        <p:spPr>
          <a:xfrm>
            <a:off x="5618520" y="2701800"/>
            <a:ext cx="1296000" cy="21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Kafka Consumer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