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670550" cx="10080625"/>
  <p:notesSz cx="7559675" cy="10691800"/>
  <p:embeddedFontLst>
    <p:embeddedFont>
      <p:font typeface="Arial Narrow"/>
      <p:regular r:id="rId19"/>
      <p:bold r:id="rId20"/>
      <p:italic r:id="rId21"/>
      <p:boldItalic r:id="rId22"/>
    </p:embeddedFont>
    <p:embeddedFont>
      <p:font typeface="Noto Sans Symbol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.fntdata"/><Relationship Id="rId11" Type="http://schemas.openxmlformats.org/officeDocument/2006/relationships/slide" Target="slides/slide6.xml"/><Relationship Id="rId22" Type="http://schemas.openxmlformats.org/officeDocument/2006/relationships/font" Target="fonts/ArialNarrow-boldItalic.fntdata"/><Relationship Id="rId10" Type="http://schemas.openxmlformats.org/officeDocument/2006/relationships/slide" Target="slides/slide5.xml"/><Relationship Id="rId21" Type="http://schemas.openxmlformats.org/officeDocument/2006/relationships/font" Target="fonts/ArialNarrow-italic.fntdata"/><Relationship Id="rId13" Type="http://schemas.openxmlformats.org/officeDocument/2006/relationships/slide" Target="slides/slide8.xml"/><Relationship Id="rId24" Type="http://schemas.openxmlformats.org/officeDocument/2006/relationships/font" Target="fonts/NotoSansSymbols-bold.fntdata"/><Relationship Id="rId12" Type="http://schemas.openxmlformats.org/officeDocument/2006/relationships/slide" Target="slides/slide7.xml"/><Relationship Id="rId23" Type="http://schemas.openxmlformats.org/officeDocument/2006/relationships/font" Target="fonts/NotoSansSymbols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alNarrow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idx="1"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hyperlink" Target="https://databricks.com/blog/2017/05/08/event-time-aggregation-watermarking-apache-sparks-structured-streaming.html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hyperlink" Target="https://databricks.com/blog/2017/05/08/event-time-aggregation-watermarking-apache-sparks-structured-streaming.html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30.png"/><Relationship Id="rId7" Type="http://schemas.openxmlformats.org/officeDocument/2006/relationships/image" Target="../media/image7.png"/><Relationship Id="rId8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hyperlink" Target="https://medium.com/@chandanbaranwal/state-management-in-spark-structured-streaming-aaa87b6c9d31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25.jpg"/><Relationship Id="rId7" Type="http://schemas.openxmlformats.org/officeDocument/2006/relationships/image" Target="../media/image36.jpg"/><Relationship Id="rId8" Type="http://schemas.openxmlformats.org/officeDocument/2006/relationships/hyperlink" Target="https://medium.com/@chandanbaranwal/state-management-in-spark-structured-streaming-aaa87b6c9d3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hyperlink" Target="https://towardsdatascience.com/watermarking-in-spark-structured-streaming-9e164f373e9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31.png"/><Relationship Id="rId7" Type="http://schemas.openxmlformats.org/officeDocument/2006/relationships/image" Target="../media/image43.jpg"/><Relationship Id="rId8" Type="http://schemas.openxmlformats.org/officeDocument/2006/relationships/hyperlink" Target="https://towardsdatascience.com/watermarking-in-spark-structured-streaming-9e164f373e9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54.jpg"/><Relationship Id="rId7" Type="http://schemas.openxmlformats.org/officeDocument/2006/relationships/image" Target="../media/image41.jpg"/><Relationship Id="rId8" Type="http://schemas.openxmlformats.org/officeDocument/2006/relationships/image" Target="../media/image4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3" Type="http://schemas.openxmlformats.org/officeDocument/2006/relationships/image" Target="../media/image64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jpg"/><Relationship Id="rId4" Type="http://schemas.openxmlformats.org/officeDocument/2006/relationships/image" Target="../media/image57.png"/><Relationship Id="rId9" Type="http://schemas.openxmlformats.org/officeDocument/2006/relationships/image" Target="../media/image37.png"/><Relationship Id="rId15" Type="http://schemas.openxmlformats.org/officeDocument/2006/relationships/image" Target="../media/image56.jpg"/><Relationship Id="rId14" Type="http://schemas.openxmlformats.org/officeDocument/2006/relationships/image" Target="../media/image63.png"/><Relationship Id="rId16" Type="http://schemas.openxmlformats.org/officeDocument/2006/relationships/image" Target="../media/image59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Relationship Id="rId7" Type="http://schemas.openxmlformats.org/officeDocument/2006/relationships/image" Target="../media/image58.png"/><Relationship Id="rId8" Type="http://schemas.openxmlformats.org/officeDocument/2006/relationships/image" Target="../media/image6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6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hyperlink" Target="http://blog.madhukaraphatak.com/introduction-to-spark-structured-streaming-part-7/" TargetMode="External"/><Relationship Id="rId5" Type="http://schemas.openxmlformats.org/officeDocument/2006/relationships/image" Target="../media/image11.png"/><Relationship Id="rId6" Type="http://schemas.openxmlformats.org/officeDocument/2006/relationships/hyperlink" Target="https://databricks.com/blog/2017/05/08/event-time-aggregation-watermarking-apache-sparks-structured-streaming.html" TargetMode="External"/><Relationship Id="rId7" Type="http://schemas.openxmlformats.org/officeDocument/2006/relationships/hyperlink" Target="https://spark.apache.org/docs/latest/structured-streaming-programming-guide.html#quick-example" TargetMode="External"/><Relationship Id="rId8" Type="http://schemas.openxmlformats.org/officeDocument/2006/relationships/hyperlink" Target="https://docs.databricks.com/spark/latest/structured-streaming/produc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080" y="392040"/>
            <a:ext cx="1876320" cy="5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8280" y="0"/>
            <a:ext cx="2492640" cy="567310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7"/>
          <p:cNvSpPr txBox="1"/>
          <p:nvPr/>
        </p:nvSpPr>
        <p:spPr>
          <a:xfrm>
            <a:off x="414000" y="2489040"/>
            <a:ext cx="31593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21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FIT5202 Big Data Processing</a:t>
            </a:r>
            <a:endParaRPr b="0" sz="21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7"/>
          <p:cNvSpPr txBox="1"/>
          <p:nvPr/>
        </p:nvSpPr>
        <p:spPr>
          <a:xfrm>
            <a:off x="407160" y="4004640"/>
            <a:ext cx="3612960" cy="25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Data Streaming using Apache Kafka and Spark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7"/>
          <p:cNvSpPr txBox="1"/>
          <p:nvPr/>
        </p:nvSpPr>
        <p:spPr>
          <a:xfrm>
            <a:off x="407160" y="4370040"/>
            <a:ext cx="2125800" cy="25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Spark Structured Streaming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7"/>
          <p:cNvSpPr txBox="1"/>
          <p:nvPr/>
        </p:nvSpPr>
        <p:spPr>
          <a:xfrm>
            <a:off x="407160" y="4733280"/>
            <a:ext cx="3240000" cy="25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Aggregations on Windows over event-time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7"/>
          <p:cNvSpPr txBox="1"/>
          <p:nvPr/>
        </p:nvSpPr>
        <p:spPr>
          <a:xfrm>
            <a:off x="407160" y="5097960"/>
            <a:ext cx="3108960" cy="25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Handling Late events with </a:t>
            </a:r>
            <a:r>
              <a:rPr lang="en-AU" sz="1500">
                <a:latin typeface="Arial Narrow"/>
                <a:ea typeface="Arial Narrow"/>
                <a:cs typeface="Arial Narrow"/>
                <a:sym typeface="Arial Narrow"/>
              </a:rPr>
              <a:t>watermarking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413658" y="1758950"/>
            <a:ext cx="27234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370">
                <a:solidFill>
                  <a:srgbClr val="006CAB"/>
                </a:solidFill>
                <a:latin typeface="Arial Narrow"/>
                <a:ea typeface="Arial Narrow"/>
                <a:cs typeface="Arial Narrow"/>
                <a:sym typeface="Arial Narrow"/>
              </a:rPr>
              <a:t>Lab </a:t>
            </a:r>
            <a:r>
              <a:rPr b="1" lang="en-AU" sz="3370" strike="noStrike">
                <a:solidFill>
                  <a:srgbClr val="006CAB"/>
                </a:solidFill>
                <a:latin typeface="Arial Narrow"/>
                <a:ea typeface="Arial Narrow"/>
                <a:cs typeface="Arial Narrow"/>
                <a:sym typeface="Arial Narrow"/>
              </a:rPr>
              <a:t>1</a:t>
            </a:r>
            <a:r>
              <a:rPr b="1" lang="en-AU" sz="3370">
                <a:solidFill>
                  <a:srgbClr val="006CAB"/>
                </a:solidFill>
                <a:latin typeface="Arial Narrow"/>
                <a:ea typeface="Arial Narrow"/>
                <a:cs typeface="Arial Narrow"/>
                <a:sym typeface="Arial Narrow"/>
              </a:rPr>
              <a:t>2</a:t>
            </a:r>
            <a:endParaRPr b="0" sz="337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240" y="5229720"/>
            <a:ext cx="1047960" cy="32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880" y="5209560"/>
            <a:ext cx="1047960" cy="32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8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pic>
        <p:nvPicPr>
          <p:cNvPr id="129" name="Google Shape;12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080" y="5169960"/>
            <a:ext cx="1042920" cy="32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8"/>
          <p:cNvSpPr txBox="1"/>
          <p:nvPr/>
        </p:nvSpPr>
        <p:spPr>
          <a:xfrm>
            <a:off x="353872" y="307800"/>
            <a:ext cx="44007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>
                <a:latin typeface="Arial Narrow"/>
                <a:ea typeface="Arial Narrow"/>
                <a:cs typeface="Arial Narrow"/>
                <a:sym typeface="Arial Narrow"/>
              </a:rPr>
              <a:t>Lab </a:t>
            </a: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11 Agenda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353880" y="109092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8"/>
          <p:cNvSpPr/>
          <p:nvPr/>
        </p:nvSpPr>
        <p:spPr>
          <a:xfrm>
            <a:off x="669240" y="1318080"/>
            <a:ext cx="1573200" cy="16920"/>
          </a:xfrm>
          <a:custGeom>
            <a:rect b="b" l="l" r="r" t="t"/>
            <a:pathLst>
              <a:path extrusionOk="0" h="47" w="4370">
                <a:moveTo>
                  <a:pt x="0" y="0"/>
                </a:moveTo>
                <a:lnTo>
                  <a:pt x="2185" y="0"/>
                </a:lnTo>
                <a:lnTo>
                  <a:pt x="4369" y="0"/>
                </a:lnTo>
                <a:lnTo>
                  <a:pt x="4369" y="46"/>
                </a:lnTo>
                <a:lnTo>
                  <a:pt x="2185" y="46"/>
                </a:lnTo>
                <a:lnTo>
                  <a:pt x="0" y="46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33" name="Google Shape;133;p28"/>
          <p:cNvSpPr txBox="1"/>
          <p:nvPr/>
        </p:nvSpPr>
        <p:spPr>
          <a:xfrm>
            <a:off x="669257" y="1090925"/>
            <a:ext cx="27579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500"/>
              <a:t>Lab </a:t>
            </a: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Review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8"/>
          <p:cNvSpPr txBox="1"/>
          <p:nvPr/>
        </p:nvSpPr>
        <p:spPr>
          <a:xfrm>
            <a:off x="921600" y="1382520"/>
            <a:ext cx="251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1235880" y="1424640"/>
            <a:ext cx="2191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Structured Streaming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921600" y="1734600"/>
            <a:ext cx="2520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1235880" y="1776360"/>
            <a:ext cx="2271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Integration with Kafka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8"/>
          <p:cNvSpPr txBox="1"/>
          <p:nvPr/>
        </p:nvSpPr>
        <p:spPr>
          <a:xfrm>
            <a:off x="921600" y="2087400"/>
            <a:ext cx="251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8"/>
          <p:cNvSpPr txBox="1"/>
          <p:nvPr/>
        </p:nvSpPr>
        <p:spPr>
          <a:xfrm>
            <a:off x="1235880" y="2129160"/>
            <a:ext cx="716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353880" y="251292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669240" y="2512920"/>
            <a:ext cx="1056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Week: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921600" y="2804160"/>
            <a:ext cx="251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1235880" y="2846640"/>
            <a:ext cx="44007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Aggregations on Windows over Event Time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921600" y="3158760"/>
            <a:ext cx="251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1235880" y="3201240"/>
            <a:ext cx="38697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Handling late data with watermarking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921600" y="3511560"/>
            <a:ext cx="251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1235880" y="3553320"/>
            <a:ext cx="1486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“Parquet” sink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921600" y="3863640"/>
            <a:ext cx="251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1235880" y="3905760"/>
            <a:ext cx="1462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Checkpointing</a:t>
            </a:r>
            <a:endParaRPr b="0" sz="18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240" y="5229720"/>
            <a:ext cx="1047960" cy="32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880" y="5209560"/>
            <a:ext cx="1047960" cy="32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9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pic>
        <p:nvPicPr>
          <p:cNvPr id="157" name="Google Shape;15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080" y="5169960"/>
            <a:ext cx="1042920" cy="32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640" y="1666440"/>
            <a:ext cx="5946838" cy="3390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9200" y="3129480"/>
            <a:ext cx="4124160" cy="209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4120" y="3360960"/>
            <a:ext cx="3495960" cy="141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9"/>
          <p:cNvSpPr txBox="1"/>
          <p:nvPr/>
        </p:nvSpPr>
        <p:spPr>
          <a:xfrm>
            <a:off x="353880" y="79200"/>
            <a:ext cx="74802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Aggregations on Windows over Event Time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228944" y="5158675"/>
            <a:ext cx="78873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https://databricks.com/blog/2017/05/08/event-time-aggregation-watermarking-</a:t>
            </a:r>
            <a:r>
              <a:rPr lang="en-AU" sz="989" u="sng">
                <a:solidFill>
                  <a:schemeClr val="hlink"/>
                </a:solidFill>
                <a:hlinkClick r:id="rId10"/>
              </a:rPr>
              <a:t>apache-sparks-structured-streaming.html</a:t>
            </a:r>
            <a:endParaRPr sz="98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63" name="Google Shape;163;p29"/>
          <p:cNvSpPr txBox="1"/>
          <p:nvPr/>
        </p:nvSpPr>
        <p:spPr>
          <a:xfrm>
            <a:off x="6480720" y="2919240"/>
            <a:ext cx="1929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Non-overlapping windows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532080" y="834120"/>
            <a:ext cx="66588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many cases (e.g., moving averaging), we want aggregations over data bucketed by 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847800" y="1050840"/>
            <a:ext cx="5086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windows (e.g., every 5 minutes) rather than over entire streams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532080" y="1358280"/>
            <a:ext cx="66438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Bucketing data into windows based on event-time (e.g. the time data generated in the 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847800" y="1574640"/>
            <a:ext cx="33105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producer) – grouping using </a:t>
            </a:r>
            <a:r>
              <a:rPr b="0" lang="en-AU" sz="12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window function 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240" y="5229720"/>
            <a:ext cx="1047960" cy="328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0"/>
          <p:cNvSpPr/>
          <p:nvPr/>
        </p:nvSpPr>
        <p:spPr>
          <a:xfrm>
            <a:off x="181080" y="75240"/>
            <a:ext cx="2292120" cy="1034280"/>
          </a:xfrm>
          <a:custGeom>
            <a:rect b="b" l="l" r="r" t="t"/>
            <a:pathLst>
              <a:path extrusionOk="0" h="2873" w="6367">
                <a:moveTo>
                  <a:pt x="0" y="2872"/>
                </a:moveTo>
                <a:lnTo>
                  <a:pt x="6366" y="2872"/>
                </a:lnTo>
                <a:lnTo>
                  <a:pt x="6366" y="0"/>
                </a:lnTo>
                <a:lnTo>
                  <a:pt x="0" y="0"/>
                </a:lnTo>
                <a:lnTo>
                  <a:pt x="0" y="2872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174" name="Google Shape;17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880" y="5209560"/>
            <a:ext cx="1047960" cy="32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0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pic>
        <p:nvPicPr>
          <p:cNvPr id="176" name="Google Shape;17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080" y="5169960"/>
            <a:ext cx="1042920" cy="32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3960" y="2749800"/>
            <a:ext cx="4617720" cy="192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8880" y="2980560"/>
            <a:ext cx="4051800" cy="124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954120"/>
            <a:ext cx="6146641" cy="358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0"/>
          <p:cNvSpPr txBox="1"/>
          <p:nvPr/>
        </p:nvSpPr>
        <p:spPr>
          <a:xfrm>
            <a:off x="353880" y="307800"/>
            <a:ext cx="748008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Aggregations on Windows over Event Time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6480720" y="2385840"/>
            <a:ext cx="16017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Overlapping windows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240" y="5153520"/>
            <a:ext cx="1047960" cy="32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880" y="5133360"/>
            <a:ext cx="1047960" cy="32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pic>
        <p:nvPicPr>
          <p:cNvPr id="189" name="Google Shape;18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080" y="5093760"/>
            <a:ext cx="1042920" cy="32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 txBox="1"/>
          <p:nvPr/>
        </p:nvSpPr>
        <p:spPr>
          <a:xfrm>
            <a:off x="353880" y="79200"/>
            <a:ext cx="69156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Stateless vs Stateful Stream Processing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421920" y="2506080"/>
            <a:ext cx="8124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Stateless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31"/>
          <p:cNvSpPr txBox="1"/>
          <p:nvPr/>
        </p:nvSpPr>
        <p:spPr>
          <a:xfrm>
            <a:off x="421920" y="2759160"/>
            <a:ext cx="2329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Each record is processed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738000" y="2993880"/>
            <a:ext cx="18453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independently of other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738000" y="3228960"/>
            <a:ext cx="605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records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421920" y="3554040"/>
            <a:ext cx="27021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e.g. operations like map, filter,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6" name="Google Shape;19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60280" y="706200"/>
            <a:ext cx="2579760" cy="144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3480" y="706200"/>
            <a:ext cx="2607480" cy="143568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1"/>
          <p:cNvSpPr txBox="1"/>
          <p:nvPr/>
        </p:nvSpPr>
        <p:spPr>
          <a:xfrm>
            <a:off x="738000" y="3789120"/>
            <a:ext cx="15333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 with static data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31"/>
          <p:cNvSpPr txBox="1"/>
          <p:nvPr/>
        </p:nvSpPr>
        <p:spPr>
          <a:xfrm>
            <a:off x="3736440" y="2325600"/>
            <a:ext cx="6693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Stateful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1"/>
          <p:cNvSpPr txBox="1"/>
          <p:nvPr/>
        </p:nvSpPr>
        <p:spPr>
          <a:xfrm>
            <a:off x="3736080" y="2578680"/>
            <a:ext cx="27828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Processing of records depends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4052160" y="2813760"/>
            <a:ext cx="23190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upon the result of previously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4052160" y="3048480"/>
            <a:ext cx="15429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processed records.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3736080" y="3373560"/>
            <a:ext cx="27630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Need to maintain “</a:t>
            </a:r>
            <a:r>
              <a:rPr b="0" lang="en-AU" sz="13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intermediate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4052160" y="3608640"/>
            <a:ext cx="2299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for processing –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4052160" y="3843000"/>
            <a:ext cx="10389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called “</a:t>
            </a:r>
            <a:r>
              <a:rPr b="0" lang="en-AU" sz="13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3736080" y="4168800"/>
            <a:ext cx="1875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E.g., operations like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4052160" y="4403520"/>
            <a:ext cx="2309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aggregating count of records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31"/>
          <p:cNvSpPr/>
          <p:nvPr/>
        </p:nvSpPr>
        <p:spPr>
          <a:xfrm>
            <a:off x="6872400" y="2937960"/>
            <a:ext cx="499680" cy="287640"/>
          </a:xfrm>
          <a:custGeom>
            <a:rect b="b" l="l" r="r" t="t"/>
            <a:pathLst>
              <a:path extrusionOk="0" h="799" w="1388">
                <a:moveTo>
                  <a:pt x="19" y="798"/>
                </a:moveTo>
                <a:lnTo>
                  <a:pt x="1224" y="115"/>
                </a:lnTo>
                <a:lnTo>
                  <a:pt x="1205" y="78"/>
                </a:lnTo>
                <a:lnTo>
                  <a:pt x="0" y="761"/>
                </a:lnTo>
                <a:lnTo>
                  <a:pt x="19" y="798"/>
                </a:lnTo>
                <a:moveTo>
                  <a:pt x="1235" y="228"/>
                </a:moveTo>
                <a:lnTo>
                  <a:pt x="1387" y="0"/>
                </a:lnTo>
                <a:lnTo>
                  <a:pt x="1126" y="5"/>
                </a:lnTo>
                <a:lnTo>
                  <a:pt x="1235" y="228"/>
                </a:lnTo>
              </a:path>
            </a:pathLst>
          </a:custGeom>
          <a:solidFill>
            <a:srgbClr val="3F6EC3"/>
          </a:solidFill>
          <a:ln>
            <a:noFill/>
          </a:ln>
        </p:spPr>
      </p:sp>
      <p:sp>
        <p:nvSpPr>
          <p:cNvPr id="209" name="Google Shape;209;p31"/>
          <p:cNvSpPr txBox="1"/>
          <p:nvPr/>
        </p:nvSpPr>
        <p:spPr>
          <a:xfrm>
            <a:off x="4052160" y="4638960"/>
            <a:ext cx="2016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(e.g., intermediate count)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7473960" y="1736640"/>
            <a:ext cx="1402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State of Progress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7473960" y="2122200"/>
            <a:ext cx="23190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keeping track of data that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31"/>
          <p:cNvSpPr txBox="1"/>
          <p:nvPr/>
        </p:nvSpPr>
        <p:spPr>
          <a:xfrm>
            <a:off x="7790040" y="2357280"/>
            <a:ext cx="1875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been processed in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31"/>
          <p:cNvSpPr txBox="1"/>
          <p:nvPr/>
        </p:nvSpPr>
        <p:spPr>
          <a:xfrm>
            <a:off x="7790040" y="2592000"/>
            <a:ext cx="1402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streaming so far.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7473960" y="2826720"/>
            <a:ext cx="7971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Called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7790040" y="3061440"/>
            <a:ext cx="1936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checkpointing</a:t>
            </a: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/saving of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31"/>
          <p:cNvSpPr/>
          <p:nvPr/>
        </p:nvSpPr>
        <p:spPr>
          <a:xfrm>
            <a:off x="6872400" y="3503880"/>
            <a:ext cx="499680" cy="298800"/>
          </a:xfrm>
          <a:custGeom>
            <a:rect b="b" l="l" r="r" t="t"/>
            <a:pathLst>
              <a:path extrusionOk="0" h="830" w="1388">
                <a:moveTo>
                  <a:pt x="19" y="0"/>
                </a:moveTo>
                <a:lnTo>
                  <a:pt x="1225" y="709"/>
                </a:lnTo>
                <a:lnTo>
                  <a:pt x="1206" y="746"/>
                </a:lnTo>
                <a:lnTo>
                  <a:pt x="0" y="37"/>
                </a:lnTo>
                <a:lnTo>
                  <a:pt x="19" y="0"/>
                </a:lnTo>
                <a:moveTo>
                  <a:pt x="1238" y="596"/>
                </a:moveTo>
                <a:lnTo>
                  <a:pt x="1387" y="829"/>
                </a:lnTo>
                <a:lnTo>
                  <a:pt x="1126" y="818"/>
                </a:lnTo>
                <a:lnTo>
                  <a:pt x="1238" y="596"/>
                </a:lnTo>
              </a:path>
            </a:pathLst>
          </a:custGeom>
          <a:solidFill>
            <a:srgbClr val="3F6EC3"/>
          </a:solidFill>
          <a:ln>
            <a:noFill/>
          </a:ln>
        </p:spPr>
      </p:sp>
      <p:sp>
        <p:nvSpPr>
          <p:cNvPr id="217" name="Google Shape;217;p31"/>
          <p:cNvSpPr txBox="1"/>
          <p:nvPr/>
        </p:nvSpPr>
        <p:spPr>
          <a:xfrm>
            <a:off x="7790040" y="3296880"/>
            <a:ext cx="2016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offsets of incoming data.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7549920" y="3849120"/>
            <a:ext cx="10590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State of Data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7395840" y="4160880"/>
            <a:ext cx="2228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intermediate information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7711920" y="4396320"/>
            <a:ext cx="1462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derived from data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7711920" y="4630680"/>
            <a:ext cx="15630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(processed so far). </a:t>
            </a:r>
            <a:endParaRPr b="0" sz="13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296226" y="5198400"/>
            <a:ext cx="79107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https://medium.com/@chandanbaranwal/state-management-in-spark-structured-streaming-</a:t>
            </a:r>
            <a:r>
              <a:rPr lang="en-AU" sz="1200" u="sng">
                <a:solidFill>
                  <a:schemeClr val="hlink"/>
                </a:solidFill>
                <a:hlinkClick r:id="rId9"/>
              </a:rPr>
              <a:t>aaa87b6c9d31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240" y="5229720"/>
            <a:ext cx="1047960" cy="32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880" y="5209560"/>
            <a:ext cx="1047960" cy="32652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2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pic>
        <p:nvPicPr>
          <p:cNvPr id="230" name="Google Shape;23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080" y="5169960"/>
            <a:ext cx="1042920" cy="32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4040" y="1447080"/>
            <a:ext cx="5457960" cy="326411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2"/>
          <p:cNvSpPr txBox="1"/>
          <p:nvPr/>
        </p:nvSpPr>
        <p:spPr>
          <a:xfrm>
            <a:off x="353880" y="155400"/>
            <a:ext cx="2419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Watermarking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2"/>
          <p:cNvSpPr txBox="1"/>
          <p:nvPr/>
        </p:nvSpPr>
        <p:spPr>
          <a:xfrm>
            <a:off x="353880" y="188328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731520" y="1896240"/>
            <a:ext cx="3421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handle events that arrive late to the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731520" y="2123400"/>
            <a:ext cx="9417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353880" y="246000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731880" y="2472960"/>
            <a:ext cx="4054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E.g. a word is generated at 12:04 (event time)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731520" y="2700480"/>
            <a:ext cx="3486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received at 12:11 by the application.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353880" y="303600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731520" y="3049320"/>
            <a:ext cx="37020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The application should use the time 12:04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731520" y="3276480"/>
            <a:ext cx="40800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instead of 12:11 to update the older counts for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731520" y="3504720"/>
            <a:ext cx="20910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a window</a:t>
            </a:r>
            <a:r>
              <a:rPr b="0" lang="en-AU" sz="1410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12:00 - 12:10</a:t>
            </a:r>
            <a:r>
              <a:rPr b="0" lang="en-AU" sz="1410" strike="noStrike">
                <a:solidFill>
                  <a:srgbClr val="1D1F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353880" y="383844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731520" y="3851760"/>
            <a:ext cx="3975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Watermarking lets engine automatically track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731520" y="4079280"/>
            <a:ext cx="35190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current event time in data and clean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32"/>
          <p:cNvSpPr txBox="1"/>
          <p:nvPr/>
        </p:nvSpPr>
        <p:spPr>
          <a:xfrm>
            <a:off x="731520" y="4306800"/>
            <a:ext cx="27291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up/update old state accordingly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552600" y="873360"/>
            <a:ext cx="8541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Structured Streaming can </a:t>
            </a: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maintain the intermediate state for partial aggregates (e.g. intermediate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552600" y="1126080"/>
            <a:ext cx="81324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count) for a period of time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such that </a:t>
            </a: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late data 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update aggregates of old windows correctly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240" y="5229720"/>
            <a:ext cx="1047960" cy="32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880" y="5209560"/>
            <a:ext cx="1047960" cy="32652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pic>
        <p:nvPicPr>
          <p:cNvPr id="256" name="Google Shape;25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080" y="5169960"/>
            <a:ext cx="1042920" cy="32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60" y="2201040"/>
            <a:ext cx="4982400" cy="268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3"/>
          <p:cNvSpPr txBox="1"/>
          <p:nvPr/>
        </p:nvSpPr>
        <p:spPr>
          <a:xfrm>
            <a:off x="353880" y="79200"/>
            <a:ext cx="2419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Watermarking</a:t>
            </a:r>
            <a:endParaRPr b="0" sz="315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33"/>
          <p:cNvSpPr txBox="1"/>
          <p:nvPr/>
        </p:nvSpPr>
        <p:spPr>
          <a:xfrm>
            <a:off x="595800" y="875880"/>
            <a:ext cx="4521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parameters to define the watermark of a query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595800" y="1128600"/>
            <a:ext cx="2409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33"/>
          <p:cNvSpPr txBox="1"/>
          <p:nvPr/>
        </p:nvSpPr>
        <p:spPr>
          <a:xfrm>
            <a:off x="974160" y="1128600"/>
            <a:ext cx="1726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 time column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595800" y="1381680"/>
            <a:ext cx="2409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974160" y="1381680"/>
            <a:ext cx="40947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Threshold 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specify for how late data should be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974160" y="1634400"/>
            <a:ext cx="22134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processed (in event time)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595800" y="2709720"/>
            <a:ext cx="50394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 data within the threshold will be aggregated, but data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6" name="Google Shape;266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79600" y="75000"/>
            <a:ext cx="1726920" cy="227268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 txBox="1"/>
          <p:nvPr/>
        </p:nvSpPr>
        <p:spPr>
          <a:xfrm>
            <a:off x="595800" y="2963160"/>
            <a:ext cx="4207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later than the threshold will start getting dropped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353874" y="5154000"/>
            <a:ext cx="74760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https://towardsdatascience.com/watermarking-in-spark-structured-streaming-</a:t>
            </a:r>
            <a:r>
              <a:rPr lang="en-AU" sz="1410" u="sng">
                <a:solidFill>
                  <a:schemeClr val="hlink"/>
                </a:solidFill>
                <a:hlinkClick r:id="rId9"/>
              </a:rPr>
              <a:t>9e164f373e9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9" name="Google Shape;269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5360" y="3331320"/>
            <a:ext cx="5441040" cy="141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3"/>
          <p:cNvSpPr txBox="1"/>
          <p:nvPr/>
        </p:nvSpPr>
        <p:spPr>
          <a:xfrm>
            <a:off x="7188840" y="2537640"/>
            <a:ext cx="2653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max event time </a:t>
            </a:r>
            <a:r>
              <a:rPr b="0" lang="en-AU" sz="141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- is the latest 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7135200" y="2790720"/>
            <a:ext cx="2629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event time seen by the engine</a:t>
            </a:r>
            <a:endParaRPr b="0" sz="141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244" y="5237266"/>
            <a:ext cx="1047960" cy="335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884" y="5216668"/>
            <a:ext cx="1047960" cy="33360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4"/>
          <p:cNvSpPr/>
          <p:nvPr/>
        </p:nvSpPr>
        <p:spPr>
          <a:xfrm>
            <a:off x="0" y="4882325"/>
            <a:ext cx="10080720" cy="790802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pic>
        <p:nvPicPr>
          <p:cNvPr id="279" name="Google Shape;27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084" y="5176208"/>
            <a:ext cx="1042920" cy="331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560" y="815400"/>
            <a:ext cx="6662161" cy="478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4"/>
          <p:cNvSpPr txBox="1"/>
          <p:nvPr/>
        </p:nvSpPr>
        <p:spPr>
          <a:xfrm>
            <a:off x="353880" y="155400"/>
            <a:ext cx="2419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Watermarking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4"/>
          <p:cNvSpPr txBox="1"/>
          <p:nvPr/>
        </p:nvSpPr>
        <p:spPr>
          <a:xfrm>
            <a:off x="4030200" y="-27120"/>
            <a:ext cx="21009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Window-based aggregation 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4030200" y="189600"/>
            <a:ext cx="1662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event time –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4030200" y="406320"/>
            <a:ext cx="17262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 size = 10 mins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7800" y="30120"/>
            <a:ext cx="3831480" cy="99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4"/>
          <p:cNvSpPr txBox="1"/>
          <p:nvPr/>
        </p:nvSpPr>
        <p:spPr>
          <a:xfrm>
            <a:off x="4030200" y="623400"/>
            <a:ext cx="10623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= 5 mins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4"/>
          <p:cNvSpPr txBox="1"/>
          <p:nvPr/>
        </p:nvSpPr>
        <p:spPr>
          <a:xfrm>
            <a:off x="6723720" y="3615000"/>
            <a:ext cx="29088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Engine will keep updating counts of 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4"/>
          <p:cNvSpPr txBox="1"/>
          <p:nvPr/>
        </p:nvSpPr>
        <p:spPr>
          <a:xfrm>
            <a:off x="7039080" y="3831720"/>
            <a:ext cx="25593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window in the Result Table until 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4"/>
          <p:cNvSpPr txBox="1"/>
          <p:nvPr/>
        </p:nvSpPr>
        <p:spPr>
          <a:xfrm>
            <a:off x="7039080" y="4048440"/>
            <a:ext cx="2139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window is older than the 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4"/>
          <p:cNvSpPr txBox="1"/>
          <p:nvPr/>
        </p:nvSpPr>
        <p:spPr>
          <a:xfrm>
            <a:off x="7039080" y="4265520"/>
            <a:ext cx="25494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watermark, which lags behind the 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61040" y="1224240"/>
            <a:ext cx="1697040" cy="223128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4"/>
          <p:cNvSpPr txBox="1"/>
          <p:nvPr/>
        </p:nvSpPr>
        <p:spPr>
          <a:xfrm>
            <a:off x="7039080" y="4482240"/>
            <a:ext cx="2493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event time by 10 minutes.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240" y="5229720"/>
            <a:ext cx="1047960" cy="32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880" y="5209560"/>
            <a:ext cx="1047960" cy="32652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5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pic>
        <p:nvPicPr>
          <p:cNvPr id="300" name="Google Shape;30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080" y="5169960"/>
            <a:ext cx="1042920" cy="32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5"/>
          <p:cNvSpPr txBox="1"/>
          <p:nvPr/>
        </p:nvSpPr>
        <p:spPr>
          <a:xfrm>
            <a:off x="353880" y="79200"/>
            <a:ext cx="5302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Recovering from Failures with 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5"/>
          <p:cNvSpPr txBox="1"/>
          <p:nvPr/>
        </p:nvSpPr>
        <p:spPr>
          <a:xfrm>
            <a:off x="353520" y="591120"/>
            <a:ext cx="25212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Checkpointing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5"/>
          <p:cNvSpPr txBox="1"/>
          <p:nvPr/>
        </p:nvSpPr>
        <p:spPr>
          <a:xfrm>
            <a:off x="349200" y="167940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664920" y="1679400"/>
            <a:ext cx="4046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case of failure, can recover the previous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5"/>
          <p:cNvSpPr txBox="1"/>
          <p:nvPr/>
        </p:nvSpPr>
        <p:spPr>
          <a:xfrm>
            <a:off x="664920" y="1923120"/>
            <a:ext cx="39048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 and state of previous query and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5"/>
          <p:cNvSpPr txBox="1"/>
          <p:nvPr/>
        </p:nvSpPr>
        <p:spPr>
          <a:xfrm>
            <a:off x="664920" y="2167920"/>
            <a:ext cx="2292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continue where it left off.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5"/>
          <p:cNvSpPr txBox="1"/>
          <p:nvPr/>
        </p:nvSpPr>
        <p:spPr>
          <a:xfrm>
            <a:off x="349200" y="2530800"/>
            <a:ext cx="209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5"/>
          <p:cNvSpPr txBox="1"/>
          <p:nvPr/>
        </p:nvSpPr>
        <p:spPr>
          <a:xfrm>
            <a:off x="664920" y="2530800"/>
            <a:ext cx="4044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enable checkpointing using the option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5"/>
          <p:cNvSpPr txBox="1"/>
          <p:nvPr/>
        </p:nvSpPr>
        <p:spPr>
          <a:xfrm>
            <a:off x="664920" y="2774880"/>
            <a:ext cx="32802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checkpointLocation</a:t>
            </a: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the query.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5"/>
          <p:cNvSpPr txBox="1"/>
          <p:nvPr/>
        </p:nvSpPr>
        <p:spPr>
          <a:xfrm>
            <a:off x="349200" y="3139560"/>
            <a:ext cx="210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5"/>
          <p:cNvSpPr txBox="1"/>
          <p:nvPr/>
        </p:nvSpPr>
        <p:spPr>
          <a:xfrm>
            <a:off x="664920" y="3139560"/>
            <a:ext cx="3831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save all the progress information (i.e.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5"/>
          <p:cNvSpPr txBox="1"/>
          <p:nvPr/>
        </p:nvSpPr>
        <p:spPr>
          <a:xfrm>
            <a:off x="664920" y="3384000"/>
            <a:ext cx="4023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 of offsets processed in each trigger)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5"/>
          <p:cNvSpPr txBox="1"/>
          <p:nvPr/>
        </p:nvSpPr>
        <p:spPr>
          <a:xfrm>
            <a:off x="664920" y="3628080"/>
            <a:ext cx="40932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the running aggregates (‘states’) to the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63200" y="1834200"/>
            <a:ext cx="3737521" cy="119196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5"/>
          <p:cNvSpPr txBox="1"/>
          <p:nvPr/>
        </p:nvSpPr>
        <p:spPr>
          <a:xfrm>
            <a:off x="664920" y="3871800"/>
            <a:ext cx="1800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checkpoint location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/>
          <p:nvPr/>
        </p:nvSpPr>
        <p:spPr>
          <a:xfrm>
            <a:off x="9044280" y="54654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6"/>
          <p:cNvSpPr/>
          <p:nvPr/>
        </p:nvSpPr>
        <p:spPr>
          <a:xfrm>
            <a:off x="9159120" y="54999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6"/>
          <p:cNvSpPr/>
          <p:nvPr/>
        </p:nvSpPr>
        <p:spPr>
          <a:xfrm>
            <a:off x="9249840" y="55021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23" name="Google Shape;323;p36"/>
          <p:cNvSpPr/>
          <p:nvPr/>
        </p:nvSpPr>
        <p:spPr>
          <a:xfrm>
            <a:off x="9249840" y="54726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24" name="Google Shape;324;p36"/>
          <p:cNvSpPr/>
          <p:nvPr/>
        </p:nvSpPr>
        <p:spPr>
          <a:xfrm>
            <a:off x="9267840" y="55021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6"/>
          <p:cNvSpPr/>
          <p:nvPr/>
        </p:nvSpPr>
        <p:spPr>
          <a:xfrm>
            <a:off x="9350640" y="54999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6"/>
          <p:cNvSpPr/>
          <p:nvPr/>
        </p:nvSpPr>
        <p:spPr>
          <a:xfrm>
            <a:off x="9444600" y="55014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6"/>
          <p:cNvSpPr/>
          <p:nvPr/>
        </p:nvSpPr>
        <p:spPr>
          <a:xfrm>
            <a:off x="9489240" y="54999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6"/>
          <p:cNvSpPr/>
          <p:nvPr/>
        </p:nvSpPr>
        <p:spPr>
          <a:xfrm>
            <a:off x="9577440" y="55021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29" name="Google Shape;329;p36"/>
          <p:cNvSpPr/>
          <p:nvPr/>
        </p:nvSpPr>
        <p:spPr>
          <a:xfrm>
            <a:off x="9596160" y="54726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6"/>
          <p:cNvSpPr/>
          <p:nvPr/>
        </p:nvSpPr>
        <p:spPr>
          <a:xfrm>
            <a:off x="9577440" y="54726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31" name="Google Shape;331;p36"/>
          <p:cNvSpPr/>
          <p:nvPr/>
        </p:nvSpPr>
        <p:spPr>
          <a:xfrm>
            <a:off x="9182160" y="53048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6"/>
          <p:cNvSpPr/>
          <p:nvPr/>
        </p:nvSpPr>
        <p:spPr>
          <a:xfrm>
            <a:off x="9654120" y="53077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6"/>
          <p:cNvSpPr/>
          <p:nvPr/>
        </p:nvSpPr>
        <p:spPr>
          <a:xfrm>
            <a:off x="9324360" y="53077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6"/>
          <p:cNvSpPr/>
          <p:nvPr/>
        </p:nvSpPr>
        <p:spPr>
          <a:xfrm>
            <a:off x="9439560" y="53077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6"/>
          <p:cNvSpPr/>
          <p:nvPr/>
        </p:nvSpPr>
        <p:spPr>
          <a:xfrm>
            <a:off x="9037800" y="53077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6"/>
          <p:cNvSpPr/>
          <p:nvPr/>
        </p:nvSpPr>
        <p:spPr>
          <a:xfrm>
            <a:off x="9562320" y="53059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6"/>
          <p:cNvSpPr/>
          <p:nvPr/>
        </p:nvSpPr>
        <p:spPr>
          <a:xfrm>
            <a:off x="8723880" y="54589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6"/>
          <p:cNvSpPr/>
          <p:nvPr/>
        </p:nvSpPr>
        <p:spPr>
          <a:xfrm>
            <a:off x="8751960" y="55021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6"/>
          <p:cNvSpPr/>
          <p:nvPr/>
        </p:nvSpPr>
        <p:spPr>
          <a:xfrm>
            <a:off x="8762760" y="55158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6"/>
          <p:cNvSpPr/>
          <p:nvPr/>
        </p:nvSpPr>
        <p:spPr>
          <a:xfrm>
            <a:off x="8777160" y="55341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6"/>
          <p:cNvSpPr/>
          <p:nvPr/>
        </p:nvSpPr>
        <p:spPr>
          <a:xfrm>
            <a:off x="8790840" y="55489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6"/>
          <p:cNvSpPr/>
          <p:nvPr/>
        </p:nvSpPr>
        <p:spPr>
          <a:xfrm>
            <a:off x="8807040" y="55615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6"/>
          <p:cNvSpPr/>
          <p:nvPr/>
        </p:nvSpPr>
        <p:spPr>
          <a:xfrm>
            <a:off x="8824320" y="55741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6"/>
          <p:cNvSpPr/>
          <p:nvPr/>
        </p:nvSpPr>
        <p:spPr>
          <a:xfrm>
            <a:off x="8862120" y="55744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6"/>
          <p:cNvSpPr/>
          <p:nvPr/>
        </p:nvSpPr>
        <p:spPr>
          <a:xfrm>
            <a:off x="8874360" y="55622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6"/>
          <p:cNvSpPr/>
          <p:nvPr/>
        </p:nvSpPr>
        <p:spPr>
          <a:xfrm>
            <a:off x="8892720" y="55510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6"/>
          <p:cNvSpPr/>
          <p:nvPr/>
        </p:nvSpPr>
        <p:spPr>
          <a:xfrm>
            <a:off x="8909280" y="55395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6"/>
          <p:cNvSpPr/>
          <p:nvPr/>
        </p:nvSpPr>
        <p:spPr>
          <a:xfrm>
            <a:off x="8919000" y="55219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6"/>
          <p:cNvSpPr/>
          <p:nvPr/>
        </p:nvSpPr>
        <p:spPr>
          <a:xfrm>
            <a:off x="8931600" y="55024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6"/>
          <p:cNvSpPr/>
          <p:nvPr/>
        </p:nvSpPr>
        <p:spPr>
          <a:xfrm>
            <a:off x="8848080" y="55834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6"/>
          <p:cNvSpPr/>
          <p:nvPr/>
        </p:nvSpPr>
        <p:spPr>
          <a:xfrm>
            <a:off x="8751240" y="54884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6"/>
          <p:cNvSpPr/>
          <p:nvPr/>
        </p:nvSpPr>
        <p:spPr>
          <a:xfrm>
            <a:off x="8945280" y="54884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6"/>
          <p:cNvSpPr/>
          <p:nvPr/>
        </p:nvSpPr>
        <p:spPr>
          <a:xfrm>
            <a:off x="8757360" y="53077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6"/>
          <p:cNvSpPr/>
          <p:nvPr/>
        </p:nvSpPr>
        <p:spPr>
          <a:xfrm>
            <a:off x="8808480" y="54466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355" name="Google Shape;355;p36"/>
          <p:cNvSpPr/>
          <p:nvPr/>
        </p:nvSpPr>
        <p:spPr>
          <a:xfrm>
            <a:off x="8768880" y="53286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6"/>
          <p:cNvSpPr/>
          <p:nvPr/>
        </p:nvSpPr>
        <p:spPr>
          <a:xfrm>
            <a:off x="8775360" y="53242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6"/>
          <p:cNvSpPr/>
          <p:nvPr/>
        </p:nvSpPr>
        <p:spPr>
          <a:xfrm>
            <a:off x="8803800" y="53242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6"/>
          <p:cNvSpPr/>
          <p:nvPr/>
        </p:nvSpPr>
        <p:spPr>
          <a:xfrm>
            <a:off x="8923680" y="53516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6"/>
          <p:cNvSpPr/>
          <p:nvPr/>
        </p:nvSpPr>
        <p:spPr>
          <a:xfrm>
            <a:off x="8908560" y="53793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6"/>
          <p:cNvSpPr/>
          <p:nvPr/>
        </p:nvSpPr>
        <p:spPr>
          <a:xfrm>
            <a:off x="8905320" y="53746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6"/>
          <p:cNvSpPr/>
          <p:nvPr/>
        </p:nvSpPr>
        <p:spPr>
          <a:xfrm>
            <a:off x="8910720" y="53707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6"/>
          <p:cNvSpPr/>
          <p:nvPr/>
        </p:nvSpPr>
        <p:spPr>
          <a:xfrm>
            <a:off x="8914680" y="53656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6"/>
          <p:cNvSpPr/>
          <p:nvPr/>
        </p:nvSpPr>
        <p:spPr>
          <a:xfrm>
            <a:off x="8917200" y="53606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6"/>
          <p:cNvSpPr/>
          <p:nvPr/>
        </p:nvSpPr>
        <p:spPr>
          <a:xfrm>
            <a:off x="8918280" y="53548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6"/>
          <p:cNvSpPr/>
          <p:nvPr/>
        </p:nvSpPr>
        <p:spPr>
          <a:xfrm>
            <a:off x="8917920" y="53491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6"/>
          <p:cNvSpPr/>
          <p:nvPr/>
        </p:nvSpPr>
        <p:spPr>
          <a:xfrm>
            <a:off x="8915760" y="53437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6"/>
          <p:cNvSpPr/>
          <p:nvPr/>
        </p:nvSpPr>
        <p:spPr>
          <a:xfrm>
            <a:off x="8912880" y="53390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6"/>
          <p:cNvSpPr/>
          <p:nvPr/>
        </p:nvSpPr>
        <p:spPr>
          <a:xfrm>
            <a:off x="8914320" y="53746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8919000" y="53671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/>
          <p:nvPr/>
        </p:nvSpPr>
        <p:spPr>
          <a:xfrm>
            <a:off x="8922240" y="53595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6"/>
          <p:cNvSpPr/>
          <p:nvPr/>
        </p:nvSpPr>
        <p:spPr>
          <a:xfrm>
            <a:off x="8923680" y="53433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6"/>
          <p:cNvSpPr/>
          <p:nvPr/>
        </p:nvSpPr>
        <p:spPr>
          <a:xfrm>
            <a:off x="8921520" y="53361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6"/>
          <p:cNvSpPr/>
          <p:nvPr/>
        </p:nvSpPr>
        <p:spPr>
          <a:xfrm>
            <a:off x="8917560" y="53300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6"/>
          <p:cNvSpPr/>
          <p:nvPr/>
        </p:nvSpPr>
        <p:spPr>
          <a:xfrm>
            <a:off x="8909280" y="53347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6"/>
          <p:cNvSpPr/>
          <p:nvPr/>
        </p:nvSpPr>
        <p:spPr>
          <a:xfrm>
            <a:off x="8911800" y="53253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6"/>
          <p:cNvSpPr/>
          <p:nvPr/>
        </p:nvSpPr>
        <p:spPr>
          <a:xfrm>
            <a:off x="8905680" y="53271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6"/>
          <p:cNvSpPr/>
          <p:nvPr/>
        </p:nvSpPr>
        <p:spPr>
          <a:xfrm>
            <a:off x="8878320" y="53707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6"/>
          <p:cNvSpPr/>
          <p:nvPr/>
        </p:nvSpPr>
        <p:spPr>
          <a:xfrm>
            <a:off x="8872200" y="53390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6"/>
          <p:cNvSpPr/>
          <p:nvPr/>
        </p:nvSpPr>
        <p:spPr>
          <a:xfrm>
            <a:off x="8874720" y="53656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6"/>
          <p:cNvSpPr/>
          <p:nvPr/>
        </p:nvSpPr>
        <p:spPr>
          <a:xfrm>
            <a:off x="8872200" y="53606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6"/>
          <p:cNvSpPr/>
          <p:nvPr/>
        </p:nvSpPr>
        <p:spPr>
          <a:xfrm>
            <a:off x="8870400" y="53548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6"/>
          <p:cNvSpPr/>
          <p:nvPr/>
        </p:nvSpPr>
        <p:spPr>
          <a:xfrm>
            <a:off x="8870400" y="53437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6"/>
          <p:cNvSpPr/>
          <p:nvPr/>
        </p:nvSpPr>
        <p:spPr>
          <a:xfrm>
            <a:off x="8869320" y="53491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6"/>
          <p:cNvSpPr/>
          <p:nvPr/>
        </p:nvSpPr>
        <p:spPr>
          <a:xfrm>
            <a:off x="8864280" y="53595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6"/>
          <p:cNvSpPr/>
          <p:nvPr/>
        </p:nvSpPr>
        <p:spPr>
          <a:xfrm>
            <a:off x="8866080" y="53671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6"/>
          <p:cNvSpPr/>
          <p:nvPr/>
        </p:nvSpPr>
        <p:spPr>
          <a:xfrm>
            <a:off x="8869320" y="53746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6"/>
          <p:cNvSpPr/>
          <p:nvPr/>
        </p:nvSpPr>
        <p:spPr>
          <a:xfrm>
            <a:off x="8874720" y="53793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8882640" y="53746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6"/>
          <p:cNvSpPr/>
          <p:nvPr/>
        </p:nvSpPr>
        <p:spPr>
          <a:xfrm>
            <a:off x="8879760" y="53271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6"/>
          <p:cNvSpPr/>
          <p:nvPr/>
        </p:nvSpPr>
        <p:spPr>
          <a:xfrm>
            <a:off x="8876160" y="53253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6"/>
          <p:cNvSpPr/>
          <p:nvPr/>
        </p:nvSpPr>
        <p:spPr>
          <a:xfrm>
            <a:off x="8875440" y="53347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6"/>
          <p:cNvSpPr/>
          <p:nvPr/>
        </p:nvSpPr>
        <p:spPr>
          <a:xfrm>
            <a:off x="8871480" y="53300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6"/>
          <p:cNvSpPr/>
          <p:nvPr/>
        </p:nvSpPr>
        <p:spPr>
          <a:xfrm>
            <a:off x="8867880" y="53361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6"/>
          <p:cNvSpPr/>
          <p:nvPr/>
        </p:nvSpPr>
        <p:spPr>
          <a:xfrm>
            <a:off x="8865360" y="53433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6"/>
          <p:cNvSpPr/>
          <p:nvPr/>
        </p:nvSpPr>
        <p:spPr>
          <a:xfrm>
            <a:off x="8863920" y="53516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6"/>
          <p:cNvSpPr/>
          <p:nvPr/>
        </p:nvSpPr>
        <p:spPr>
          <a:xfrm>
            <a:off x="8885520" y="53196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6"/>
          <p:cNvSpPr/>
          <p:nvPr/>
        </p:nvSpPr>
        <p:spPr>
          <a:xfrm>
            <a:off x="9170280" y="54445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6"/>
          <p:cNvSpPr/>
          <p:nvPr/>
        </p:nvSpPr>
        <p:spPr>
          <a:xfrm>
            <a:off x="9284760" y="54790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6"/>
          <p:cNvSpPr/>
          <p:nvPr/>
        </p:nvSpPr>
        <p:spPr>
          <a:xfrm>
            <a:off x="9376200" y="54812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00" name="Google Shape;400;p36"/>
          <p:cNvSpPr/>
          <p:nvPr/>
        </p:nvSpPr>
        <p:spPr>
          <a:xfrm>
            <a:off x="9376200" y="54520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01" name="Google Shape;401;p36"/>
          <p:cNvSpPr/>
          <p:nvPr/>
        </p:nvSpPr>
        <p:spPr>
          <a:xfrm>
            <a:off x="9394200" y="54812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6"/>
          <p:cNvSpPr/>
          <p:nvPr/>
        </p:nvSpPr>
        <p:spPr>
          <a:xfrm>
            <a:off x="9477000" y="54790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6"/>
          <p:cNvSpPr/>
          <p:nvPr/>
        </p:nvSpPr>
        <p:spPr>
          <a:xfrm>
            <a:off x="9570600" y="54805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6"/>
          <p:cNvSpPr/>
          <p:nvPr/>
        </p:nvSpPr>
        <p:spPr>
          <a:xfrm>
            <a:off x="9615600" y="54790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6"/>
          <p:cNvSpPr/>
          <p:nvPr/>
        </p:nvSpPr>
        <p:spPr>
          <a:xfrm>
            <a:off x="9703440" y="54812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06" name="Google Shape;406;p36"/>
          <p:cNvSpPr/>
          <p:nvPr/>
        </p:nvSpPr>
        <p:spPr>
          <a:xfrm>
            <a:off x="9721800" y="54520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6"/>
          <p:cNvSpPr/>
          <p:nvPr/>
        </p:nvSpPr>
        <p:spPr>
          <a:xfrm>
            <a:off x="9703440" y="54520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08" name="Google Shape;408;p36"/>
          <p:cNvSpPr/>
          <p:nvPr/>
        </p:nvSpPr>
        <p:spPr>
          <a:xfrm>
            <a:off x="9308520" y="52846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6"/>
          <p:cNvSpPr/>
          <p:nvPr/>
        </p:nvSpPr>
        <p:spPr>
          <a:xfrm>
            <a:off x="9780120" y="52875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6"/>
          <p:cNvSpPr/>
          <p:nvPr/>
        </p:nvSpPr>
        <p:spPr>
          <a:xfrm>
            <a:off x="9450000" y="52875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6"/>
          <p:cNvSpPr/>
          <p:nvPr/>
        </p:nvSpPr>
        <p:spPr>
          <a:xfrm>
            <a:off x="9565920" y="52875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6"/>
          <p:cNvSpPr/>
          <p:nvPr/>
        </p:nvSpPr>
        <p:spPr>
          <a:xfrm>
            <a:off x="9163800" y="52875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9687960" y="52857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6"/>
          <p:cNvSpPr/>
          <p:nvPr/>
        </p:nvSpPr>
        <p:spPr>
          <a:xfrm>
            <a:off x="8849880" y="54380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6"/>
          <p:cNvSpPr/>
          <p:nvPr/>
        </p:nvSpPr>
        <p:spPr>
          <a:xfrm>
            <a:off x="8877600" y="54812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6"/>
          <p:cNvSpPr/>
          <p:nvPr/>
        </p:nvSpPr>
        <p:spPr>
          <a:xfrm>
            <a:off x="8888400" y="54949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6"/>
          <p:cNvSpPr/>
          <p:nvPr/>
        </p:nvSpPr>
        <p:spPr>
          <a:xfrm>
            <a:off x="8902800" y="55132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6"/>
          <p:cNvSpPr/>
          <p:nvPr/>
        </p:nvSpPr>
        <p:spPr>
          <a:xfrm>
            <a:off x="8916840" y="55280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6"/>
          <p:cNvSpPr/>
          <p:nvPr/>
        </p:nvSpPr>
        <p:spPr>
          <a:xfrm>
            <a:off x="8933400" y="55402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6"/>
          <p:cNvSpPr/>
          <p:nvPr/>
        </p:nvSpPr>
        <p:spPr>
          <a:xfrm>
            <a:off x="8950320" y="55528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/>
          <p:nvPr/>
        </p:nvSpPr>
        <p:spPr>
          <a:xfrm>
            <a:off x="8988120" y="55528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6"/>
          <p:cNvSpPr/>
          <p:nvPr/>
        </p:nvSpPr>
        <p:spPr>
          <a:xfrm>
            <a:off x="9000000" y="55410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6"/>
          <p:cNvSpPr/>
          <p:nvPr/>
        </p:nvSpPr>
        <p:spPr>
          <a:xfrm>
            <a:off x="9019080" y="55294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6"/>
          <p:cNvSpPr/>
          <p:nvPr/>
        </p:nvSpPr>
        <p:spPr>
          <a:xfrm>
            <a:off x="9035280" y="55183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6"/>
          <p:cNvSpPr/>
          <p:nvPr/>
        </p:nvSpPr>
        <p:spPr>
          <a:xfrm>
            <a:off x="9045360" y="54999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6"/>
          <p:cNvSpPr/>
          <p:nvPr/>
        </p:nvSpPr>
        <p:spPr>
          <a:xfrm>
            <a:off x="9057240" y="54816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6"/>
          <p:cNvSpPr/>
          <p:nvPr/>
        </p:nvSpPr>
        <p:spPr>
          <a:xfrm>
            <a:off x="8974080" y="55622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6"/>
          <p:cNvSpPr/>
          <p:nvPr/>
        </p:nvSpPr>
        <p:spPr>
          <a:xfrm>
            <a:off x="8877240" y="54675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6"/>
          <p:cNvSpPr/>
          <p:nvPr/>
        </p:nvSpPr>
        <p:spPr>
          <a:xfrm>
            <a:off x="9071280" y="54675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6"/>
          <p:cNvSpPr/>
          <p:nvPr/>
        </p:nvSpPr>
        <p:spPr>
          <a:xfrm>
            <a:off x="8883360" y="52875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6"/>
          <p:cNvSpPr/>
          <p:nvPr/>
        </p:nvSpPr>
        <p:spPr>
          <a:xfrm>
            <a:off x="8934120" y="54261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432" name="Google Shape;432;p36"/>
          <p:cNvSpPr/>
          <p:nvPr/>
        </p:nvSpPr>
        <p:spPr>
          <a:xfrm>
            <a:off x="8894880" y="53088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6"/>
          <p:cNvSpPr/>
          <p:nvPr/>
        </p:nvSpPr>
        <p:spPr>
          <a:xfrm>
            <a:off x="8901720" y="53044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6"/>
          <p:cNvSpPr/>
          <p:nvPr/>
        </p:nvSpPr>
        <p:spPr>
          <a:xfrm>
            <a:off x="8929800" y="53044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6"/>
          <p:cNvSpPr/>
          <p:nvPr/>
        </p:nvSpPr>
        <p:spPr>
          <a:xfrm>
            <a:off x="9049680" y="53314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6"/>
          <p:cNvSpPr/>
          <p:nvPr/>
        </p:nvSpPr>
        <p:spPr>
          <a:xfrm>
            <a:off x="9034920" y="53592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>
            <a:off x="9030960" y="53541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6"/>
          <p:cNvSpPr/>
          <p:nvPr/>
        </p:nvSpPr>
        <p:spPr>
          <a:xfrm>
            <a:off x="9036720" y="53502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6"/>
          <p:cNvSpPr/>
          <p:nvPr/>
        </p:nvSpPr>
        <p:spPr>
          <a:xfrm>
            <a:off x="9041040" y="53455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6"/>
          <p:cNvSpPr/>
          <p:nvPr/>
        </p:nvSpPr>
        <p:spPr>
          <a:xfrm>
            <a:off x="9043200" y="53401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6"/>
          <p:cNvSpPr/>
          <p:nvPr/>
        </p:nvSpPr>
        <p:spPr>
          <a:xfrm>
            <a:off x="9044280" y="53343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6"/>
          <p:cNvSpPr/>
          <p:nvPr/>
        </p:nvSpPr>
        <p:spPr>
          <a:xfrm>
            <a:off x="9043560" y="53289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6"/>
          <p:cNvSpPr/>
          <p:nvPr/>
        </p:nvSpPr>
        <p:spPr>
          <a:xfrm>
            <a:off x="9042120" y="53239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6"/>
          <p:cNvSpPr/>
          <p:nvPr/>
        </p:nvSpPr>
        <p:spPr>
          <a:xfrm>
            <a:off x="9038880" y="53185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6"/>
          <p:cNvSpPr/>
          <p:nvPr/>
        </p:nvSpPr>
        <p:spPr>
          <a:xfrm>
            <a:off x="9040320" y="53541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6"/>
          <p:cNvSpPr/>
          <p:nvPr/>
        </p:nvSpPr>
        <p:spPr>
          <a:xfrm>
            <a:off x="9045000" y="53473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6"/>
          <p:cNvSpPr/>
          <p:nvPr/>
        </p:nvSpPr>
        <p:spPr>
          <a:xfrm>
            <a:off x="9047880" y="53394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6"/>
          <p:cNvSpPr/>
          <p:nvPr/>
        </p:nvSpPr>
        <p:spPr>
          <a:xfrm>
            <a:off x="9049680" y="53235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6"/>
          <p:cNvSpPr/>
          <p:nvPr/>
        </p:nvSpPr>
        <p:spPr>
          <a:xfrm>
            <a:off x="9047520" y="53160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6"/>
          <p:cNvSpPr/>
          <p:nvPr/>
        </p:nvSpPr>
        <p:spPr>
          <a:xfrm>
            <a:off x="9043560" y="53102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6"/>
          <p:cNvSpPr/>
          <p:nvPr/>
        </p:nvSpPr>
        <p:spPr>
          <a:xfrm>
            <a:off x="9034920" y="53149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6"/>
          <p:cNvSpPr/>
          <p:nvPr/>
        </p:nvSpPr>
        <p:spPr>
          <a:xfrm>
            <a:off x="9038160" y="53055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6"/>
          <p:cNvSpPr/>
          <p:nvPr/>
        </p:nvSpPr>
        <p:spPr>
          <a:xfrm>
            <a:off x="9031680" y="53070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6"/>
          <p:cNvSpPr/>
          <p:nvPr/>
        </p:nvSpPr>
        <p:spPr>
          <a:xfrm>
            <a:off x="9004320" y="53502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/>
          <p:nvPr/>
        </p:nvSpPr>
        <p:spPr>
          <a:xfrm>
            <a:off x="8997840" y="53185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/>
          <p:nvPr/>
        </p:nvSpPr>
        <p:spPr>
          <a:xfrm>
            <a:off x="9000720" y="53455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6"/>
          <p:cNvSpPr/>
          <p:nvPr/>
        </p:nvSpPr>
        <p:spPr>
          <a:xfrm>
            <a:off x="8997840" y="53401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6"/>
          <p:cNvSpPr/>
          <p:nvPr/>
        </p:nvSpPr>
        <p:spPr>
          <a:xfrm>
            <a:off x="8996040" y="53343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6"/>
          <p:cNvSpPr/>
          <p:nvPr/>
        </p:nvSpPr>
        <p:spPr>
          <a:xfrm>
            <a:off x="8996040" y="53239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6"/>
          <p:cNvSpPr/>
          <p:nvPr/>
        </p:nvSpPr>
        <p:spPr>
          <a:xfrm>
            <a:off x="8995680" y="53289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6"/>
          <p:cNvSpPr/>
          <p:nvPr/>
        </p:nvSpPr>
        <p:spPr>
          <a:xfrm>
            <a:off x="8989920" y="53394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6"/>
          <p:cNvSpPr/>
          <p:nvPr/>
        </p:nvSpPr>
        <p:spPr>
          <a:xfrm>
            <a:off x="8992080" y="53473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6"/>
          <p:cNvSpPr/>
          <p:nvPr/>
        </p:nvSpPr>
        <p:spPr>
          <a:xfrm>
            <a:off x="8995680" y="53541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6"/>
          <p:cNvSpPr/>
          <p:nvPr/>
        </p:nvSpPr>
        <p:spPr>
          <a:xfrm>
            <a:off x="9000360" y="53592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6"/>
          <p:cNvSpPr/>
          <p:nvPr/>
        </p:nvSpPr>
        <p:spPr>
          <a:xfrm>
            <a:off x="9008280" y="53541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6"/>
          <p:cNvSpPr/>
          <p:nvPr/>
        </p:nvSpPr>
        <p:spPr>
          <a:xfrm>
            <a:off x="9005400" y="53070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6"/>
          <p:cNvSpPr/>
          <p:nvPr/>
        </p:nvSpPr>
        <p:spPr>
          <a:xfrm>
            <a:off x="9001800" y="53055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6"/>
          <p:cNvSpPr/>
          <p:nvPr/>
        </p:nvSpPr>
        <p:spPr>
          <a:xfrm>
            <a:off x="9001080" y="53149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6"/>
          <p:cNvSpPr/>
          <p:nvPr/>
        </p:nvSpPr>
        <p:spPr>
          <a:xfrm>
            <a:off x="8997120" y="53102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6"/>
          <p:cNvSpPr/>
          <p:nvPr/>
        </p:nvSpPr>
        <p:spPr>
          <a:xfrm>
            <a:off x="8993520" y="53160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6"/>
          <p:cNvSpPr/>
          <p:nvPr/>
        </p:nvSpPr>
        <p:spPr>
          <a:xfrm>
            <a:off x="8991360" y="53235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6"/>
          <p:cNvSpPr/>
          <p:nvPr/>
        </p:nvSpPr>
        <p:spPr>
          <a:xfrm>
            <a:off x="8989920" y="53314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6"/>
          <p:cNvSpPr/>
          <p:nvPr/>
        </p:nvSpPr>
        <p:spPr>
          <a:xfrm>
            <a:off x="9011520" y="52994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6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475" name="Google Shape;475;p36"/>
          <p:cNvSpPr/>
          <p:nvPr/>
        </p:nvSpPr>
        <p:spPr>
          <a:xfrm>
            <a:off x="8869680" y="54042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6"/>
          <p:cNvSpPr/>
          <p:nvPr/>
        </p:nvSpPr>
        <p:spPr>
          <a:xfrm>
            <a:off x="8984160" y="54380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6"/>
          <p:cNvSpPr/>
          <p:nvPr/>
        </p:nvSpPr>
        <p:spPr>
          <a:xfrm>
            <a:off x="9074520" y="54405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78" name="Google Shape;478;p36"/>
          <p:cNvSpPr/>
          <p:nvPr/>
        </p:nvSpPr>
        <p:spPr>
          <a:xfrm>
            <a:off x="9074520" y="54114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79" name="Google Shape;479;p36"/>
          <p:cNvSpPr/>
          <p:nvPr/>
        </p:nvSpPr>
        <p:spPr>
          <a:xfrm>
            <a:off x="9092520" y="54405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6"/>
          <p:cNvSpPr/>
          <p:nvPr/>
        </p:nvSpPr>
        <p:spPr>
          <a:xfrm>
            <a:off x="9174960" y="54380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6"/>
          <p:cNvSpPr/>
          <p:nvPr/>
        </p:nvSpPr>
        <p:spPr>
          <a:xfrm>
            <a:off x="9268200" y="54394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6"/>
          <p:cNvSpPr/>
          <p:nvPr/>
        </p:nvSpPr>
        <p:spPr>
          <a:xfrm>
            <a:off x="9312840" y="54380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6"/>
          <p:cNvSpPr/>
          <p:nvPr/>
        </p:nvSpPr>
        <p:spPr>
          <a:xfrm>
            <a:off x="9400320" y="54405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84" name="Google Shape;484;p36"/>
          <p:cNvSpPr/>
          <p:nvPr/>
        </p:nvSpPr>
        <p:spPr>
          <a:xfrm>
            <a:off x="9419040" y="54114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6"/>
          <p:cNvSpPr/>
          <p:nvPr/>
        </p:nvSpPr>
        <p:spPr>
          <a:xfrm>
            <a:off x="9400320" y="54114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86" name="Google Shape;486;p36"/>
          <p:cNvSpPr/>
          <p:nvPr/>
        </p:nvSpPr>
        <p:spPr>
          <a:xfrm>
            <a:off x="9007200" y="52450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6"/>
          <p:cNvSpPr/>
          <p:nvPr/>
        </p:nvSpPr>
        <p:spPr>
          <a:xfrm>
            <a:off x="9476640" y="52479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6"/>
          <p:cNvSpPr/>
          <p:nvPr/>
        </p:nvSpPr>
        <p:spPr>
          <a:xfrm>
            <a:off x="9148320" y="52479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6"/>
          <p:cNvSpPr/>
          <p:nvPr/>
        </p:nvSpPr>
        <p:spPr>
          <a:xfrm>
            <a:off x="9263520" y="52479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6"/>
          <p:cNvSpPr/>
          <p:nvPr/>
        </p:nvSpPr>
        <p:spPr>
          <a:xfrm>
            <a:off x="8863560" y="52479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6"/>
          <p:cNvSpPr/>
          <p:nvPr/>
        </p:nvSpPr>
        <p:spPr>
          <a:xfrm>
            <a:off x="9385200" y="52461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6"/>
          <p:cNvSpPr/>
          <p:nvPr/>
        </p:nvSpPr>
        <p:spPr>
          <a:xfrm>
            <a:off x="8583840" y="52468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6"/>
          <p:cNvSpPr/>
          <p:nvPr/>
        </p:nvSpPr>
        <p:spPr>
          <a:xfrm>
            <a:off x="8550720" y="53977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6"/>
          <p:cNvSpPr/>
          <p:nvPr/>
        </p:nvSpPr>
        <p:spPr>
          <a:xfrm>
            <a:off x="8750880" y="52908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6"/>
          <p:cNvSpPr/>
          <p:nvPr/>
        </p:nvSpPr>
        <p:spPr>
          <a:xfrm>
            <a:off x="8735760" y="53192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6"/>
          <p:cNvSpPr/>
          <p:nvPr/>
        </p:nvSpPr>
        <p:spPr>
          <a:xfrm>
            <a:off x="8732160" y="53138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6"/>
          <p:cNvSpPr/>
          <p:nvPr/>
        </p:nvSpPr>
        <p:spPr>
          <a:xfrm>
            <a:off x="8737560" y="53102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6"/>
          <p:cNvSpPr/>
          <p:nvPr/>
        </p:nvSpPr>
        <p:spPr>
          <a:xfrm>
            <a:off x="8741520" y="53052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6"/>
          <p:cNvSpPr/>
          <p:nvPr/>
        </p:nvSpPr>
        <p:spPr>
          <a:xfrm>
            <a:off x="8744040" y="52998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6"/>
          <p:cNvSpPr/>
          <p:nvPr/>
        </p:nvSpPr>
        <p:spPr>
          <a:xfrm>
            <a:off x="8745120" y="52944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6"/>
          <p:cNvSpPr/>
          <p:nvPr/>
        </p:nvSpPr>
        <p:spPr>
          <a:xfrm>
            <a:off x="8744760" y="52882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6"/>
          <p:cNvSpPr/>
          <p:nvPr/>
        </p:nvSpPr>
        <p:spPr>
          <a:xfrm>
            <a:off x="8742960" y="52832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6"/>
          <p:cNvSpPr/>
          <p:nvPr/>
        </p:nvSpPr>
        <p:spPr>
          <a:xfrm>
            <a:off x="8739720" y="52785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6"/>
          <p:cNvSpPr/>
          <p:nvPr/>
        </p:nvSpPr>
        <p:spPr>
          <a:xfrm>
            <a:off x="8741160" y="53138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6"/>
          <p:cNvSpPr/>
          <p:nvPr/>
        </p:nvSpPr>
        <p:spPr>
          <a:xfrm>
            <a:off x="8745480" y="53066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6"/>
          <p:cNvSpPr/>
          <p:nvPr/>
        </p:nvSpPr>
        <p:spPr>
          <a:xfrm>
            <a:off x="8749080" y="52990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6"/>
          <p:cNvSpPr/>
          <p:nvPr/>
        </p:nvSpPr>
        <p:spPr>
          <a:xfrm>
            <a:off x="8750520" y="52832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6"/>
          <p:cNvSpPr/>
          <p:nvPr/>
        </p:nvSpPr>
        <p:spPr>
          <a:xfrm>
            <a:off x="8748360" y="52760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6"/>
          <p:cNvSpPr/>
          <p:nvPr/>
        </p:nvSpPr>
        <p:spPr>
          <a:xfrm>
            <a:off x="8744400" y="52695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6"/>
          <p:cNvSpPr/>
          <p:nvPr/>
        </p:nvSpPr>
        <p:spPr>
          <a:xfrm>
            <a:off x="8735760" y="52746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6"/>
          <p:cNvSpPr/>
          <p:nvPr/>
        </p:nvSpPr>
        <p:spPr>
          <a:xfrm>
            <a:off x="8739000" y="52648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6"/>
          <p:cNvSpPr/>
          <p:nvPr/>
        </p:nvSpPr>
        <p:spPr>
          <a:xfrm>
            <a:off x="8732520" y="52666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6"/>
          <p:cNvSpPr/>
          <p:nvPr/>
        </p:nvSpPr>
        <p:spPr>
          <a:xfrm>
            <a:off x="8712720" y="52587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6"/>
          <p:cNvSpPr/>
          <p:nvPr/>
        </p:nvSpPr>
        <p:spPr>
          <a:xfrm>
            <a:off x="8705160" y="53098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6"/>
          <p:cNvSpPr/>
          <p:nvPr/>
        </p:nvSpPr>
        <p:spPr>
          <a:xfrm>
            <a:off x="8698680" y="52785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6"/>
          <p:cNvSpPr/>
          <p:nvPr/>
        </p:nvSpPr>
        <p:spPr>
          <a:xfrm>
            <a:off x="8701560" y="53052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6"/>
          <p:cNvSpPr/>
          <p:nvPr/>
        </p:nvSpPr>
        <p:spPr>
          <a:xfrm>
            <a:off x="8698680" y="52998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6"/>
          <p:cNvSpPr/>
          <p:nvPr/>
        </p:nvSpPr>
        <p:spPr>
          <a:xfrm>
            <a:off x="8697240" y="52944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6"/>
          <p:cNvSpPr/>
          <p:nvPr/>
        </p:nvSpPr>
        <p:spPr>
          <a:xfrm>
            <a:off x="8697240" y="52832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6"/>
          <p:cNvSpPr/>
          <p:nvPr/>
        </p:nvSpPr>
        <p:spPr>
          <a:xfrm>
            <a:off x="8696520" y="52882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6"/>
          <p:cNvSpPr/>
          <p:nvPr/>
        </p:nvSpPr>
        <p:spPr>
          <a:xfrm>
            <a:off x="8691120" y="52990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6"/>
          <p:cNvSpPr/>
          <p:nvPr/>
        </p:nvSpPr>
        <p:spPr>
          <a:xfrm>
            <a:off x="8692920" y="53066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6"/>
          <p:cNvSpPr/>
          <p:nvPr/>
        </p:nvSpPr>
        <p:spPr>
          <a:xfrm>
            <a:off x="8696520" y="53138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6"/>
          <p:cNvSpPr/>
          <p:nvPr/>
        </p:nvSpPr>
        <p:spPr>
          <a:xfrm>
            <a:off x="8701200" y="53192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6"/>
          <p:cNvSpPr/>
          <p:nvPr/>
        </p:nvSpPr>
        <p:spPr>
          <a:xfrm>
            <a:off x="8709120" y="53138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6"/>
          <p:cNvSpPr/>
          <p:nvPr/>
        </p:nvSpPr>
        <p:spPr>
          <a:xfrm>
            <a:off x="8706600" y="52666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6"/>
          <p:cNvSpPr/>
          <p:nvPr/>
        </p:nvSpPr>
        <p:spPr>
          <a:xfrm>
            <a:off x="8703000" y="52648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6"/>
          <p:cNvSpPr/>
          <p:nvPr/>
        </p:nvSpPr>
        <p:spPr>
          <a:xfrm>
            <a:off x="8702280" y="52746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6"/>
          <p:cNvSpPr/>
          <p:nvPr/>
        </p:nvSpPr>
        <p:spPr>
          <a:xfrm>
            <a:off x="8698320" y="52695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6"/>
          <p:cNvSpPr/>
          <p:nvPr/>
        </p:nvSpPr>
        <p:spPr>
          <a:xfrm>
            <a:off x="8694720" y="52760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6"/>
          <p:cNvSpPr/>
          <p:nvPr/>
        </p:nvSpPr>
        <p:spPr>
          <a:xfrm>
            <a:off x="8692200" y="52832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6"/>
          <p:cNvSpPr/>
          <p:nvPr/>
        </p:nvSpPr>
        <p:spPr>
          <a:xfrm>
            <a:off x="8690760" y="52908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6"/>
          <p:cNvSpPr/>
          <p:nvPr/>
        </p:nvSpPr>
        <p:spPr>
          <a:xfrm>
            <a:off x="8722800" y="52638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6"/>
          <p:cNvSpPr/>
          <p:nvPr/>
        </p:nvSpPr>
        <p:spPr>
          <a:xfrm>
            <a:off x="8630640" y="52641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6"/>
          <p:cNvSpPr/>
          <p:nvPr/>
        </p:nvSpPr>
        <p:spPr>
          <a:xfrm>
            <a:off x="8602200" y="52641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6"/>
          <p:cNvSpPr/>
          <p:nvPr/>
        </p:nvSpPr>
        <p:spPr>
          <a:xfrm>
            <a:off x="8595720" y="52684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8633160" y="527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6"/>
          <p:cNvSpPr/>
          <p:nvPr/>
        </p:nvSpPr>
        <p:spPr>
          <a:xfrm>
            <a:off x="8633160" y="53030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6"/>
          <p:cNvSpPr/>
          <p:nvPr/>
        </p:nvSpPr>
        <p:spPr>
          <a:xfrm>
            <a:off x="8633160" y="52972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6"/>
          <p:cNvSpPr/>
          <p:nvPr/>
        </p:nvSpPr>
        <p:spPr>
          <a:xfrm>
            <a:off x="8633160" y="52807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6"/>
          <p:cNvSpPr/>
          <p:nvPr/>
        </p:nvSpPr>
        <p:spPr>
          <a:xfrm>
            <a:off x="8633160" y="52918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6"/>
          <p:cNvSpPr/>
          <p:nvPr/>
        </p:nvSpPr>
        <p:spPr>
          <a:xfrm>
            <a:off x="8633160" y="52699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6"/>
          <p:cNvSpPr/>
          <p:nvPr/>
        </p:nvSpPr>
        <p:spPr>
          <a:xfrm>
            <a:off x="8605080" y="52972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6"/>
          <p:cNvSpPr/>
          <p:nvPr/>
        </p:nvSpPr>
        <p:spPr>
          <a:xfrm>
            <a:off x="8605080" y="52918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6"/>
          <p:cNvSpPr/>
          <p:nvPr/>
        </p:nvSpPr>
        <p:spPr>
          <a:xfrm>
            <a:off x="8633160" y="52861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6"/>
          <p:cNvSpPr/>
          <p:nvPr/>
        </p:nvSpPr>
        <p:spPr>
          <a:xfrm>
            <a:off x="8605080" y="53030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6"/>
          <p:cNvSpPr/>
          <p:nvPr/>
        </p:nvSpPr>
        <p:spPr>
          <a:xfrm>
            <a:off x="8605080" y="526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6"/>
          <p:cNvSpPr/>
          <p:nvPr/>
        </p:nvSpPr>
        <p:spPr>
          <a:xfrm>
            <a:off x="8605080" y="527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6"/>
          <p:cNvSpPr/>
          <p:nvPr/>
        </p:nvSpPr>
        <p:spPr>
          <a:xfrm>
            <a:off x="8605080" y="52861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6"/>
          <p:cNvSpPr/>
          <p:nvPr/>
        </p:nvSpPr>
        <p:spPr>
          <a:xfrm>
            <a:off x="8605080" y="5280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6"/>
          <p:cNvSpPr/>
          <p:nvPr/>
        </p:nvSpPr>
        <p:spPr>
          <a:xfrm>
            <a:off x="8634960" y="54171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552" name="Google Shape;552;p36"/>
          <p:cNvSpPr/>
          <p:nvPr/>
        </p:nvSpPr>
        <p:spPr>
          <a:xfrm>
            <a:off x="8664480" y="54585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553" name="Google Shape;553;p36"/>
          <p:cNvSpPr/>
          <p:nvPr/>
        </p:nvSpPr>
        <p:spPr>
          <a:xfrm>
            <a:off x="8666280" y="53854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554" name="Google Shape;554;p36"/>
          <p:cNvSpPr/>
          <p:nvPr/>
        </p:nvSpPr>
        <p:spPr>
          <a:xfrm>
            <a:off x="8681040" y="54301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555" name="Google Shape;555;p36"/>
          <p:cNvSpPr/>
          <p:nvPr/>
        </p:nvSpPr>
        <p:spPr>
          <a:xfrm>
            <a:off x="8697240" y="54088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556" name="Google Shape;556;p36"/>
          <p:cNvSpPr/>
          <p:nvPr/>
        </p:nvSpPr>
        <p:spPr>
          <a:xfrm>
            <a:off x="8596080" y="53221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6"/>
          <p:cNvSpPr/>
          <p:nvPr/>
        </p:nvSpPr>
        <p:spPr>
          <a:xfrm>
            <a:off x="8780400" y="54052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6"/>
          <p:cNvSpPr/>
          <p:nvPr/>
        </p:nvSpPr>
        <p:spPr>
          <a:xfrm>
            <a:off x="8778240" y="54416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6"/>
          <p:cNvSpPr/>
          <p:nvPr/>
        </p:nvSpPr>
        <p:spPr>
          <a:xfrm>
            <a:off x="8555400" y="54052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6"/>
          <p:cNvSpPr/>
          <p:nvPr/>
        </p:nvSpPr>
        <p:spPr>
          <a:xfrm>
            <a:off x="8569800" y="54416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6"/>
          <p:cNvSpPr/>
          <p:nvPr/>
        </p:nvSpPr>
        <p:spPr>
          <a:xfrm>
            <a:off x="8568720" y="54121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6"/>
          <p:cNvSpPr/>
          <p:nvPr/>
        </p:nvSpPr>
        <p:spPr>
          <a:xfrm>
            <a:off x="8578800" y="54405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6"/>
          <p:cNvSpPr/>
          <p:nvPr/>
        </p:nvSpPr>
        <p:spPr>
          <a:xfrm>
            <a:off x="8589600" y="54542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6"/>
          <p:cNvSpPr/>
          <p:nvPr/>
        </p:nvSpPr>
        <p:spPr>
          <a:xfrm>
            <a:off x="8604000" y="54729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6"/>
          <p:cNvSpPr/>
          <p:nvPr/>
        </p:nvSpPr>
        <p:spPr>
          <a:xfrm>
            <a:off x="8618040" y="54870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6"/>
          <p:cNvSpPr/>
          <p:nvPr/>
        </p:nvSpPr>
        <p:spPr>
          <a:xfrm>
            <a:off x="8634240" y="54996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6"/>
          <p:cNvSpPr/>
          <p:nvPr/>
        </p:nvSpPr>
        <p:spPr>
          <a:xfrm>
            <a:off x="8651160" y="55118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6"/>
          <p:cNvSpPr/>
          <p:nvPr/>
        </p:nvSpPr>
        <p:spPr>
          <a:xfrm>
            <a:off x="8689320" y="55118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6"/>
          <p:cNvSpPr/>
          <p:nvPr/>
        </p:nvSpPr>
        <p:spPr>
          <a:xfrm>
            <a:off x="8700840" y="54999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6"/>
          <p:cNvSpPr/>
          <p:nvPr/>
        </p:nvSpPr>
        <p:spPr>
          <a:xfrm>
            <a:off x="8719920" y="54891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6"/>
          <p:cNvSpPr/>
          <p:nvPr/>
        </p:nvSpPr>
        <p:spPr>
          <a:xfrm>
            <a:off x="8736120" y="54780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6"/>
          <p:cNvSpPr/>
          <p:nvPr/>
        </p:nvSpPr>
        <p:spPr>
          <a:xfrm>
            <a:off x="8745840" y="54596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6"/>
          <p:cNvSpPr/>
          <p:nvPr/>
        </p:nvSpPr>
        <p:spPr>
          <a:xfrm>
            <a:off x="8758440" y="54409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6"/>
          <p:cNvSpPr/>
          <p:nvPr/>
        </p:nvSpPr>
        <p:spPr>
          <a:xfrm>
            <a:off x="8674920" y="55215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6"/>
          <p:cNvSpPr/>
          <p:nvPr/>
        </p:nvSpPr>
        <p:spPr>
          <a:xfrm>
            <a:off x="8578080" y="54272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6"/>
          <p:cNvSpPr/>
          <p:nvPr/>
        </p:nvSpPr>
        <p:spPr>
          <a:xfrm>
            <a:off x="8772120" y="5427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6"/>
          <p:cNvSpPr/>
          <p:nvPr/>
        </p:nvSpPr>
        <p:spPr>
          <a:xfrm>
            <a:off x="2265120" y="2498280"/>
            <a:ext cx="326520" cy="286200"/>
          </a:xfrm>
          <a:custGeom>
            <a:rect b="b" l="l" r="r" t="t"/>
            <a:pathLst>
              <a:path extrusionOk="0" h="795" w="907">
                <a:moveTo>
                  <a:pt x="0" y="199"/>
                </a:moveTo>
                <a:lnTo>
                  <a:pt x="538" y="199"/>
                </a:lnTo>
                <a:lnTo>
                  <a:pt x="538" y="0"/>
                </a:lnTo>
                <a:lnTo>
                  <a:pt x="906" y="397"/>
                </a:lnTo>
                <a:lnTo>
                  <a:pt x="538" y="794"/>
                </a:lnTo>
                <a:lnTo>
                  <a:pt x="538" y="596"/>
                </a:lnTo>
                <a:lnTo>
                  <a:pt x="0" y="596"/>
                </a:lnTo>
                <a:lnTo>
                  <a:pt x="0" y="199"/>
                </a:lnTo>
              </a:path>
            </a:pathLst>
          </a:custGeom>
          <a:solidFill>
            <a:srgbClr val="4472C4"/>
          </a:solidFill>
          <a:ln cap="flat" cmpd="sng" w="2555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578" name="Google Shape;5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5080" y="2329800"/>
            <a:ext cx="3161160" cy="6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36"/>
          <p:cNvSpPr/>
          <p:nvPr/>
        </p:nvSpPr>
        <p:spPr>
          <a:xfrm>
            <a:off x="7058160" y="2330160"/>
            <a:ext cx="586800" cy="253440"/>
          </a:xfrm>
          <a:custGeom>
            <a:rect b="b" l="l" r="r" t="t"/>
            <a:pathLst>
              <a:path extrusionOk="0" h="704" w="1630">
                <a:moveTo>
                  <a:pt x="0" y="703"/>
                </a:moveTo>
                <a:lnTo>
                  <a:pt x="1629" y="703"/>
                </a:lnTo>
                <a:lnTo>
                  <a:pt x="1629" y="0"/>
                </a:lnTo>
                <a:lnTo>
                  <a:pt x="0" y="0"/>
                </a:lnTo>
                <a:lnTo>
                  <a:pt x="0" y="703"/>
                </a:lnTo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id="580" name="Google Shape;580;p36"/>
          <p:cNvSpPr/>
          <p:nvPr/>
        </p:nvSpPr>
        <p:spPr>
          <a:xfrm>
            <a:off x="7644240" y="2330160"/>
            <a:ext cx="986400" cy="253440"/>
          </a:xfrm>
          <a:custGeom>
            <a:rect b="b" l="l" r="r" t="t"/>
            <a:pathLst>
              <a:path extrusionOk="0" h="704" w="2740">
                <a:moveTo>
                  <a:pt x="0" y="703"/>
                </a:moveTo>
                <a:lnTo>
                  <a:pt x="2739" y="703"/>
                </a:lnTo>
                <a:lnTo>
                  <a:pt x="2739" y="0"/>
                </a:lnTo>
                <a:lnTo>
                  <a:pt x="0" y="0"/>
                </a:lnTo>
                <a:lnTo>
                  <a:pt x="0" y="703"/>
                </a:lnTo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id="581" name="Google Shape;581;p36"/>
          <p:cNvSpPr/>
          <p:nvPr/>
        </p:nvSpPr>
        <p:spPr>
          <a:xfrm>
            <a:off x="8630280" y="2330160"/>
            <a:ext cx="1292760" cy="253440"/>
          </a:xfrm>
          <a:custGeom>
            <a:rect b="b" l="l" r="r" t="t"/>
            <a:pathLst>
              <a:path extrusionOk="0" h="704" w="3591">
                <a:moveTo>
                  <a:pt x="0" y="703"/>
                </a:moveTo>
                <a:lnTo>
                  <a:pt x="3590" y="703"/>
                </a:lnTo>
                <a:lnTo>
                  <a:pt x="3590" y="0"/>
                </a:lnTo>
                <a:lnTo>
                  <a:pt x="0" y="0"/>
                </a:lnTo>
                <a:lnTo>
                  <a:pt x="0" y="703"/>
                </a:lnTo>
              </a:path>
            </a:pathLst>
          </a:custGeom>
          <a:solidFill>
            <a:srgbClr val="FAFAFA"/>
          </a:solidFill>
          <a:ln>
            <a:noFill/>
          </a:ln>
        </p:spPr>
      </p:sp>
      <p:cxnSp>
        <p:nvCxnSpPr>
          <p:cNvPr id="582" name="Google Shape;582;p36"/>
          <p:cNvCxnSpPr/>
          <p:nvPr/>
        </p:nvCxnSpPr>
        <p:spPr>
          <a:xfrm>
            <a:off x="7644240" y="2322240"/>
            <a:ext cx="0" cy="5205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36"/>
          <p:cNvCxnSpPr/>
          <p:nvPr/>
        </p:nvCxnSpPr>
        <p:spPr>
          <a:xfrm>
            <a:off x="8630280" y="2322240"/>
            <a:ext cx="0" cy="5205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36"/>
          <p:cNvCxnSpPr/>
          <p:nvPr/>
        </p:nvCxnSpPr>
        <p:spPr>
          <a:xfrm>
            <a:off x="7051680" y="2582520"/>
            <a:ext cx="2877900" cy="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36"/>
          <p:cNvCxnSpPr/>
          <p:nvPr/>
        </p:nvCxnSpPr>
        <p:spPr>
          <a:xfrm>
            <a:off x="7058160" y="2322240"/>
            <a:ext cx="0" cy="5205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36"/>
          <p:cNvCxnSpPr/>
          <p:nvPr/>
        </p:nvCxnSpPr>
        <p:spPr>
          <a:xfrm>
            <a:off x="9922320" y="2322240"/>
            <a:ext cx="0" cy="5205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36"/>
          <p:cNvCxnSpPr/>
          <p:nvPr/>
        </p:nvCxnSpPr>
        <p:spPr>
          <a:xfrm>
            <a:off x="7051680" y="2330160"/>
            <a:ext cx="2877900" cy="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8" name="Google Shape;588;p36"/>
          <p:cNvCxnSpPr/>
          <p:nvPr/>
        </p:nvCxnSpPr>
        <p:spPr>
          <a:xfrm>
            <a:off x="7051680" y="2835600"/>
            <a:ext cx="2877900" cy="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9" name="Google Shape;589;p36"/>
          <p:cNvSpPr txBox="1"/>
          <p:nvPr/>
        </p:nvSpPr>
        <p:spPr>
          <a:xfrm>
            <a:off x="215640" y="95280"/>
            <a:ext cx="34782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240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Clickstream Watermarking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6"/>
          <p:cNvSpPr txBox="1"/>
          <p:nvPr/>
        </p:nvSpPr>
        <p:spPr>
          <a:xfrm>
            <a:off x="7160040" y="2393160"/>
            <a:ext cx="3048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Clicks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6"/>
          <p:cNvSpPr txBox="1"/>
          <p:nvPr/>
        </p:nvSpPr>
        <p:spPr>
          <a:xfrm>
            <a:off x="7746840" y="2393160"/>
            <a:ext cx="619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Impressions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6"/>
          <p:cNvSpPr txBox="1"/>
          <p:nvPr/>
        </p:nvSpPr>
        <p:spPr>
          <a:xfrm>
            <a:off x="8732880" y="239316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6"/>
          <p:cNvSpPr txBox="1"/>
          <p:nvPr/>
        </p:nvSpPr>
        <p:spPr>
          <a:xfrm>
            <a:off x="7160040" y="264588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6"/>
          <p:cNvSpPr txBox="1"/>
          <p:nvPr/>
        </p:nvSpPr>
        <p:spPr>
          <a:xfrm>
            <a:off x="7746840" y="264588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6"/>
          <p:cNvSpPr/>
          <p:nvPr/>
        </p:nvSpPr>
        <p:spPr>
          <a:xfrm>
            <a:off x="3437640" y="1858560"/>
            <a:ext cx="138600" cy="434520"/>
          </a:xfrm>
          <a:custGeom>
            <a:rect b="b" l="l" r="r" t="t"/>
            <a:pathLst>
              <a:path extrusionOk="0" h="1207" w="385">
                <a:moveTo>
                  <a:pt x="0" y="206"/>
                </a:moveTo>
                <a:lnTo>
                  <a:pt x="96" y="206"/>
                </a:lnTo>
                <a:lnTo>
                  <a:pt x="96" y="1206"/>
                </a:lnTo>
                <a:lnTo>
                  <a:pt x="288" y="1206"/>
                </a:lnTo>
                <a:lnTo>
                  <a:pt x="288" y="206"/>
                </a:lnTo>
                <a:lnTo>
                  <a:pt x="384" y="206"/>
                </a:lnTo>
                <a:lnTo>
                  <a:pt x="192" y="0"/>
                </a:lnTo>
                <a:lnTo>
                  <a:pt x="0" y="206"/>
                </a:lnTo>
              </a:path>
            </a:pathLst>
          </a:custGeom>
          <a:solidFill>
            <a:srgbClr val="4472C4"/>
          </a:solidFill>
          <a:ln cap="flat" cmpd="sng" w="2555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96" name="Google Shape;596;p36"/>
          <p:cNvSpPr/>
          <p:nvPr/>
        </p:nvSpPr>
        <p:spPr>
          <a:xfrm>
            <a:off x="2917080" y="1519080"/>
            <a:ext cx="1181880" cy="300600"/>
          </a:xfrm>
          <a:custGeom>
            <a:rect b="b" l="l" r="r" t="t"/>
            <a:pathLst>
              <a:path extrusionOk="0" h="835" w="3283">
                <a:moveTo>
                  <a:pt x="0" y="834"/>
                </a:moveTo>
                <a:lnTo>
                  <a:pt x="3282" y="834"/>
                </a:lnTo>
                <a:lnTo>
                  <a:pt x="3282" y="0"/>
                </a:lnTo>
                <a:lnTo>
                  <a:pt x="0" y="0"/>
                </a:lnTo>
                <a:lnTo>
                  <a:pt x="0" y="834"/>
                </a:lnTo>
              </a:path>
            </a:pathLst>
          </a:custGeom>
          <a:solidFill>
            <a:srgbClr val="FFFFFF"/>
          </a:solidFill>
          <a:ln cap="flat" cmpd="sng" w="255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36"/>
          <p:cNvSpPr txBox="1"/>
          <p:nvPr/>
        </p:nvSpPr>
        <p:spPr>
          <a:xfrm>
            <a:off x="8732880" y="2645880"/>
            <a:ext cx="6393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1602944650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4360" y="1399200"/>
            <a:ext cx="2403720" cy="57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8200" y="1399200"/>
            <a:ext cx="2331360" cy="6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36"/>
          <p:cNvSpPr/>
          <p:nvPr/>
        </p:nvSpPr>
        <p:spPr>
          <a:xfrm>
            <a:off x="5072040" y="1448520"/>
            <a:ext cx="2273760" cy="434520"/>
          </a:xfrm>
          <a:custGeom>
            <a:rect b="b" l="l" r="r" t="t"/>
            <a:pathLst>
              <a:path extrusionOk="0" h="1207" w="6316">
                <a:moveTo>
                  <a:pt x="0" y="1206"/>
                </a:moveTo>
                <a:lnTo>
                  <a:pt x="6315" y="1206"/>
                </a:lnTo>
                <a:lnTo>
                  <a:pt x="6315" y="0"/>
                </a:lnTo>
                <a:lnTo>
                  <a:pt x="0" y="0"/>
                </a:lnTo>
                <a:lnTo>
                  <a:pt x="0" y="1206"/>
                </a:lnTo>
              </a:path>
            </a:pathLst>
          </a:custGeom>
          <a:solidFill>
            <a:srgbClr val="5B9BD5"/>
          </a:solidFill>
          <a:ln cap="flat" cmpd="sng" w="37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36"/>
          <p:cNvSpPr txBox="1"/>
          <p:nvPr/>
        </p:nvSpPr>
        <p:spPr>
          <a:xfrm>
            <a:off x="3060360" y="1581720"/>
            <a:ext cx="8946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6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Cast to String</a:t>
            </a:r>
            <a:endParaRPr b="0" sz="106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6"/>
          <p:cNvSpPr txBox="1"/>
          <p:nvPr/>
        </p:nvSpPr>
        <p:spPr>
          <a:xfrm>
            <a:off x="5294520" y="1485600"/>
            <a:ext cx="18303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5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Parse the string data in json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6"/>
          <p:cNvSpPr/>
          <p:nvPr/>
        </p:nvSpPr>
        <p:spPr>
          <a:xfrm>
            <a:off x="6140880" y="937320"/>
            <a:ext cx="136800" cy="474120"/>
          </a:xfrm>
          <a:custGeom>
            <a:rect b="b" l="l" r="r" t="t"/>
            <a:pathLst>
              <a:path extrusionOk="0" h="1317" w="380">
                <a:moveTo>
                  <a:pt x="0" y="1113"/>
                </a:moveTo>
                <a:lnTo>
                  <a:pt x="95" y="1113"/>
                </a:lnTo>
                <a:lnTo>
                  <a:pt x="95" y="0"/>
                </a:lnTo>
                <a:lnTo>
                  <a:pt x="286" y="0"/>
                </a:lnTo>
                <a:lnTo>
                  <a:pt x="286" y="1113"/>
                </a:lnTo>
                <a:lnTo>
                  <a:pt x="379" y="1113"/>
                </a:lnTo>
                <a:lnTo>
                  <a:pt x="191" y="1316"/>
                </a:lnTo>
                <a:lnTo>
                  <a:pt x="0" y="1113"/>
                </a:lnTo>
              </a:path>
            </a:pathLst>
          </a:custGeom>
          <a:solidFill>
            <a:srgbClr val="4472C4"/>
          </a:solidFill>
          <a:ln cap="flat" cmpd="sng" w="25550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04" name="Google Shape;604;p36"/>
          <p:cNvSpPr/>
          <p:nvPr/>
        </p:nvSpPr>
        <p:spPr>
          <a:xfrm>
            <a:off x="4097160" y="1619520"/>
            <a:ext cx="974520" cy="91080"/>
          </a:xfrm>
          <a:custGeom>
            <a:rect b="b" l="l" r="r" t="t"/>
            <a:pathLst>
              <a:path extrusionOk="0" h="253" w="2707">
                <a:moveTo>
                  <a:pt x="0" y="154"/>
                </a:moveTo>
                <a:lnTo>
                  <a:pt x="2512" y="147"/>
                </a:lnTo>
                <a:lnTo>
                  <a:pt x="2512" y="104"/>
                </a:lnTo>
                <a:lnTo>
                  <a:pt x="0" y="113"/>
                </a:lnTo>
                <a:lnTo>
                  <a:pt x="0" y="154"/>
                </a:lnTo>
                <a:moveTo>
                  <a:pt x="2474" y="252"/>
                </a:moveTo>
                <a:lnTo>
                  <a:pt x="2706" y="124"/>
                </a:lnTo>
                <a:lnTo>
                  <a:pt x="2473" y="0"/>
                </a:lnTo>
                <a:lnTo>
                  <a:pt x="2474" y="252"/>
                </a:lnTo>
              </a:path>
            </a:pathLst>
          </a:custGeom>
          <a:solidFill>
            <a:srgbClr val="3F6EC3"/>
          </a:solidFill>
          <a:ln>
            <a:noFill/>
          </a:ln>
        </p:spPr>
      </p:sp>
      <p:pic>
        <p:nvPicPr>
          <p:cNvPr id="605" name="Google Shape;60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3360" y="26160"/>
            <a:ext cx="3364560" cy="648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6" name="Google Shape;606;p36"/>
          <p:cNvCxnSpPr/>
          <p:nvPr/>
        </p:nvCxnSpPr>
        <p:spPr>
          <a:xfrm>
            <a:off x="7644240" y="2832360"/>
            <a:ext cx="0" cy="2679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36"/>
          <p:cNvCxnSpPr/>
          <p:nvPr/>
        </p:nvCxnSpPr>
        <p:spPr>
          <a:xfrm>
            <a:off x="8630280" y="2832360"/>
            <a:ext cx="0" cy="2679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36"/>
          <p:cNvCxnSpPr/>
          <p:nvPr/>
        </p:nvCxnSpPr>
        <p:spPr>
          <a:xfrm>
            <a:off x="7058160" y="2832360"/>
            <a:ext cx="0" cy="2679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36"/>
          <p:cNvCxnSpPr/>
          <p:nvPr/>
        </p:nvCxnSpPr>
        <p:spPr>
          <a:xfrm>
            <a:off x="9922320" y="2832360"/>
            <a:ext cx="0" cy="2679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36"/>
          <p:cNvCxnSpPr/>
          <p:nvPr/>
        </p:nvCxnSpPr>
        <p:spPr>
          <a:xfrm>
            <a:off x="7051680" y="2839560"/>
            <a:ext cx="2877900" cy="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36"/>
          <p:cNvCxnSpPr/>
          <p:nvPr/>
        </p:nvCxnSpPr>
        <p:spPr>
          <a:xfrm>
            <a:off x="7051680" y="3092640"/>
            <a:ext cx="2877900" cy="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36"/>
          <p:cNvSpPr txBox="1"/>
          <p:nvPr/>
        </p:nvSpPr>
        <p:spPr>
          <a:xfrm>
            <a:off x="5175000" y="1674960"/>
            <a:ext cx="20658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05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format according to the schema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6"/>
          <p:cNvSpPr txBox="1"/>
          <p:nvPr/>
        </p:nvSpPr>
        <p:spPr>
          <a:xfrm>
            <a:off x="7160040" y="290328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6"/>
          <p:cNvSpPr txBox="1"/>
          <p:nvPr/>
        </p:nvSpPr>
        <p:spPr>
          <a:xfrm>
            <a:off x="7746840" y="2903280"/>
            <a:ext cx="1284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5" name="Google Shape;615;p36"/>
          <p:cNvCxnSpPr/>
          <p:nvPr/>
        </p:nvCxnSpPr>
        <p:spPr>
          <a:xfrm>
            <a:off x="7644240" y="3085080"/>
            <a:ext cx="0" cy="2679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36"/>
          <p:cNvCxnSpPr/>
          <p:nvPr/>
        </p:nvCxnSpPr>
        <p:spPr>
          <a:xfrm>
            <a:off x="8630280" y="3085080"/>
            <a:ext cx="0" cy="2679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36"/>
          <p:cNvCxnSpPr/>
          <p:nvPr/>
        </p:nvCxnSpPr>
        <p:spPr>
          <a:xfrm>
            <a:off x="7058160" y="3085080"/>
            <a:ext cx="0" cy="2679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36"/>
          <p:cNvCxnSpPr/>
          <p:nvPr/>
        </p:nvCxnSpPr>
        <p:spPr>
          <a:xfrm>
            <a:off x="9922320" y="3085080"/>
            <a:ext cx="0" cy="26790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36"/>
          <p:cNvCxnSpPr/>
          <p:nvPr/>
        </p:nvCxnSpPr>
        <p:spPr>
          <a:xfrm>
            <a:off x="7051680" y="3092640"/>
            <a:ext cx="2877900" cy="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36"/>
          <p:cNvCxnSpPr/>
          <p:nvPr/>
        </p:nvCxnSpPr>
        <p:spPr>
          <a:xfrm>
            <a:off x="7051680" y="3345720"/>
            <a:ext cx="2877900" cy="0"/>
          </a:xfrm>
          <a:prstGeom prst="straightConnector1">
            <a:avLst/>
          </a:prstGeom>
          <a:noFill/>
          <a:ln cap="flat" cmpd="sng" w="12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1" name="Google Shape;621;p36"/>
          <p:cNvSpPr txBox="1"/>
          <p:nvPr/>
        </p:nvSpPr>
        <p:spPr>
          <a:xfrm>
            <a:off x="8732880" y="2903280"/>
            <a:ext cx="6393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1602944650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6"/>
          <p:cNvSpPr txBox="1"/>
          <p:nvPr/>
        </p:nvSpPr>
        <p:spPr>
          <a:xfrm>
            <a:off x="7160040" y="315600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6"/>
          <p:cNvSpPr txBox="1"/>
          <p:nvPr/>
        </p:nvSpPr>
        <p:spPr>
          <a:xfrm>
            <a:off x="7746840" y="3156000"/>
            <a:ext cx="112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6"/>
          <p:cNvSpPr/>
          <p:nvPr/>
        </p:nvSpPr>
        <p:spPr>
          <a:xfrm>
            <a:off x="7344720" y="1657320"/>
            <a:ext cx="1189080" cy="673200"/>
          </a:xfrm>
          <a:custGeom>
            <a:rect b="b" l="l" r="r" t="t"/>
            <a:pathLst>
              <a:path extrusionOk="0" h="1870" w="3303">
                <a:moveTo>
                  <a:pt x="0" y="0"/>
                </a:moveTo>
                <a:lnTo>
                  <a:pt x="3185" y="0"/>
                </a:lnTo>
                <a:cubicBezTo>
                  <a:pt x="3195" y="0"/>
                  <a:pt x="3203" y="8"/>
                  <a:pt x="3203" y="20"/>
                </a:cubicBezTo>
                <a:lnTo>
                  <a:pt x="3203" y="1660"/>
                </a:lnTo>
                <a:lnTo>
                  <a:pt x="3165" y="1660"/>
                </a:lnTo>
                <a:lnTo>
                  <a:pt x="3165" y="20"/>
                </a:lnTo>
                <a:lnTo>
                  <a:pt x="3185" y="41"/>
                </a:lnTo>
                <a:lnTo>
                  <a:pt x="0" y="41"/>
                </a:lnTo>
                <a:lnTo>
                  <a:pt x="0" y="0"/>
                </a:lnTo>
                <a:moveTo>
                  <a:pt x="3302" y="1618"/>
                </a:moveTo>
                <a:lnTo>
                  <a:pt x="3185" y="1869"/>
                </a:lnTo>
                <a:lnTo>
                  <a:pt x="3068" y="1618"/>
                </a:lnTo>
                <a:lnTo>
                  <a:pt x="3302" y="1618"/>
                </a:lnTo>
              </a:path>
            </a:pathLst>
          </a:custGeom>
          <a:solidFill>
            <a:srgbClr val="3F6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6"/>
          <p:cNvSpPr txBox="1"/>
          <p:nvPr/>
        </p:nvSpPr>
        <p:spPr>
          <a:xfrm>
            <a:off x="8732880" y="3156000"/>
            <a:ext cx="6393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8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1602944650</a:t>
            </a:r>
            <a:endParaRPr b="0" sz="8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6"/>
          <p:cNvSpPr txBox="1"/>
          <p:nvPr/>
        </p:nvSpPr>
        <p:spPr>
          <a:xfrm>
            <a:off x="20160" y="1367160"/>
            <a:ext cx="1336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Kafka producer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56160" y="3046560"/>
            <a:ext cx="1881000" cy="7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6"/>
          <p:cNvSpPr txBox="1"/>
          <p:nvPr/>
        </p:nvSpPr>
        <p:spPr>
          <a:xfrm>
            <a:off x="20160" y="1620240"/>
            <a:ext cx="1020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Late events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6"/>
          <p:cNvSpPr txBox="1"/>
          <p:nvPr/>
        </p:nvSpPr>
        <p:spPr>
          <a:xfrm>
            <a:off x="2365200" y="3230520"/>
            <a:ext cx="20070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Spark subscribe to topic &amp; 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0" name="Google Shape;630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68920" y="1014360"/>
            <a:ext cx="3004920" cy="22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800" y="785040"/>
            <a:ext cx="3752640" cy="1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6"/>
          <p:cNvSpPr txBox="1"/>
          <p:nvPr/>
        </p:nvSpPr>
        <p:spPr>
          <a:xfrm>
            <a:off x="2365200" y="3447240"/>
            <a:ext cx="714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read data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6"/>
          <p:cNvSpPr txBox="1"/>
          <p:nvPr/>
        </p:nvSpPr>
        <p:spPr>
          <a:xfrm>
            <a:off x="8565120" y="148200"/>
            <a:ext cx="14436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Using the schema, 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6"/>
          <p:cNvSpPr txBox="1"/>
          <p:nvPr/>
        </p:nvSpPr>
        <p:spPr>
          <a:xfrm>
            <a:off x="8565120" y="364560"/>
            <a:ext cx="11448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we convert the 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6"/>
          <p:cNvSpPr txBox="1"/>
          <p:nvPr/>
        </p:nvSpPr>
        <p:spPr>
          <a:xfrm>
            <a:off x="8565120" y="582360"/>
            <a:ext cx="11937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data to a Spark 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6" name="Google Shape;636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02480" y="1540320"/>
            <a:ext cx="1584000" cy="55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36"/>
          <p:cNvSpPr/>
          <p:nvPr/>
        </p:nvSpPr>
        <p:spPr>
          <a:xfrm>
            <a:off x="8448480" y="3346080"/>
            <a:ext cx="84960" cy="327600"/>
          </a:xfrm>
          <a:custGeom>
            <a:rect b="b" l="l" r="r" t="t"/>
            <a:pathLst>
              <a:path extrusionOk="0" h="910" w="236">
                <a:moveTo>
                  <a:pt x="136" y="0"/>
                </a:moveTo>
                <a:lnTo>
                  <a:pt x="136" y="699"/>
                </a:lnTo>
                <a:lnTo>
                  <a:pt x="97" y="699"/>
                </a:lnTo>
                <a:lnTo>
                  <a:pt x="97" y="0"/>
                </a:lnTo>
                <a:lnTo>
                  <a:pt x="136" y="0"/>
                </a:lnTo>
                <a:moveTo>
                  <a:pt x="235" y="657"/>
                </a:moveTo>
                <a:lnTo>
                  <a:pt x="117" y="909"/>
                </a:lnTo>
                <a:lnTo>
                  <a:pt x="0" y="657"/>
                </a:lnTo>
                <a:lnTo>
                  <a:pt x="235" y="657"/>
                </a:lnTo>
              </a:path>
            </a:pathLst>
          </a:custGeom>
          <a:solidFill>
            <a:srgbClr val="3F6EC3"/>
          </a:solidFill>
          <a:ln>
            <a:noFill/>
          </a:ln>
        </p:spPr>
      </p:sp>
      <p:pic>
        <p:nvPicPr>
          <p:cNvPr id="638" name="Google Shape;638;p3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6080" y="1858200"/>
            <a:ext cx="1436040" cy="1706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3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86680" y="3623280"/>
            <a:ext cx="2603880" cy="57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54360" y="3623280"/>
            <a:ext cx="2505960" cy="6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36"/>
          <p:cNvSpPr/>
          <p:nvPr/>
        </p:nvSpPr>
        <p:spPr>
          <a:xfrm>
            <a:off x="7254360" y="3672600"/>
            <a:ext cx="2473920" cy="434520"/>
          </a:xfrm>
          <a:custGeom>
            <a:rect b="b" l="l" r="r" t="t"/>
            <a:pathLst>
              <a:path extrusionOk="0" h="1207" w="6872">
                <a:moveTo>
                  <a:pt x="0" y="1206"/>
                </a:moveTo>
                <a:lnTo>
                  <a:pt x="6871" y="1206"/>
                </a:lnTo>
                <a:lnTo>
                  <a:pt x="6871" y="0"/>
                </a:lnTo>
                <a:lnTo>
                  <a:pt x="0" y="0"/>
                </a:lnTo>
                <a:lnTo>
                  <a:pt x="0" y="1206"/>
                </a:lnTo>
              </a:path>
            </a:pathLst>
          </a:custGeom>
          <a:solidFill>
            <a:srgbClr val="5B9BD5"/>
          </a:solidFill>
          <a:ln cap="flat" cmpd="sng" w="37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36"/>
          <p:cNvSpPr txBox="1"/>
          <p:nvPr/>
        </p:nvSpPr>
        <p:spPr>
          <a:xfrm>
            <a:off x="8564760" y="799080"/>
            <a:ext cx="8427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6"/>
          <p:cNvSpPr txBox="1"/>
          <p:nvPr/>
        </p:nvSpPr>
        <p:spPr>
          <a:xfrm>
            <a:off x="7391160" y="3709680"/>
            <a:ext cx="22590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06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Aggregations on Windows over </a:t>
            </a:r>
            <a:endParaRPr b="0" sz="106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6"/>
          <p:cNvSpPr/>
          <p:nvPr/>
        </p:nvSpPr>
        <p:spPr>
          <a:xfrm>
            <a:off x="5879520" y="4440120"/>
            <a:ext cx="2701080" cy="590040"/>
          </a:xfrm>
          <a:custGeom>
            <a:rect b="b" l="l" r="r" t="t"/>
            <a:pathLst>
              <a:path extrusionOk="0" h="1639" w="7503">
                <a:moveTo>
                  <a:pt x="7502" y="0"/>
                </a:moveTo>
                <a:lnTo>
                  <a:pt x="7276" y="0"/>
                </a:lnTo>
                <a:cubicBezTo>
                  <a:pt x="7265" y="0"/>
                  <a:pt x="7256" y="8"/>
                  <a:pt x="7256" y="20"/>
                </a:cubicBezTo>
                <a:lnTo>
                  <a:pt x="7256" y="1513"/>
                </a:lnTo>
                <a:lnTo>
                  <a:pt x="7276" y="1492"/>
                </a:lnTo>
                <a:lnTo>
                  <a:pt x="195" y="1492"/>
                </a:lnTo>
                <a:lnTo>
                  <a:pt x="195" y="1534"/>
                </a:lnTo>
                <a:lnTo>
                  <a:pt x="7276" y="1534"/>
                </a:lnTo>
                <a:cubicBezTo>
                  <a:pt x="7286" y="1534"/>
                  <a:pt x="7295" y="1524"/>
                  <a:pt x="7295" y="1513"/>
                </a:cubicBezTo>
                <a:lnTo>
                  <a:pt x="7295" y="20"/>
                </a:lnTo>
                <a:lnTo>
                  <a:pt x="7276" y="41"/>
                </a:lnTo>
                <a:lnTo>
                  <a:pt x="7502" y="41"/>
                </a:lnTo>
                <a:lnTo>
                  <a:pt x="7502" y="0"/>
                </a:lnTo>
                <a:moveTo>
                  <a:pt x="234" y="1387"/>
                </a:moveTo>
                <a:lnTo>
                  <a:pt x="0" y="1513"/>
                </a:lnTo>
                <a:lnTo>
                  <a:pt x="234" y="1638"/>
                </a:lnTo>
                <a:lnTo>
                  <a:pt x="234" y="1387"/>
                </a:lnTo>
              </a:path>
            </a:pathLst>
          </a:custGeom>
          <a:solidFill>
            <a:srgbClr val="3F6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5" name="Google Shape;645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990480" y="4130280"/>
            <a:ext cx="2892600" cy="71316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6"/>
          <p:cNvSpPr txBox="1"/>
          <p:nvPr/>
        </p:nvSpPr>
        <p:spPr>
          <a:xfrm>
            <a:off x="8115840" y="3900120"/>
            <a:ext cx="7554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05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Event-time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6"/>
          <p:cNvSpPr txBox="1"/>
          <p:nvPr/>
        </p:nvSpPr>
        <p:spPr>
          <a:xfrm>
            <a:off x="3845160" y="4003800"/>
            <a:ext cx="13803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Output result table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6"/>
          <p:cNvSpPr txBox="1"/>
          <p:nvPr/>
        </p:nvSpPr>
        <p:spPr>
          <a:xfrm>
            <a:off x="6046200" y="5170200"/>
            <a:ext cx="17550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For aggregation query, 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9" name="Google Shape;649;p3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289320" y="4395120"/>
            <a:ext cx="2590200" cy="1181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3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69320" y="4570800"/>
            <a:ext cx="2423880" cy="93528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36"/>
          <p:cNvSpPr txBox="1"/>
          <p:nvPr/>
        </p:nvSpPr>
        <p:spPr>
          <a:xfrm>
            <a:off x="6046200" y="5386920"/>
            <a:ext cx="15465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use ‘complete’ mode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240" y="5229720"/>
            <a:ext cx="1047960" cy="32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880" y="5209560"/>
            <a:ext cx="1047960" cy="32652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7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pic>
        <p:nvPicPr>
          <p:cNvPr id="659" name="Google Shape;65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080" y="5169960"/>
            <a:ext cx="1042920" cy="32472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7"/>
          <p:cNvSpPr txBox="1"/>
          <p:nvPr/>
        </p:nvSpPr>
        <p:spPr>
          <a:xfrm>
            <a:off x="353880" y="903960"/>
            <a:ext cx="1615320" cy="3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80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(Refer to Lecture)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7"/>
          <p:cNvSpPr txBox="1"/>
          <p:nvPr/>
        </p:nvSpPr>
        <p:spPr>
          <a:xfrm>
            <a:off x="353880" y="307800"/>
            <a:ext cx="510120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Granularity Reduction DEMO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7"/>
          <p:cNvSpPr txBox="1"/>
          <p:nvPr/>
        </p:nvSpPr>
        <p:spPr>
          <a:xfrm>
            <a:off x="349200" y="1908000"/>
            <a:ext cx="329868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Aggregation on Windows over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7"/>
          <p:cNvSpPr txBox="1"/>
          <p:nvPr/>
        </p:nvSpPr>
        <p:spPr>
          <a:xfrm>
            <a:off x="349200" y="2151720"/>
            <a:ext cx="272412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Event-time is another way of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7"/>
          <p:cNvSpPr txBox="1"/>
          <p:nvPr/>
        </p:nvSpPr>
        <p:spPr>
          <a:xfrm>
            <a:off x="349200" y="2396520"/>
            <a:ext cx="383436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the concept of granularity 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5" name="Google Shape;665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9080" y="927600"/>
            <a:ext cx="5046480" cy="372636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7"/>
          <p:cNvSpPr txBox="1"/>
          <p:nvPr/>
        </p:nvSpPr>
        <p:spPr>
          <a:xfrm>
            <a:off x="349200" y="2640600"/>
            <a:ext cx="929880" cy="2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reduction.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8"/>
          <p:cNvSpPr/>
          <p:nvPr/>
        </p:nvSpPr>
        <p:spPr>
          <a:xfrm>
            <a:off x="9044280" y="5389200"/>
            <a:ext cx="96120" cy="137520"/>
          </a:xfrm>
          <a:custGeom>
            <a:rect b="b" l="l" r="r" t="t"/>
            <a:pathLst>
              <a:path extrusionOk="0" h="382" w="267">
                <a:moveTo>
                  <a:pt x="240" y="0"/>
                </a:moveTo>
                <a:lnTo>
                  <a:pt x="240" y="222"/>
                </a:lnTo>
                <a:cubicBezTo>
                  <a:pt x="240" y="314"/>
                  <a:pt x="205" y="357"/>
                  <a:pt x="131" y="357"/>
                </a:cubicBezTo>
                <a:cubicBezTo>
                  <a:pt x="44" y="357"/>
                  <a:pt x="25" y="283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8"/>
                  <a:pt x="44" y="381"/>
                  <a:pt x="131" y="381"/>
                </a:cubicBezTo>
                <a:cubicBezTo>
                  <a:pt x="219" y="381"/>
                  <a:pt x="266" y="328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8"/>
          <p:cNvSpPr/>
          <p:nvPr/>
        </p:nvSpPr>
        <p:spPr>
          <a:xfrm>
            <a:off x="9159120" y="5423760"/>
            <a:ext cx="71640" cy="99720"/>
          </a:xfrm>
          <a:custGeom>
            <a:rect b="b" l="l" r="r" t="t"/>
            <a:pathLst>
              <a:path extrusionOk="0" h="277" w="199">
                <a:moveTo>
                  <a:pt x="108" y="0"/>
                </a:moveTo>
                <a:cubicBezTo>
                  <a:pt x="69" y="0"/>
                  <a:pt x="36" y="23"/>
                  <a:pt x="22" y="57"/>
                </a:cubicBezTo>
                <a:cubicBezTo>
                  <a:pt x="22" y="44"/>
                  <a:pt x="22" y="6"/>
                  <a:pt x="22" y="6"/>
                </a:cubicBezTo>
                <a:lnTo>
                  <a:pt x="0" y="6"/>
                </a:lnTo>
                <a:lnTo>
                  <a:pt x="0" y="276"/>
                </a:lnTo>
                <a:lnTo>
                  <a:pt x="22" y="276"/>
                </a:lnTo>
                <a:lnTo>
                  <a:pt x="22" y="129"/>
                </a:lnTo>
                <a:cubicBezTo>
                  <a:pt x="22" y="64"/>
                  <a:pt x="56" y="21"/>
                  <a:pt x="108" y="21"/>
                </a:cubicBezTo>
                <a:cubicBezTo>
                  <a:pt x="176" y="21"/>
                  <a:pt x="176" y="85"/>
                  <a:pt x="176" y="105"/>
                </a:cubicBezTo>
                <a:lnTo>
                  <a:pt x="176" y="276"/>
                </a:lnTo>
                <a:lnTo>
                  <a:pt x="198" y="276"/>
                </a:lnTo>
                <a:lnTo>
                  <a:pt x="198" y="109"/>
                </a:lnTo>
                <a:cubicBezTo>
                  <a:pt x="198" y="79"/>
                  <a:pt x="198" y="0"/>
                  <a:pt x="108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8"/>
          <p:cNvSpPr/>
          <p:nvPr/>
        </p:nvSpPr>
        <p:spPr>
          <a:xfrm>
            <a:off x="9249840" y="5425920"/>
            <a:ext cx="9360" cy="97560"/>
          </a:xfrm>
          <a:custGeom>
            <a:rect b="b" l="l" r="r" t="t"/>
            <a:pathLst>
              <a:path extrusionOk="0" h="271" w="26">
                <a:moveTo>
                  <a:pt x="0" y="270"/>
                </a:moveTo>
                <a:lnTo>
                  <a:pt x="25" y="270"/>
                </a:lnTo>
                <a:lnTo>
                  <a:pt x="25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674" name="Google Shape;674;p38"/>
          <p:cNvSpPr/>
          <p:nvPr/>
        </p:nvSpPr>
        <p:spPr>
          <a:xfrm>
            <a:off x="9249840" y="5396400"/>
            <a:ext cx="9360" cy="14040"/>
          </a:xfrm>
          <a:custGeom>
            <a:rect b="b" l="l" r="r" t="t"/>
            <a:pathLst>
              <a:path extrusionOk="0" h="39" w="26">
                <a:moveTo>
                  <a:pt x="0" y="38"/>
                </a:moveTo>
                <a:lnTo>
                  <a:pt x="25" y="38"/>
                </a:lnTo>
                <a:lnTo>
                  <a:pt x="25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675" name="Google Shape;675;p38"/>
          <p:cNvSpPr/>
          <p:nvPr/>
        </p:nvSpPr>
        <p:spPr>
          <a:xfrm>
            <a:off x="9267840" y="5425920"/>
            <a:ext cx="79560" cy="97560"/>
          </a:xfrm>
          <a:custGeom>
            <a:rect b="b" l="l" r="r" t="t"/>
            <a:pathLst>
              <a:path extrusionOk="0" h="271" w="221">
                <a:moveTo>
                  <a:pt x="196" y="0"/>
                </a:moveTo>
                <a:cubicBezTo>
                  <a:pt x="196" y="0"/>
                  <a:pt x="117" y="232"/>
                  <a:pt x="115" y="241"/>
                </a:cubicBezTo>
                <a:cubicBezTo>
                  <a:pt x="111" y="232"/>
                  <a:pt x="25" y="0"/>
                  <a:pt x="25" y="0"/>
                </a:cubicBezTo>
                <a:lnTo>
                  <a:pt x="0" y="0"/>
                </a:lnTo>
                <a:lnTo>
                  <a:pt x="101" y="270"/>
                </a:lnTo>
                <a:lnTo>
                  <a:pt x="127" y="270"/>
                </a:lnTo>
                <a:lnTo>
                  <a:pt x="220" y="0"/>
                </a:lnTo>
                <a:lnTo>
                  <a:pt x="19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8"/>
          <p:cNvSpPr/>
          <p:nvPr/>
        </p:nvSpPr>
        <p:spPr>
          <a:xfrm>
            <a:off x="9350640" y="5423760"/>
            <a:ext cx="80280" cy="101880"/>
          </a:xfrm>
          <a:custGeom>
            <a:rect b="b" l="l" r="r" t="t"/>
            <a:pathLst>
              <a:path extrusionOk="0" h="283" w="223">
                <a:moveTo>
                  <a:pt x="112" y="21"/>
                </a:moveTo>
                <a:cubicBezTo>
                  <a:pt x="168" y="21"/>
                  <a:pt x="197" y="73"/>
                  <a:pt x="200" y="126"/>
                </a:cubicBezTo>
                <a:cubicBezTo>
                  <a:pt x="194" y="126"/>
                  <a:pt x="29" y="126"/>
                  <a:pt x="24" y="126"/>
                </a:cubicBezTo>
                <a:cubicBezTo>
                  <a:pt x="29" y="73"/>
                  <a:pt x="60" y="21"/>
                  <a:pt x="112" y="21"/>
                </a:cubicBezTo>
                <a:moveTo>
                  <a:pt x="112" y="0"/>
                </a:moveTo>
                <a:cubicBezTo>
                  <a:pt x="83" y="0"/>
                  <a:pt x="57" y="12"/>
                  <a:pt x="39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8"/>
                  <a:pt x="12" y="225"/>
                  <a:pt x="35" y="250"/>
                </a:cubicBezTo>
                <a:cubicBezTo>
                  <a:pt x="55" y="271"/>
                  <a:pt x="82" y="282"/>
                  <a:pt x="112" y="282"/>
                </a:cubicBezTo>
                <a:cubicBezTo>
                  <a:pt x="172" y="282"/>
                  <a:pt x="209" y="248"/>
                  <a:pt x="219" y="185"/>
                </a:cubicBezTo>
                <a:lnTo>
                  <a:pt x="220" y="183"/>
                </a:lnTo>
                <a:lnTo>
                  <a:pt x="197" y="183"/>
                </a:lnTo>
                <a:lnTo>
                  <a:pt x="197" y="184"/>
                </a:lnTo>
                <a:cubicBezTo>
                  <a:pt x="189" y="232"/>
                  <a:pt x="157" y="261"/>
                  <a:pt x="112" y="261"/>
                </a:cubicBezTo>
                <a:cubicBezTo>
                  <a:pt x="88" y="261"/>
                  <a:pt x="68" y="252"/>
                  <a:pt x="53" y="236"/>
                </a:cubicBezTo>
                <a:cubicBezTo>
                  <a:pt x="34" y="215"/>
                  <a:pt x="24" y="183"/>
                  <a:pt x="24" y="147"/>
                </a:cubicBezTo>
                <a:cubicBezTo>
                  <a:pt x="28" y="147"/>
                  <a:pt x="222" y="147"/>
                  <a:pt x="222" y="147"/>
                </a:cubicBezTo>
                <a:lnTo>
                  <a:pt x="222" y="145"/>
                </a:lnTo>
                <a:cubicBezTo>
                  <a:pt x="222" y="141"/>
                  <a:pt x="222" y="138"/>
                  <a:pt x="222" y="134"/>
                </a:cubicBezTo>
                <a:cubicBezTo>
                  <a:pt x="222" y="94"/>
                  <a:pt x="211" y="58"/>
                  <a:pt x="190" y="34"/>
                </a:cubicBezTo>
                <a:cubicBezTo>
                  <a:pt x="170" y="12"/>
                  <a:pt x="144" y="0"/>
                  <a:pt x="1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8"/>
          <p:cNvSpPr/>
          <p:nvPr/>
        </p:nvSpPr>
        <p:spPr>
          <a:xfrm>
            <a:off x="9444600" y="5425200"/>
            <a:ext cx="43200" cy="98280"/>
          </a:xfrm>
          <a:custGeom>
            <a:rect b="b" l="l" r="r" t="t"/>
            <a:pathLst>
              <a:path extrusionOk="0" h="273" w="120">
                <a:moveTo>
                  <a:pt x="22" y="56"/>
                </a:moveTo>
                <a:cubicBezTo>
                  <a:pt x="22" y="45"/>
                  <a:pt x="22" y="2"/>
                  <a:pt x="22" y="2"/>
                </a:cubicBezTo>
                <a:lnTo>
                  <a:pt x="0" y="2"/>
                </a:lnTo>
                <a:lnTo>
                  <a:pt x="0" y="272"/>
                </a:lnTo>
                <a:lnTo>
                  <a:pt x="22" y="272"/>
                </a:lnTo>
                <a:lnTo>
                  <a:pt x="22" y="124"/>
                </a:lnTo>
                <a:cubicBezTo>
                  <a:pt x="24" y="84"/>
                  <a:pt x="33" y="70"/>
                  <a:pt x="50" y="51"/>
                </a:cubicBezTo>
                <a:cubicBezTo>
                  <a:pt x="76" y="22"/>
                  <a:pt x="107" y="24"/>
                  <a:pt x="117" y="26"/>
                </a:cubicBezTo>
                <a:lnTo>
                  <a:pt x="119" y="26"/>
                </a:lnTo>
                <a:lnTo>
                  <a:pt x="119" y="1"/>
                </a:lnTo>
                <a:lnTo>
                  <a:pt x="117" y="1"/>
                </a:lnTo>
                <a:cubicBezTo>
                  <a:pt x="75" y="0"/>
                  <a:pt x="36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8"/>
          <p:cNvSpPr/>
          <p:nvPr/>
        </p:nvSpPr>
        <p:spPr>
          <a:xfrm>
            <a:off x="9489240" y="5423760"/>
            <a:ext cx="72720" cy="101880"/>
          </a:xfrm>
          <a:custGeom>
            <a:rect b="b" l="l" r="r" t="t"/>
            <a:pathLst>
              <a:path extrusionOk="0" h="283" w="202">
                <a:moveTo>
                  <a:pt x="111" y="127"/>
                </a:moveTo>
                <a:lnTo>
                  <a:pt x="104" y="126"/>
                </a:lnTo>
                <a:cubicBezTo>
                  <a:pt x="66" y="117"/>
                  <a:pt x="32" y="109"/>
                  <a:pt x="32" y="71"/>
                </a:cubicBezTo>
                <a:cubicBezTo>
                  <a:pt x="32" y="36"/>
                  <a:pt x="67" y="21"/>
                  <a:pt x="99" y="21"/>
                </a:cubicBezTo>
                <a:cubicBezTo>
                  <a:pt x="126" y="21"/>
                  <a:pt x="171" y="31"/>
                  <a:pt x="171" y="88"/>
                </a:cubicBezTo>
                <a:lnTo>
                  <a:pt x="171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61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1"/>
                  <a:pt x="95" y="148"/>
                </a:cubicBezTo>
                <a:lnTo>
                  <a:pt x="101" y="151"/>
                </a:lnTo>
                <a:cubicBezTo>
                  <a:pt x="141" y="159"/>
                  <a:pt x="179" y="166"/>
                  <a:pt x="179" y="207"/>
                </a:cubicBezTo>
                <a:cubicBezTo>
                  <a:pt x="179" y="256"/>
                  <a:pt x="125" y="261"/>
                  <a:pt x="101" y="261"/>
                </a:cubicBezTo>
                <a:cubicBezTo>
                  <a:pt x="56" y="261"/>
                  <a:pt x="25" y="231"/>
                  <a:pt x="23" y="186"/>
                </a:cubicBezTo>
                <a:lnTo>
                  <a:pt x="23" y="184"/>
                </a:lnTo>
                <a:lnTo>
                  <a:pt x="0" y="184"/>
                </a:lnTo>
                <a:lnTo>
                  <a:pt x="1" y="186"/>
                </a:lnTo>
                <a:cubicBezTo>
                  <a:pt x="2" y="245"/>
                  <a:pt x="41" y="282"/>
                  <a:pt x="101" y="282"/>
                </a:cubicBezTo>
                <a:cubicBezTo>
                  <a:pt x="125" y="282"/>
                  <a:pt x="201" y="277"/>
                  <a:pt x="201" y="207"/>
                </a:cubicBezTo>
                <a:cubicBezTo>
                  <a:pt x="201" y="149"/>
                  <a:pt x="161" y="138"/>
                  <a:pt x="111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8"/>
          <p:cNvSpPr/>
          <p:nvPr/>
        </p:nvSpPr>
        <p:spPr>
          <a:xfrm>
            <a:off x="9577440" y="5425920"/>
            <a:ext cx="9000" cy="97560"/>
          </a:xfrm>
          <a:custGeom>
            <a:rect b="b" l="l" r="r" t="t"/>
            <a:pathLst>
              <a:path extrusionOk="0" h="271" w="25">
                <a:moveTo>
                  <a:pt x="0" y="270"/>
                </a:moveTo>
                <a:lnTo>
                  <a:pt x="24" y="270"/>
                </a:lnTo>
                <a:lnTo>
                  <a:pt x="24" y="0"/>
                </a:lnTo>
                <a:lnTo>
                  <a:pt x="0" y="0"/>
                </a:lnTo>
                <a:lnTo>
                  <a:pt x="0" y="270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680" name="Google Shape;680;p38"/>
          <p:cNvSpPr/>
          <p:nvPr/>
        </p:nvSpPr>
        <p:spPr>
          <a:xfrm>
            <a:off x="9596160" y="5396400"/>
            <a:ext cx="124560" cy="161280"/>
          </a:xfrm>
          <a:custGeom>
            <a:rect b="b" l="l" r="r" t="t"/>
            <a:pathLst>
              <a:path extrusionOk="0" h="448" w="346">
                <a:moveTo>
                  <a:pt x="67" y="82"/>
                </a:moveTo>
                <a:cubicBezTo>
                  <a:pt x="67" y="78"/>
                  <a:pt x="67" y="0"/>
                  <a:pt x="67" y="0"/>
                </a:cubicBezTo>
                <a:lnTo>
                  <a:pt x="45" y="0"/>
                </a:lnTo>
                <a:cubicBezTo>
                  <a:pt x="45" y="0"/>
                  <a:pt x="45" y="78"/>
                  <a:pt x="45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4"/>
                </a:lnTo>
                <a:cubicBezTo>
                  <a:pt x="0" y="104"/>
                  <a:pt x="41" y="104"/>
                  <a:pt x="45" y="104"/>
                </a:cubicBezTo>
                <a:cubicBezTo>
                  <a:pt x="45" y="108"/>
                  <a:pt x="45" y="286"/>
                  <a:pt x="45" y="286"/>
                </a:cubicBezTo>
                <a:cubicBezTo>
                  <a:pt x="45" y="287"/>
                  <a:pt x="45" y="289"/>
                  <a:pt x="45" y="290"/>
                </a:cubicBezTo>
                <a:cubicBezTo>
                  <a:pt x="45" y="311"/>
                  <a:pt x="50" y="326"/>
                  <a:pt x="60" y="335"/>
                </a:cubicBezTo>
                <a:cubicBezTo>
                  <a:pt x="74" y="352"/>
                  <a:pt x="98" y="352"/>
                  <a:pt x="118" y="351"/>
                </a:cubicBezTo>
                <a:lnTo>
                  <a:pt x="120" y="351"/>
                </a:lnTo>
                <a:lnTo>
                  <a:pt x="120" y="330"/>
                </a:lnTo>
                <a:lnTo>
                  <a:pt x="118" y="330"/>
                </a:lnTo>
                <a:cubicBezTo>
                  <a:pt x="98" y="330"/>
                  <a:pt x="85" y="328"/>
                  <a:pt x="76" y="320"/>
                </a:cubicBezTo>
                <a:cubicBezTo>
                  <a:pt x="71" y="314"/>
                  <a:pt x="67" y="302"/>
                  <a:pt x="67" y="286"/>
                </a:cubicBezTo>
                <a:cubicBezTo>
                  <a:pt x="67" y="286"/>
                  <a:pt x="67" y="108"/>
                  <a:pt x="67" y="104"/>
                </a:cubicBezTo>
                <a:cubicBezTo>
                  <a:pt x="71" y="104"/>
                  <a:pt x="116" y="104"/>
                  <a:pt x="129" y="104"/>
                </a:cubicBezTo>
                <a:cubicBezTo>
                  <a:pt x="154" y="167"/>
                  <a:pt x="224" y="345"/>
                  <a:pt x="224" y="347"/>
                </a:cubicBezTo>
                <a:cubicBezTo>
                  <a:pt x="213" y="381"/>
                  <a:pt x="206" y="399"/>
                  <a:pt x="200" y="408"/>
                </a:cubicBezTo>
                <a:cubicBezTo>
                  <a:pt x="189" y="421"/>
                  <a:pt x="176" y="424"/>
                  <a:pt x="150" y="424"/>
                </a:cubicBezTo>
                <a:lnTo>
                  <a:pt x="149" y="424"/>
                </a:lnTo>
                <a:lnTo>
                  <a:pt x="149" y="447"/>
                </a:lnTo>
                <a:lnTo>
                  <a:pt x="150" y="447"/>
                </a:lnTo>
                <a:cubicBezTo>
                  <a:pt x="177" y="447"/>
                  <a:pt x="195" y="446"/>
                  <a:pt x="208" y="434"/>
                </a:cubicBezTo>
                <a:cubicBezTo>
                  <a:pt x="219" y="426"/>
                  <a:pt x="227" y="405"/>
                  <a:pt x="238" y="377"/>
                </a:cubicBezTo>
                <a:lnTo>
                  <a:pt x="345" y="82"/>
                </a:lnTo>
                <a:lnTo>
                  <a:pt x="319" y="82"/>
                </a:lnTo>
                <a:cubicBezTo>
                  <a:pt x="319" y="82"/>
                  <a:pt x="240" y="308"/>
                  <a:pt x="236" y="319"/>
                </a:cubicBezTo>
                <a:cubicBezTo>
                  <a:pt x="233" y="308"/>
                  <a:pt x="147" y="82"/>
                  <a:pt x="147" y="82"/>
                </a:cubicBezTo>
                <a:lnTo>
                  <a:pt x="67" y="8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8"/>
          <p:cNvSpPr/>
          <p:nvPr/>
        </p:nvSpPr>
        <p:spPr>
          <a:xfrm>
            <a:off x="9577440" y="5396400"/>
            <a:ext cx="9000" cy="14040"/>
          </a:xfrm>
          <a:custGeom>
            <a:rect b="b" l="l" r="r" t="t"/>
            <a:pathLst>
              <a:path extrusionOk="0" h="39" w="25">
                <a:moveTo>
                  <a:pt x="0" y="38"/>
                </a:moveTo>
                <a:lnTo>
                  <a:pt x="24" y="38"/>
                </a:lnTo>
                <a:lnTo>
                  <a:pt x="24" y="0"/>
                </a:lnTo>
                <a:lnTo>
                  <a:pt x="0" y="0"/>
                </a:lnTo>
                <a:lnTo>
                  <a:pt x="0" y="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682" name="Google Shape;682;p38"/>
          <p:cNvSpPr/>
          <p:nvPr/>
        </p:nvSpPr>
        <p:spPr>
          <a:xfrm>
            <a:off x="9182160" y="5228640"/>
            <a:ext cx="134280" cy="140760"/>
          </a:xfrm>
          <a:custGeom>
            <a:rect b="b" l="l" r="r" t="t"/>
            <a:pathLst>
              <a:path extrusionOk="0" h="391" w="373">
                <a:moveTo>
                  <a:pt x="186" y="26"/>
                </a:moveTo>
                <a:cubicBezTo>
                  <a:pt x="110" y="26"/>
                  <a:pt x="57" y="86"/>
                  <a:pt x="57" y="187"/>
                </a:cubicBezTo>
                <a:cubicBezTo>
                  <a:pt x="57" y="308"/>
                  <a:pt x="124" y="362"/>
                  <a:pt x="187" y="362"/>
                </a:cubicBezTo>
                <a:cubicBezTo>
                  <a:pt x="263" y="362"/>
                  <a:pt x="313" y="300"/>
                  <a:pt x="313" y="200"/>
                </a:cubicBezTo>
                <a:cubicBezTo>
                  <a:pt x="314" y="93"/>
                  <a:pt x="263" y="26"/>
                  <a:pt x="186" y="26"/>
                </a:cubicBezTo>
                <a:moveTo>
                  <a:pt x="182" y="387"/>
                </a:moveTo>
                <a:cubicBezTo>
                  <a:pt x="84" y="385"/>
                  <a:pt x="0" y="303"/>
                  <a:pt x="2" y="191"/>
                </a:cubicBezTo>
                <a:cubicBezTo>
                  <a:pt x="5" y="100"/>
                  <a:pt x="71" y="0"/>
                  <a:pt x="193" y="2"/>
                </a:cubicBezTo>
                <a:cubicBezTo>
                  <a:pt x="278" y="4"/>
                  <a:pt x="372" y="72"/>
                  <a:pt x="369" y="199"/>
                </a:cubicBezTo>
                <a:cubicBezTo>
                  <a:pt x="367" y="324"/>
                  <a:pt x="269" y="390"/>
                  <a:pt x="182" y="38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8"/>
          <p:cNvSpPr/>
          <p:nvPr/>
        </p:nvSpPr>
        <p:spPr>
          <a:xfrm>
            <a:off x="9654120" y="5231520"/>
            <a:ext cx="117720" cy="135360"/>
          </a:xfrm>
          <a:custGeom>
            <a:rect b="b" l="l" r="r" t="t"/>
            <a:pathLst>
              <a:path extrusionOk="0" h="376" w="327">
                <a:moveTo>
                  <a:pt x="326" y="5"/>
                </a:moveTo>
                <a:lnTo>
                  <a:pt x="326" y="0"/>
                </a:lnTo>
                <a:lnTo>
                  <a:pt x="227" y="0"/>
                </a:lnTo>
                <a:lnTo>
                  <a:pt x="227" y="5"/>
                </a:lnTo>
                <a:cubicBezTo>
                  <a:pt x="247" y="6"/>
                  <a:pt x="252" y="11"/>
                  <a:pt x="252" y="40"/>
                </a:cubicBezTo>
                <a:lnTo>
                  <a:pt x="252" y="172"/>
                </a:lnTo>
                <a:lnTo>
                  <a:pt x="74" y="172"/>
                </a:lnTo>
                <a:lnTo>
                  <a:pt x="74" y="40"/>
                </a:lnTo>
                <a:cubicBezTo>
                  <a:pt x="74" y="11"/>
                  <a:pt x="79" y="6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6"/>
                  <a:pt x="25" y="11"/>
                  <a:pt x="25" y="4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99" y="375"/>
                </a:lnTo>
                <a:lnTo>
                  <a:pt x="99" y="369"/>
                </a:lnTo>
                <a:cubicBezTo>
                  <a:pt x="79" y="367"/>
                  <a:pt x="74" y="364"/>
                  <a:pt x="74" y="333"/>
                </a:cubicBezTo>
                <a:lnTo>
                  <a:pt x="74" y="194"/>
                </a:lnTo>
                <a:lnTo>
                  <a:pt x="252" y="194"/>
                </a:lnTo>
                <a:lnTo>
                  <a:pt x="252" y="333"/>
                </a:lnTo>
                <a:cubicBezTo>
                  <a:pt x="252" y="364"/>
                  <a:pt x="247" y="367"/>
                  <a:pt x="227" y="369"/>
                </a:cubicBezTo>
                <a:lnTo>
                  <a:pt x="227" y="375"/>
                </a:lnTo>
                <a:lnTo>
                  <a:pt x="326" y="375"/>
                </a:lnTo>
                <a:lnTo>
                  <a:pt x="326" y="369"/>
                </a:lnTo>
                <a:cubicBezTo>
                  <a:pt x="308" y="367"/>
                  <a:pt x="302" y="364"/>
                  <a:pt x="302" y="333"/>
                </a:cubicBezTo>
                <a:lnTo>
                  <a:pt x="302" y="40"/>
                </a:lnTo>
                <a:cubicBezTo>
                  <a:pt x="302" y="11"/>
                  <a:pt x="308" y="6"/>
                  <a:pt x="326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8"/>
          <p:cNvSpPr/>
          <p:nvPr/>
        </p:nvSpPr>
        <p:spPr>
          <a:xfrm>
            <a:off x="9324360" y="5231520"/>
            <a:ext cx="114480" cy="135360"/>
          </a:xfrm>
          <a:custGeom>
            <a:rect b="b" l="l" r="r" t="t"/>
            <a:pathLst>
              <a:path extrusionOk="0" h="376" w="318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3"/>
                </a:lnTo>
                <a:cubicBezTo>
                  <a:pt x="24" y="364"/>
                  <a:pt x="19" y="367"/>
                  <a:pt x="0" y="369"/>
                </a:cubicBezTo>
                <a:lnTo>
                  <a:pt x="0" y="375"/>
                </a:lnTo>
                <a:lnTo>
                  <a:pt x="74" y="375"/>
                </a:lnTo>
                <a:lnTo>
                  <a:pt x="74" y="369"/>
                </a:lnTo>
                <a:cubicBezTo>
                  <a:pt x="54" y="367"/>
                  <a:pt x="50" y="364"/>
                  <a:pt x="50" y="333"/>
                </a:cubicBezTo>
                <a:lnTo>
                  <a:pt x="50" y="60"/>
                </a:lnTo>
                <a:cubicBezTo>
                  <a:pt x="50" y="65"/>
                  <a:pt x="244" y="320"/>
                  <a:pt x="286" y="375"/>
                </a:cubicBezTo>
                <a:lnTo>
                  <a:pt x="293" y="375"/>
                </a:lnTo>
                <a:lnTo>
                  <a:pt x="293" y="30"/>
                </a:lnTo>
                <a:cubicBezTo>
                  <a:pt x="293" y="8"/>
                  <a:pt x="299" y="6"/>
                  <a:pt x="317" y="5"/>
                </a:cubicBezTo>
                <a:lnTo>
                  <a:pt x="317" y="0"/>
                </a:lnTo>
                <a:lnTo>
                  <a:pt x="244" y="0"/>
                </a:lnTo>
                <a:lnTo>
                  <a:pt x="244" y="5"/>
                </a:lnTo>
                <a:cubicBezTo>
                  <a:pt x="263" y="6"/>
                  <a:pt x="269" y="8"/>
                  <a:pt x="269" y="30"/>
                </a:cubicBezTo>
                <a:lnTo>
                  <a:pt x="269" y="268"/>
                </a:lnTo>
                <a:lnTo>
                  <a:pt x="66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8"/>
          <p:cNvSpPr/>
          <p:nvPr/>
        </p:nvSpPr>
        <p:spPr>
          <a:xfrm>
            <a:off x="9439560" y="5231520"/>
            <a:ext cx="117360" cy="135360"/>
          </a:xfrm>
          <a:custGeom>
            <a:rect b="b" l="l" r="r" t="t"/>
            <a:pathLst>
              <a:path extrusionOk="0" h="376" w="326">
                <a:moveTo>
                  <a:pt x="91" y="239"/>
                </a:moveTo>
                <a:cubicBezTo>
                  <a:pt x="115" y="180"/>
                  <a:pt x="150" y="85"/>
                  <a:pt x="150" y="85"/>
                </a:cubicBezTo>
                <a:cubicBezTo>
                  <a:pt x="150" y="85"/>
                  <a:pt x="181" y="171"/>
                  <a:pt x="207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5"/>
                  <a:pt x="61" y="252"/>
                  <a:pt x="32" y="324"/>
                </a:cubicBezTo>
                <a:cubicBezTo>
                  <a:pt x="28" y="337"/>
                  <a:pt x="19" y="356"/>
                  <a:pt x="13" y="363"/>
                </a:cubicBezTo>
                <a:cubicBezTo>
                  <a:pt x="9" y="369"/>
                  <a:pt x="4" y="369"/>
                  <a:pt x="0" y="369"/>
                </a:cubicBezTo>
                <a:lnTo>
                  <a:pt x="0" y="375"/>
                </a:lnTo>
                <a:lnTo>
                  <a:pt x="66" y="375"/>
                </a:lnTo>
                <a:lnTo>
                  <a:pt x="66" y="369"/>
                </a:lnTo>
                <a:cubicBezTo>
                  <a:pt x="61" y="369"/>
                  <a:pt x="50" y="369"/>
                  <a:pt x="49" y="359"/>
                </a:cubicBezTo>
                <a:cubicBezTo>
                  <a:pt x="49" y="356"/>
                  <a:pt x="50" y="351"/>
                  <a:pt x="51" y="347"/>
                </a:cubicBezTo>
                <a:cubicBezTo>
                  <a:pt x="53" y="340"/>
                  <a:pt x="66" y="305"/>
                  <a:pt x="83" y="263"/>
                </a:cubicBezTo>
                <a:lnTo>
                  <a:pt x="216" y="263"/>
                </a:lnTo>
                <a:cubicBezTo>
                  <a:pt x="229" y="298"/>
                  <a:pt x="241" y="328"/>
                  <a:pt x="246" y="341"/>
                </a:cubicBezTo>
                <a:cubicBezTo>
                  <a:pt x="248" y="345"/>
                  <a:pt x="251" y="354"/>
                  <a:pt x="251" y="359"/>
                </a:cubicBezTo>
                <a:cubicBezTo>
                  <a:pt x="251" y="369"/>
                  <a:pt x="243" y="369"/>
                  <a:pt x="234" y="369"/>
                </a:cubicBezTo>
                <a:lnTo>
                  <a:pt x="234" y="375"/>
                </a:lnTo>
                <a:lnTo>
                  <a:pt x="325" y="375"/>
                </a:lnTo>
                <a:lnTo>
                  <a:pt x="325" y="369"/>
                </a:lnTo>
                <a:cubicBezTo>
                  <a:pt x="314" y="369"/>
                  <a:pt x="311" y="365"/>
                  <a:pt x="302" y="345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8"/>
          <p:cNvSpPr/>
          <p:nvPr/>
        </p:nvSpPr>
        <p:spPr>
          <a:xfrm>
            <a:off x="9037800" y="5231520"/>
            <a:ext cx="136800" cy="135360"/>
          </a:xfrm>
          <a:custGeom>
            <a:rect b="b" l="l" r="r" t="t"/>
            <a:pathLst>
              <a:path extrusionOk="0" h="376" w="380">
                <a:moveTo>
                  <a:pt x="1" y="0"/>
                </a:moveTo>
                <a:lnTo>
                  <a:pt x="1" y="5"/>
                </a:lnTo>
                <a:cubicBezTo>
                  <a:pt x="11" y="5"/>
                  <a:pt x="18" y="6"/>
                  <a:pt x="21" y="11"/>
                </a:cubicBezTo>
                <a:cubicBezTo>
                  <a:pt x="22" y="13"/>
                  <a:pt x="23" y="14"/>
                  <a:pt x="24" y="17"/>
                </a:cubicBezTo>
                <a:cubicBezTo>
                  <a:pt x="24" y="19"/>
                  <a:pt x="24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3"/>
                </a:lnTo>
                <a:cubicBezTo>
                  <a:pt x="25" y="364"/>
                  <a:pt x="20" y="367"/>
                  <a:pt x="0" y="369"/>
                </a:cubicBezTo>
                <a:lnTo>
                  <a:pt x="0" y="375"/>
                </a:lnTo>
                <a:lnTo>
                  <a:pt x="75" y="375"/>
                </a:lnTo>
                <a:lnTo>
                  <a:pt x="75" y="369"/>
                </a:lnTo>
                <a:cubicBezTo>
                  <a:pt x="55" y="367"/>
                  <a:pt x="50" y="364"/>
                  <a:pt x="50" y="333"/>
                </a:cubicBezTo>
                <a:lnTo>
                  <a:pt x="50" y="75"/>
                </a:lnTo>
                <a:cubicBezTo>
                  <a:pt x="50" y="70"/>
                  <a:pt x="50" y="59"/>
                  <a:pt x="50" y="59"/>
                </a:cubicBezTo>
                <a:lnTo>
                  <a:pt x="54" y="75"/>
                </a:lnTo>
                <a:lnTo>
                  <a:pt x="173" y="373"/>
                </a:lnTo>
                <a:lnTo>
                  <a:pt x="181" y="373"/>
                </a:lnTo>
                <a:lnTo>
                  <a:pt x="303" y="64"/>
                </a:lnTo>
                <a:lnTo>
                  <a:pt x="306" y="52"/>
                </a:lnTo>
                <a:cubicBezTo>
                  <a:pt x="306" y="52"/>
                  <a:pt x="305" y="58"/>
                  <a:pt x="305" y="63"/>
                </a:cubicBezTo>
                <a:lnTo>
                  <a:pt x="305" y="333"/>
                </a:lnTo>
                <a:cubicBezTo>
                  <a:pt x="305" y="364"/>
                  <a:pt x="300" y="367"/>
                  <a:pt x="281" y="369"/>
                </a:cubicBezTo>
                <a:lnTo>
                  <a:pt x="281" y="375"/>
                </a:lnTo>
                <a:lnTo>
                  <a:pt x="379" y="375"/>
                </a:lnTo>
                <a:lnTo>
                  <a:pt x="379" y="369"/>
                </a:lnTo>
                <a:cubicBezTo>
                  <a:pt x="359" y="367"/>
                  <a:pt x="355" y="364"/>
                  <a:pt x="355" y="333"/>
                </a:cubicBezTo>
                <a:lnTo>
                  <a:pt x="355" y="30"/>
                </a:lnTo>
                <a:cubicBezTo>
                  <a:pt x="355" y="8"/>
                  <a:pt x="359" y="6"/>
                  <a:pt x="379" y="5"/>
                </a:cubicBezTo>
                <a:lnTo>
                  <a:pt x="379" y="0"/>
                </a:lnTo>
                <a:lnTo>
                  <a:pt x="302" y="0"/>
                </a:lnTo>
                <a:lnTo>
                  <a:pt x="192" y="282"/>
                </a:lnTo>
                <a:lnTo>
                  <a:pt x="79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8"/>
          <p:cNvSpPr/>
          <p:nvPr/>
        </p:nvSpPr>
        <p:spPr>
          <a:xfrm>
            <a:off x="9562320" y="5229720"/>
            <a:ext cx="75600" cy="138960"/>
          </a:xfrm>
          <a:custGeom>
            <a:rect b="b" l="l" r="r" t="t"/>
            <a:pathLst>
              <a:path extrusionOk="0" h="386" w="210">
                <a:moveTo>
                  <a:pt x="1" y="354"/>
                </a:moveTo>
                <a:cubicBezTo>
                  <a:pt x="25" y="369"/>
                  <a:pt x="60" y="385"/>
                  <a:pt x="96" y="385"/>
                </a:cubicBezTo>
                <a:cubicBezTo>
                  <a:pt x="97" y="385"/>
                  <a:pt x="98" y="385"/>
                  <a:pt x="98" y="385"/>
                </a:cubicBezTo>
                <a:cubicBezTo>
                  <a:pt x="152" y="384"/>
                  <a:pt x="209" y="340"/>
                  <a:pt x="209" y="273"/>
                </a:cubicBezTo>
                <a:cubicBezTo>
                  <a:pt x="209" y="199"/>
                  <a:pt x="161" y="183"/>
                  <a:pt x="114" y="155"/>
                </a:cubicBezTo>
                <a:cubicBezTo>
                  <a:pt x="64" y="129"/>
                  <a:pt x="44" y="116"/>
                  <a:pt x="44" y="81"/>
                </a:cubicBezTo>
                <a:cubicBezTo>
                  <a:pt x="44" y="57"/>
                  <a:pt x="57" y="21"/>
                  <a:pt x="100" y="21"/>
                </a:cubicBezTo>
                <a:cubicBezTo>
                  <a:pt x="115" y="21"/>
                  <a:pt x="127" y="26"/>
                  <a:pt x="137" y="32"/>
                </a:cubicBezTo>
                <a:cubicBezTo>
                  <a:pt x="172" y="52"/>
                  <a:pt x="173" y="83"/>
                  <a:pt x="179" y="102"/>
                </a:cubicBezTo>
                <a:lnTo>
                  <a:pt x="183" y="102"/>
                </a:lnTo>
                <a:lnTo>
                  <a:pt x="180" y="18"/>
                </a:lnTo>
                <a:cubicBezTo>
                  <a:pt x="158" y="8"/>
                  <a:pt x="140" y="4"/>
                  <a:pt x="128" y="1"/>
                </a:cubicBezTo>
                <a:cubicBezTo>
                  <a:pt x="120" y="1"/>
                  <a:pt x="114" y="0"/>
                  <a:pt x="108" y="0"/>
                </a:cubicBezTo>
                <a:cubicBezTo>
                  <a:pt x="60" y="0"/>
                  <a:pt x="1" y="31"/>
                  <a:pt x="1" y="98"/>
                </a:cubicBezTo>
                <a:cubicBezTo>
                  <a:pt x="1" y="143"/>
                  <a:pt x="28" y="172"/>
                  <a:pt x="76" y="198"/>
                </a:cubicBezTo>
                <a:cubicBezTo>
                  <a:pt x="126" y="225"/>
                  <a:pt x="162" y="236"/>
                  <a:pt x="162" y="288"/>
                </a:cubicBezTo>
                <a:cubicBezTo>
                  <a:pt x="162" y="315"/>
                  <a:pt x="149" y="362"/>
                  <a:pt x="94" y="362"/>
                </a:cubicBezTo>
                <a:cubicBezTo>
                  <a:pt x="72" y="362"/>
                  <a:pt x="54" y="353"/>
                  <a:pt x="40" y="341"/>
                </a:cubicBezTo>
                <a:cubicBezTo>
                  <a:pt x="8" y="308"/>
                  <a:pt x="8" y="282"/>
                  <a:pt x="6" y="271"/>
                </a:cubicBezTo>
                <a:lnTo>
                  <a:pt x="0" y="271"/>
                </a:lnTo>
                <a:lnTo>
                  <a:pt x="1" y="35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8"/>
          <p:cNvSpPr/>
          <p:nvPr/>
        </p:nvSpPr>
        <p:spPr>
          <a:xfrm>
            <a:off x="8723880" y="5382720"/>
            <a:ext cx="254880" cy="145440"/>
          </a:xfrm>
          <a:custGeom>
            <a:rect b="b" l="l" r="r" t="t"/>
            <a:pathLst>
              <a:path extrusionOk="0" h="404" w="708">
                <a:moveTo>
                  <a:pt x="660" y="152"/>
                </a:moveTo>
                <a:lnTo>
                  <a:pt x="670" y="79"/>
                </a:lnTo>
                <a:lnTo>
                  <a:pt x="639" y="49"/>
                </a:lnTo>
                <a:cubicBezTo>
                  <a:pt x="643" y="40"/>
                  <a:pt x="646" y="31"/>
                  <a:pt x="649" y="21"/>
                </a:cubicBezTo>
                <a:cubicBezTo>
                  <a:pt x="658" y="30"/>
                  <a:pt x="689" y="62"/>
                  <a:pt x="693" y="65"/>
                </a:cubicBezTo>
                <a:cubicBezTo>
                  <a:pt x="683" y="96"/>
                  <a:pt x="671" y="126"/>
                  <a:pt x="660" y="152"/>
                </a:cubicBezTo>
                <a:moveTo>
                  <a:pt x="615" y="173"/>
                </a:moveTo>
                <a:cubicBezTo>
                  <a:pt x="559" y="270"/>
                  <a:pt x="478" y="341"/>
                  <a:pt x="385" y="378"/>
                </a:cubicBezTo>
                <a:cubicBezTo>
                  <a:pt x="385" y="378"/>
                  <a:pt x="357" y="389"/>
                  <a:pt x="354" y="390"/>
                </a:cubicBezTo>
                <a:cubicBezTo>
                  <a:pt x="351" y="389"/>
                  <a:pt x="323" y="378"/>
                  <a:pt x="323" y="378"/>
                </a:cubicBezTo>
                <a:cubicBezTo>
                  <a:pt x="228" y="341"/>
                  <a:pt x="149" y="270"/>
                  <a:pt x="91" y="173"/>
                </a:cubicBezTo>
                <a:cubicBezTo>
                  <a:pt x="76" y="145"/>
                  <a:pt x="61" y="115"/>
                  <a:pt x="50" y="83"/>
                </a:cubicBezTo>
                <a:cubicBezTo>
                  <a:pt x="54" y="78"/>
                  <a:pt x="85" y="49"/>
                  <a:pt x="94" y="40"/>
                </a:cubicBezTo>
                <a:cubicBezTo>
                  <a:pt x="106" y="77"/>
                  <a:pt x="120" y="111"/>
                  <a:pt x="138" y="141"/>
                </a:cubicBezTo>
                <a:cubicBezTo>
                  <a:pt x="189" y="228"/>
                  <a:pt x="258" y="290"/>
                  <a:pt x="342" y="324"/>
                </a:cubicBezTo>
                <a:lnTo>
                  <a:pt x="354" y="328"/>
                </a:lnTo>
                <a:lnTo>
                  <a:pt x="366" y="324"/>
                </a:lnTo>
                <a:cubicBezTo>
                  <a:pt x="449" y="290"/>
                  <a:pt x="519" y="228"/>
                  <a:pt x="570" y="141"/>
                </a:cubicBezTo>
                <a:cubicBezTo>
                  <a:pt x="588" y="111"/>
                  <a:pt x="602" y="77"/>
                  <a:pt x="614" y="40"/>
                </a:cubicBezTo>
                <a:cubicBezTo>
                  <a:pt x="623" y="49"/>
                  <a:pt x="651" y="78"/>
                  <a:pt x="657" y="83"/>
                </a:cubicBezTo>
                <a:cubicBezTo>
                  <a:pt x="645" y="115"/>
                  <a:pt x="632" y="145"/>
                  <a:pt x="615" y="173"/>
                </a:cubicBezTo>
                <a:moveTo>
                  <a:pt x="645" y="174"/>
                </a:moveTo>
                <a:cubicBezTo>
                  <a:pt x="643" y="172"/>
                  <a:pt x="638" y="168"/>
                  <a:pt x="633" y="164"/>
                </a:cubicBezTo>
                <a:lnTo>
                  <a:pt x="633" y="162"/>
                </a:lnTo>
                <a:cubicBezTo>
                  <a:pt x="640" y="151"/>
                  <a:pt x="646" y="138"/>
                  <a:pt x="653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60" y="138"/>
                  <a:pt x="66" y="151"/>
                  <a:pt x="74" y="164"/>
                </a:cubicBezTo>
                <a:cubicBezTo>
                  <a:pt x="68" y="167"/>
                  <a:pt x="64" y="172"/>
                  <a:pt x="61" y="174"/>
                </a:cubicBezTo>
                <a:moveTo>
                  <a:pt x="13" y="65"/>
                </a:moveTo>
                <a:cubicBezTo>
                  <a:pt x="18" y="62"/>
                  <a:pt x="49" y="30"/>
                  <a:pt x="57" y="21"/>
                </a:cubicBezTo>
                <a:cubicBezTo>
                  <a:pt x="61" y="31"/>
                  <a:pt x="63" y="40"/>
                  <a:pt x="66" y="49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2" y="95"/>
                  <a:pt x="13" y="65"/>
                </a:cubicBezTo>
                <a:moveTo>
                  <a:pt x="644" y="0"/>
                </a:moveTo>
                <a:lnTo>
                  <a:pt x="642" y="8"/>
                </a:lnTo>
                <a:cubicBezTo>
                  <a:pt x="638" y="20"/>
                  <a:pt x="635" y="31"/>
                  <a:pt x="632" y="40"/>
                </a:cubicBezTo>
                <a:lnTo>
                  <a:pt x="609" y="19"/>
                </a:lnTo>
                <a:lnTo>
                  <a:pt x="606" y="28"/>
                </a:lnTo>
                <a:cubicBezTo>
                  <a:pt x="594" y="68"/>
                  <a:pt x="579" y="103"/>
                  <a:pt x="560" y="135"/>
                </a:cubicBezTo>
                <a:cubicBezTo>
                  <a:pt x="511" y="219"/>
                  <a:pt x="443" y="280"/>
                  <a:pt x="362" y="313"/>
                </a:cubicBezTo>
                <a:cubicBezTo>
                  <a:pt x="362" y="313"/>
                  <a:pt x="356" y="314"/>
                  <a:pt x="354" y="315"/>
                </a:cubicBezTo>
                <a:cubicBezTo>
                  <a:pt x="352" y="314"/>
                  <a:pt x="345" y="313"/>
                  <a:pt x="345" y="313"/>
                </a:cubicBezTo>
                <a:cubicBezTo>
                  <a:pt x="265" y="280"/>
                  <a:pt x="196" y="219"/>
                  <a:pt x="147" y="135"/>
                </a:cubicBezTo>
                <a:cubicBezTo>
                  <a:pt x="128" y="103"/>
                  <a:pt x="114" y="68"/>
                  <a:pt x="101" y="28"/>
                </a:cubicBezTo>
                <a:lnTo>
                  <a:pt x="98" y="19"/>
                </a:lnTo>
                <a:lnTo>
                  <a:pt x="91" y="25"/>
                </a:lnTo>
                <a:lnTo>
                  <a:pt x="76" y="40"/>
                </a:lnTo>
                <a:cubicBezTo>
                  <a:pt x="73" y="31"/>
                  <a:pt x="68" y="20"/>
                  <a:pt x="65" y="8"/>
                </a:cubicBezTo>
                <a:lnTo>
                  <a:pt x="63" y="0"/>
                </a:lnTo>
                <a:lnTo>
                  <a:pt x="56" y="6"/>
                </a:lnTo>
                <a:lnTo>
                  <a:pt x="0" y="62"/>
                </a:lnTo>
                <a:lnTo>
                  <a:pt x="1" y="65"/>
                </a:lnTo>
                <a:cubicBezTo>
                  <a:pt x="14" y="111"/>
                  <a:pt x="36" y="159"/>
                  <a:pt x="53" y="190"/>
                </a:cubicBezTo>
                <a:lnTo>
                  <a:pt x="56" y="197"/>
                </a:lnTo>
                <a:lnTo>
                  <a:pt x="80" y="174"/>
                </a:lnTo>
                <a:cubicBezTo>
                  <a:pt x="80" y="175"/>
                  <a:pt x="82" y="178"/>
                  <a:pt x="83" y="179"/>
                </a:cubicBezTo>
                <a:cubicBezTo>
                  <a:pt x="140" y="279"/>
                  <a:pt x="223" y="351"/>
                  <a:pt x="319" y="390"/>
                </a:cubicBezTo>
                <a:lnTo>
                  <a:pt x="354" y="403"/>
                </a:lnTo>
                <a:lnTo>
                  <a:pt x="388" y="390"/>
                </a:lnTo>
                <a:cubicBezTo>
                  <a:pt x="485" y="351"/>
                  <a:pt x="567" y="279"/>
                  <a:pt x="625" y="179"/>
                </a:cubicBezTo>
                <a:cubicBezTo>
                  <a:pt x="626" y="178"/>
                  <a:pt x="626" y="175"/>
                  <a:pt x="627" y="174"/>
                </a:cubicBezTo>
                <a:lnTo>
                  <a:pt x="650" y="197"/>
                </a:lnTo>
                <a:lnTo>
                  <a:pt x="654" y="190"/>
                </a:lnTo>
                <a:cubicBezTo>
                  <a:pt x="670" y="159"/>
                  <a:pt x="691" y="111"/>
                  <a:pt x="706" y="65"/>
                </a:cubicBezTo>
                <a:lnTo>
                  <a:pt x="707" y="62"/>
                </a:lnTo>
                <a:lnTo>
                  <a:pt x="644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8"/>
          <p:cNvSpPr/>
          <p:nvPr/>
        </p:nvSpPr>
        <p:spPr>
          <a:xfrm>
            <a:off x="8751960" y="5425920"/>
            <a:ext cx="15120" cy="14760"/>
          </a:xfrm>
          <a:custGeom>
            <a:rect b="b" l="l" r="r" t="t"/>
            <a:pathLst>
              <a:path extrusionOk="0" h="41" w="42">
                <a:moveTo>
                  <a:pt x="20" y="7"/>
                </a:moveTo>
                <a:lnTo>
                  <a:pt x="32" y="5"/>
                </a:lnTo>
                <a:lnTo>
                  <a:pt x="23" y="15"/>
                </a:lnTo>
                <a:lnTo>
                  <a:pt x="20" y="7"/>
                </a:lnTo>
                <a:moveTo>
                  <a:pt x="31" y="19"/>
                </a:moveTo>
                <a:lnTo>
                  <a:pt x="41" y="9"/>
                </a:lnTo>
                <a:lnTo>
                  <a:pt x="40" y="6"/>
                </a:lnTo>
                <a:cubicBezTo>
                  <a:pt x="39" y="4"/>
                  <a:pt x="35" y="2"/>
                  <a:pt x="34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6"/>
                  <a:pt x="1" y="7"/>
                  <a:pt x="2" y="8"/>
                </a:cubicBezTo>
                <a:cubicBezTo>
                  <a:pt x="3" y="11"/>
                  <a:pt x="4" y="13"/>
                  <a:pt x="6" y="14"/>
                </a:cubicBezTo>
                <a:lnTo>
                  <a:pt x="8" y="13"/>
                </a:lnTo>
                <a:lnTo>
                  <a:pt x="7" y="11"/>
                </a:lnTo>
                <a:lnTo>
                  <a:pt x="15" y="8"/>
                </a:lnTo>
                <a:lnTo>
                  <a:pt x="21" y="18"/>
                </a:lnTo>
                <a:cubicBezTo>
                  <a:pt x="19" y="20"/>
                  <a:pt x="17" y="24"/>
                  <a:pt x="14" y="27"/>
                </a:cubicBezTo>
                <a:lnTo>
                  <a:pt x="12" y="24"/>
                </a:lnTo>
                <a:lnTo>
                  <a:pt x="11" y="26"/>
                </a:lnTo>
                <a:cubicBezTo>
                  <a:pt x="12" y="28"/>
                  <a:pt x="13" y="31"/>
                  <a:pt x="14" y="33"/>
                </a:cubicBezTo>
                <a:cubicBezTo>
                  <a:pt x="15" y="36"/>
                  <a:pt x="17" y="38"/>
                  <a:pt x="18" y="40"/>
                </a:cubicBezTo>
                <a:lnTo>
                  <a:pt x="20" y="39"/>
                </a:lnTo>
                <a:lnTo>
                  <a:pt x="19" y="37"/>
                </a:lnTo>
                <a:cubicBezTo>
                  <a:pt x="21" y="33"/>
                  <a:pt x="26" y="26"/>
                  <a:pt x="31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8"/>
          <p:cNvSpPr/>
          <p:nvPr/>
        </p:nvSpPr>
        <p:spPr>
          <a:xfrm>
            <a:off x="8762760" y="5439600"/>
            <a:ext cx="17280" cy="18360"/>
          </a:xfrm>
          <a:custGeom>
            <a:rect b="b" l="l" r="r" t="t"/>
            <a:pathLst>
              <a:path extrusionOk="0" h="51" w="48">
                <a:moveTo>
                  <a:pt x="46" y="33"/>
                </a:moveTo>
                <a:lnTo>
                  <a:pt x="47" y="32"/>
                </a:lnTo>
                <a:cubicBezTo>
                  <a:pt x="46" y="30"/>
                  <a:pt x="45" y="28"/>
                  <a:pt x="44" y="27"/>
                </a:cubicBezTo>
                <a:cubicBezTo>
                  <a:pt x="43" y="25"/>
                  <a:pt x="42" y="24"/>
                  <a:pt x="41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3" y="39"/>
                  <a:pt x="23" y="39"/>
                </a:cubicBezTo>
                <a:cubicBezTo>
                  <a:pt x="26" y="31"/>
                  <a:pt x="30" y="20"/>
                  <a:pt x="33" y="11"/>
                </a:cubicBezTo>
                <a:cubicBezTo>
                  <a:pt x="32" y="9"/>
                  <a:pt x="31" y="8"/>
                  <a:pt x="30" y="6"/>
                </a:cubicBezTo>
                <a:cubicBezTo>
                  <a:pt x="29" y="5"/>
                  <a:pt x="28" y="4"/>
                  <a:pt x="26" y="0"/>
                </a:cubicBezTo>
                <a:lnTo>
                  <a:pt x="25" y="4"/>
                </a:lnTo>
                <a:lnTo>
                  <a:pt x="26" y="6"/>
                </a:lnTo>
                <a:cubicBezTo>
                  <a:pt x="24" y="8"/>
                  <a:pt x="22" y="9"/>
                  <a:pt x="19" y="12"/>
                </a:cubicBezTo>
                <a:lnTo>
                  <a:pt x="12" y="18"/>
                </a:lnTo>
                <a:cubicBezTo>
                  <a:pt x="9" y="20"/>
                  <a:pt x="7" y="21"/>
                  <a:pt x="4" y="24"/>
                </a:cubicBezTo>
                <a:lnTo>
                  <a:pt x="1" y="21"/>
                </a:lnTo>
                <a:lnTo>
                  <a:pt x="0" y="23"/>
                </a:lnTo>
                <a:cubicBezTo>
                  <a:pt x="1" y="24"/>
                  <a:pt x="2" y="26"/>
                  <a:pt x="3" y="27"/>
                </a:cubicBezTo>
                <a:cubicBezTo>
                  <a:pt x="4" y="28"/>
                  <a:pt x="6" y="31"/>
                  <a:pt x="7" y="32"/>
                </a:cubicBezTo>
                <a:lnTo>
                  <a:pt x="9" y="31"/>
                </a:lnTo>
                <a:lnTo>
                  <a:pt x="8" y="28"/>
                </a:lnTo>
                <a:cubicBezTo>
                  <a:pt x="12" y="24"/>
                  <a:pt x="19" y="19"/>
                  <a:pt x="23" y="15"/>
                </a:cubicBezTo>
                <a:cubicBezTo>
                  <a:pt x="20" y="24"/>
                  <a:pt x="18" y="33"/>
                  <a:pt x="13" y="44"/>
                </a:cubicBezTo>
                <a:cubicBezTo>
                  <a:pt x="14" y="44"/>
                  <a:pt x="15" y="45"/>
                  <a:pt x="15" y="46"/>
                </a:cubicBezTo>
                <a:cubicBezTo>
                  <a:pt x="17" y="47"/>
                  <a:pt x="18" y="49"/>
                  <a:pt x="18" y="50"/>
                </a:cubicBezTo>
                <a:cubicBezTo>
                  <a:pt x="20" y="47"/>
                  <a:pt x="23" y="45"/>
                  <a:pt x="28" y="41"/>
                </a:cubicBezTo>
                <a:lnTo>
                  <a:pt x="35" y="37"/>
                </a:lnTo>
                <a:cubicBezTo>
                  <a:pt x="39" y="34"/>
                  <a:pt x="42" y="32"/>
                  <a:pt x="44" y="31"/>
                </a:cubicBezTo>
                <a:lnTo>
                  <a:pt x="46" y="3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8"/>
          <p:cNvSpPr/>
          <p:nvPr/>
        </p:nvSpPr>
        <p:spPr>
          <a:xfrm>
            <a:off x="8777160" y="5457960"/>
            <a:ext cx="15480" cy="15840"/>
          </a:xfrm>
          <a:custGeom>
            <a:rect b="b" l="l" r="r" t="t"/>
            <a:pathLst>
              <a:path extrusionOk="0" h="44" w="43">
                <a:moveTo>
                  <a:pt x="8" y="7"/>
                </a:moveTo>
                <a:cubicBezTo>
                  <a:pt x="0" y="17"/>
                  <a:pt x="1" y="28"/>
                  <a:pt x="6" y="35"/>
                </a:cubicBezTo>
                <a:cubicBezTo>
                  <a:pt x="11" y="39"/>
                  <a:pt x="15" y="42"/>
                  <a:pt x="23" y="43"/>
                </a:cubicBezTo>
                <a:lnTo>
                  <a:pt x="23" y="38"/>
                </a:lnTo>
                <a:cubicBezTo>
                  <a:pt x="19" y="38"/>
                  <a:pt x="16" y="36"/>
                  <a:pt x="13" y="34"/>
                </a:cubicBezTo>
                <a:cubicBezTo>
                  <a:pt x="10" y="29"/>
                  <a:pt x="9" y="21"/>
                  <a:pt x="14" y="15"/>
                </a:cubicBezTo>
                <a:cubicBezTo>
                  <a:pt x="21" y="7"/>
                  <a:pt x="26" y="10"/>
                  <a:pt x="30" y="16"/>
                </a:cubicBezTo>
                <a:cubicBezTo>
                  <a:pt x="32" y="17"/>
                  <a:pt x="33" y="21"/>
                  <a:pt x="34" y="23"/>
                </a:cubicBezTo>
                <a:lnTo>
                  <a:pt x="32" y="25"/>
                </a:lnTo>
                <a:lnTo>
                  <a:pt x="33" y="28"/>
                </a:lnTo>
                <a:cubicBezTo>
                  <a:pt x="35" y="25"/>
                  <a:pt x="39" y="24"/>
                  <a:pt x="42" y="23"/>
                </a:cubicBezTo>
                <a:cubicBezTo>
                  <a:pt x="39" y="19"/>
                  <a:pt x="36" y="16"/>
                  <a:pt x="34" y="12"/>
                </a:cubicBezTo>
                <a:cubicBezTo>
                  <a:pt x="26" y="2"/>
                  <a:pt x="15" y="0"/>
                  <a:pt x="8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8"/>
          <p:cNvSpPr/>
          <p:nvPr/>
        </p:nvSpPr>
        <p:spPr>
          <a:xfrm>
            <a:off x="8790840" y="5472720"/>
            <a:ext cx="16200" cy="17280"/>
          </a:xfrm>
          <a:custGeom>
            <a:rect b="b" l="l" r="r" t="t"/>
            <a:pathLst>
              <a:path extrusionOk="0" h="48" w="45">
                <a:moveTo>
                  <a:pt x="29" y="31"/>
                </a:moveTo>
                <a:cubicBezTo>
                  <a:pt x="24" y="37"/>
                  <a:pt x="18" y="38"/>
                  <a:pt x="13" y="35"/>
                </a:cubicBezTo>
                <a:cubicBezTo>
                  <a:pt x="8" y="30"/>
                  <a:pt x="8" y="23"/>
                  <a:pt x="14" y="17"/>
                </a:cubicBezTo>
                <a:cubicBezTo>
                  <a:pt x="18" y="10"/>
                  <a:pt x="24" y="9"/>
                  <a:pt x="29" y="12"/>
                </a:cubicBezTo>
                <a:cubicBezTo>
                  <a:pt x="34" y="18"/>
                  <a:pt x="34" y="25"/>
                  <a:pt x="29" y="31"/>
                </a:cubicBezTo>
                <a:moveTo>
                  <a:pt x="32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9"/>
                  <a:pt x="1" y="30"/>
                  <a:pt x="11" y="38"/>
                </a:cubicBezTo>
                <a:cubicBezTo>
                  <a:pt x="19" y="47"/>
                  <a:pt x="29" y="44"/>
                  <a:pt x="36" y="37"/>
                </a:cubicBezTo>
                <a:cubicBezTo>
                  <a:pt x="44" y="28"/>
                  <a:pt x="43" y="18"/>
                  <a:pt x="3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8"/>
          <p:cNvSpPr/>
          <p:nvPr/>
        </p:nvSpPr>
        <p:spPr>
          <a:xfrm>
            <a:off x="8807040" y="5485320"/>
            <a:ext cx="15840" cy="18720"/>
          </a:xfrm>
          <a:custGeom>
            <a:rect b="b" l="l" r="r" t="t"/>
            <a:pathLst>
              <a:path extrusionOk="0" h="52" w="44">
                <a:moveTo>
                  <a:pt x="33" y="20"/>
                </a:moveTo>
                <a:cubicBezTo>
                  <a:pt x="31" y="24"/>
                  <a:pt x="26" y="24"/>
                  <a:pt x="22" y="21"/>
                </a:cubicBezTo>
                <a:cubicBezTo>
                  <a:pt x="22" y="20"/>
                  <a:pt x="21" y="20"/>
                  <a:pt x="20" y="19"/>
                </a:cubicBezTo>
                <a:lnTo>
                  <a:pt x="22" y="17"/>
                </a:lnTo>
                <a:cubicBezTo>
                  <a:pt x="23" y="14"/>
                  <a:pt x="24" y="12"/>
                  <a:pt x="25" y="11"/>
                </a:cubicBezTo>
                <a:cubicBezTo>
                  <a:pt x="26" y="11"/>
                  <a:pt x="28" y="12"/>
                  <a:pt x="31" y="13"/>
                </a:cubicBezTo>
                <a:cubicBezTo>
                  <a:pt x="34" y="15"/>
                  <a:pt x="34" y="18"/>
                  <a:pt x="33" y="20"/>
                </a:cubicBezTo>
                <a:moveTo>
                  <a:pt x="35" y="11"/>
                </a:moveTo>
                <a:cubicBezTo>
                  <a:pt x="33" y="9"/>
                  <a:pt x="31" y="8"/>
                  <a:pt x="30" y="7"/>
                </a:cubicBezTo>
                <a:cubicBezTo>
                  <a:pt x="26" y="6"/>
                  <a:pt x="24" y="5"/>
                  <a:pt x="22" y="4"/>
                </a:cubicBezTo>
                <a:cubicBezTo>
                  <a:pt x="21" y="2"/>
                  <a:pt x="19" y="1"/>
                  <a:pt x="18" y="0"/>
                </a:cubicBezTo>
                <a:lnTo>
                  <a:pt x="17" y="2"/>
                </a:lnTo>
                <a:lnTo>
                  <a:pt x="19" y="4"/>
                </a:lnTo>
                <a:cubicBezTo>
                  <a:pt x="18" y="7"/>
                  <a:pt x="15" y="9"/>
                  <a:pt x="14" y="12"/>
                </a:cubicBezTo>
                <a:lnTo>
                  <a:pt x="9" y="21"/>
                </a:lnTo>
                <a:cubicBezTo>
                  <a:pt x="8" y="24"/>
                  <a:pt x="6" y="27"/>
                  <a:pt x="4" y="30"/>
                </a:cubicBezTo>
                <a:lnTo>
                  <a:pt x="1" y="27"/>
                </a:lnTo>
                <a:lnTo>
                  <a:pt x="0" y="30"/>
                </a:lnTo>
                <a:cubicBezTo>
                  <a:pt x="2" y="31"/>
                  <a:pt x="4" y="32"/>
                  <a:pt x="7" y="34"/>
                </a:cubicBezTo>
                <a:cubicBezTo>
                  <a:pt x="9" y="36"/>
                  <a:pt x="11" y="37"/>
                  <a:pt x="13" y="39"/>
                </a:cubicBezTo>
                <a:lnTo>
                  <a:pt x="14" y="37"/>
                </a:lnTo>
                <a:lnTo>
                  <a:pt x="12" y="34"/>
                </a:lnTo>
                <a:cubicBezTo>
                  <a:pt x="13" y="32"/>
                  <a:pt x="14" y="28"/>
                  <a:pt x="17" y="26"/>
                </a:cubicBezTo>
                <a:lnTo>
                  <a:pt x="18" y="24"/>
                </a:lnTo>
                <a:lnTo>
                  <a:pt x="20" y="25"/>
                </a:lnTo>
                <a:cubicBezTo>
                  <a:pt x="21" y="30"/>
                  <a:pt x="21" y="39"/>
                  <a:pt x="22" y="45"/>
                </a:cubicBezTo>
                <a:cubicBezTo>
                  <a:pt x="24" y="46"/>
                  <a:pt x="28" y="50"/>
                  <a:pt x="31" y="51"/>
                </a:cubicBezTo>
                <a:lnTo>
                  <a:pt x="32" y="50"/>
                </a:lnTo>
                <a:lnTo>
                  <a:pt x="32" y="49"/>
                </a:lnTo>
                <a:cubicBezTo>
                  <a:pt x="31" y="44"/>
                  <a:pt x="30" y="32"/>
                  <a:pt x="28" y="28"/>
                </a:cubicBezTo>
                <a:cubicBezTo>
                  <a:pt x="33" y="31"/>
                  <a:pt x="39" y="30"/>
                  <a:pt x="41" y="25"/>
                </a:cubicBezTo>
                <a:cubicBezTo>
                  <a:pt x="43" y="21"/>
                  <a:pt x="43" y="17"/>
                  <a:pt x="35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8"/>
          <p:cNvSpPr/>
          <p:nvPr/>
        </p:nvSpPr>
        <p:spPr>
          <a:xfrm>
            <a:off x="8824320" y="5497920"/>
            <a:ext cx="13320" cy="15840"/>
          </a:xfrm>
          <a:custGeom>
            <a:rect b="b" l="l" r="r" t="t"/>
            <a:pathLst>
              <a:path extrusionOk="0" h="44" w="37">
                <a:moveTo>
                  <a:pt x="26" y="18"/>
                </a:moveTo>
                <a:lnTo>
                  <a:pt x="20" y="14"/>
                </a:lnTo>
                <a:lnTo>
                  <a:pt x="29" y="5"/>
                </a:lnTo>
                <a:lnTo>
                  <a:pt x="26" y="18"/>
                </a:lnTo>
                <a:moveTo>
                  <a:pt x="36" y="4"/>
                </a:moveTo>
                <a:lnTo>
                  <a:pt x="34" y="1"/>
                </a:lnTo>
                <a:cubicBezTo>
                  <a:pt x="32" y="0"/>
                  <a:pt x="29" y="0"/>
                  <a:pt x="26" y="0"/>
                </a:cubicBezTo>
                <a:cubicBezTo>
                  <a:pt x="20" y="7"/>
                  <a:pt x="10" y="19"/>
                  <a:pt x="3" y="23"/>
                </a:cubicBezTo>
                <a:lnTo>
                  <a:pt x="1" y="23"/>
                </a:lnTo>
                <a:lnTo>
                  <a:pt x="0" y="25"/>
                </a:lnTo>
                <a:cubicBezTo>
                  <a:pt x="1" y="25"/>
                  <a:pt x="3" y="26"/>
                  <a:pt x="4" y="27"/>
                </a:cubicBezTo>
                <a:cubicBezTo>
                  <a:pt x="7" y="27"/>
                  <a:pt x="10" y="28"/>
                  <a:pt x="12" y="30"/>
                </a:cubicBezTo>
                <a:lnTo>
                  <a:pt x="12" y="27"/>
                </a:lnTo>
                <a:lnTo>
                  <a:pt x="10" y="26"/>
                </a:lnTo>
                <a:lnTo>
                  <a:pt x="17" y="18"/>
                </a:lnTo>
                <a:lnTo>
                  <a:pt x="26" y="23"/>
                </a:lnTo>
                <a:cubicBezTo>
                  <a:pt x="26" y="25"/>
                  <a:pt x="25" y="30"/>
                  <a:pt x="25" y="34"/>
                </a:cubicBezTo>
                <a:lnTo>
                  <a:pt x="22" y="33"/>
                </a:lnTo>
                <a:lnTo>
                  <a:pt x="21" y="36"/>
                </a:lnTo>
                <a:cubicBezTo>
                  <a:pt x="24" y="37"/>
                  <a:pt x="26" y="38"/>
                  <a:pt x="29" y="39"/>
                </a:cubicBezTo>
                <a:cubicBezTo>
                  <a:pt x="31" y="40"/>
                  <a:pt x="33" y="41"/>
                  <a:pt x="35" y="43"/>
                </a:cubicBezTo>
                <a:lnTo>
                  <a:pt x="36" y="40"/>
                </a:lnTo>
                <a:lnTo>
                  <a:pt x="34" y="38"/>
                </a:lnTo>
                <a:cubicBezTo>
                  <a:pt x="34" y="36"/>
                  <a:pt x="34" y="25"/>
                  <a:pt x="35" y="18"/>
                </a:cubicBezTo>
                <a:lnTo>
                  <a:pt x="36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8"/>
          <p:cNvSpPr/>
          <p:nvPr/>
        </p:nvSpPr>
        <p:spPr>
          <a:xfrm>
            <a:off x="8862120" y="5498280"/>
            <a:ext cx="10440" cy="14400"/>
          </a:xfrm>
          <a:custGeom>
            <a:rect b="b" l="l" r="r" t="t"/>
            <a:pathLst>
              <a:path extrusionOk="0" h="40" w="29">
                <a:moveTo>
                  <a:pt x="23" y="32"/>
                </a:moveTo>
                <a:cubicBezTo>
                  <a:pt x="22" y="28"/>
                  <a:pt x="21" y="26"/>
                  <a:pt x="19" y="23"/>
                </a:cubicBezTo>
                <a:lnTo>
                  <a:pt x="15" y="13"/>
                </a:lnTo>
                <a:cubicBezTo>
                  <a:pt x="14" y="8"/>
                  <a:pt x="13" y="6"/>
                  <a:pt x="12" y="4"/>
                </a:cubicBezTo>
                <a:lnTo>
                  <a:pt x="14" y="1"/>
                </a:lnTo>
                <a:lnTo>
                  <a:pt x="14" y="0"/>
                </a:lnTo>
                <a:cubicBezTo>
                  <a:pt x="11" y="0"/>
                  <a:pt x="9" y="1"/>
                  <a:pt x="7" y="2"/>
                </a:cubicBezTo>
                <a:cubicBezTo>
                  <a:pt x="4" y="4"/>
                  <a:pt x="2" y="5"/>
                  <a:pt x="0" y="6"/>
                </a:cubicBezTo>
                <a:lnTo>
                  <a:pt x="0" y="8"/>
                </a:lnTo>
                <a:lnTo>
                  <a:pt x="3" y="7"/>
                </a:lnTo>
                <a:cubicBezTo>
                  <a:pt x="4" y="9"/>
                  <a:pt x="7" y="13"/>
                  <a:pt x="8" y="18"/>
                </a:cubicBezTo>
                <a:lnTo>
                  <a:pt x="11" y="26"/>
                </a:lnTo>
                <a:cubicBezTo>
                  <a:pt x="13" y="30"/>
                  <a:pt x="14" y="33"/>
                  <a:pt x="14" y="36"/>
                </a:cubicBezTo>
                <a:lnTo>
                  <a:pt x="12" y="38"/>
                </a:lnTo>
                <a:lnTo>
                  <a:pt x="13" y="39"/>
                </a:lnTo>
                <a:cubicBezTo>
                  <a:pt x="15" y="38"/>
                  <a:pt x="18" y="37"/>
                  <a:pt x="20" y="36"/>
                </a:cubicBezTo>
                <a:cubicBezTo>
                  <a:pt x="22" y="34"/>
                  <a:pt x="24" y="34"/>
                  <a:pt x="28" y="33"/>
                </a:cubicBezTo>
                <a:lnTo>
                  <a:pt x="25" y="31"/>
                </a:lnTo>
                <a:lnTo>
                  <a:pt x="23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8"/>
          <p:cNvSpPr/>
          <p:nvPr/>
        </p:nvSpPr>
        <p:spPr>
          <a:xfrm>
            <a:off x="8874360" y="5486040"/>
            <a:ext cx="19800" cy="20160"/>
          </a:xfrm>
          <a:custGeom>
            <a:rect b="b" l="l" r="r" t="t"/>
            <a:pathLst>
              <a:path extrusionOk="0" h="56" w="55">
                <a:moveTo>
                  <a:pt x="50" y="30"/>
                </a:moveTo>
                <a:cubicBezTo>
                  <a:pt x="49" y="26"/>
                  <a:pt x="46" y="24"/>
                  <a:pt x="45" y="21"/>
                </a:cubicBezTo>
                <a:lnTo>
                  <a:pt x="41" y="12"/>
                </a:lnTo>
                <a:cubicBezTo>
                  <a:pt x="39" y="8"/>
                  <a:pt x="37" y="6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5" y="0"/>
                  <a:pt x="32" y="2"/>
                  <a:pt x="30" y="4"/>
                </a:cubicBezTo>
                <a:cubicBezTo>
                  <a:pt x="29" y="5"/>
                  <a:pt x="26" y="6"/>
                  <a:pt x="24" y="7"/>
                </a:cubicBezTo>
                <a:cubicBezTo>
                  <a:pt x="25" y="12"/>
                  <a:pt x="29" y="30"/>
                  <a:pt x="30" y="33"/>
                </a:cubicBezTo>
                <a:cubicBezTo>
                  <a:pt x="26" y="30"/>
                  <a:pt x="14" y="19"/>
                  <a:pt x="11" y="15"/>
                </a:cubicBezTo>
                <a:cubicBezTo>
                  <a:pt x="9" y="17"/>
                  <a:pt x="7" y="18"/>
                  <a:pt x="6" y="20"/>
                </a:cubicBezTo>
                <a:cubicBezTo>
                  <a:pt x="3" y="21"/>
                  <a:pt x="1" y="21"/>
                  <a:pt x="0" y="24"/>
                </a:cubicBezTo>
                <a:lnTo>
                  <a:pt x="0" y="25"/>
                </a:lnTo>
                <a:lnTo>
                  <a:pt x="3" y="24"/>
                </a:lnTo>
                <a:lnTo>
                  <a:pt x="6" y="28"/>
                </a:lnTo>
                <a:cubicBezTo>
                  <a:pt x="8" y="32"/>
                  <a:pt x="15" y="46"/>
                  <a:pt x="17" y="50"/>
                </a:cubicBezTo>
                <a:lnTo>
                  <a:pt x="14" y="52"/>
                </a:lnTo>
                <a:lnTo>
                  <a:pt x="15" y="55"/>
                </a:lnTo>
                <a:cubicBezTo>
                  <a:pt x="18" y="55"/>
                  <a:pt x="19" y="52"/>
                  <a:pt x="20" y="51"/>
                </a:cubicBezTo>
                <a:cubicBezTo>
                  <a:pt x="22" y="50"/>
                  <a:pt x="23" y="49"/>
                  <a:pt x="25" y="47"/>
                </a:cubicBezTo>
                <a:lnTo>
                  <a:pt x="24" y="46"/>
                </a:lnTo>
                <a:lnTo>
                  <a:pt x="22" y="46"/>
                </a:lnTo>
                <a:cubicBezTo>
                  <a:pt x="20" y="44"/>
                  <a:pt x="19" y="41"/>
                  <a:pt x="17" y="39"/>
                </a:cubicBezTo>
                <a:lnTo>
                  <a:pt x="13" y="33"/>
                </a:lnTo>
                <a:cubicBezTo>
                  <a:pt x="11" y="30"/>
                  <a:pt x="10" y="26"/>
                  <a:pt x="9" y="25"/>
                </a:cubicBezTo>
                <a:cubicBezTo>
                  <a:pt x="21" y="36"/>
                  <a:pt x="28" y="41"/>
                  <a:pt x="31" y="44"/>
                </a:cubicBezTo>
                <a:lnTo>
                  <a:pt x="36" y="41"/>
                </a:lnTo>
                <a:lnTo>
                  <a:pt x="30" y="12"/>
                </a:lnTo>
                <a:cubicBezTo>
                  <a:pt x="30" y="13"/>
                  <a:pt x="32" y="15"/>
                  <a:pt x="35" y="20"/>
                </a:cubicBezTo>
                <a:lnTo>
                  <a:pt x="39" y="25"/>
                </a:lnTo>
                <a:cubicBezTo>
                  <a:pt x="40" y="28"/>
                  <a:pt x="42" y="31"/>
                  <a:pt x="43" y="33"/>
                </a:cubicBezTo>
                <a:lnTo>
                  <a:pt x="41" y="36"/>
                </a:lnTo>
                <a:lnTo>
                  <a:pt x="42" y="38"/>
                </a:lnTo>
                <a:cubicBezTo>
                  <a:pt x="43" y="37"/>
                  <a:pt x="45" y="34"/>
                  <a:pt x="47" y="33"/>
                </a:cubicBezTo>
                <a:cubicBezTo>
                  <a:pt x="50" y="32"/>
                  <a:pt x="53" y="31"/>
                  <a:pt x="54" y="30"/>
                </a:cubicBezTo>
                <a:lnTo>
                  <a:pt x="53" y="27"/>
                </a:lnTo>
                <a:lnTo>
                  <a:pt x="50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8"/>
          <p:cNvSpPr/>
          <p:nvPr/>
        </p:nvSpPr>
        <p:spPr>
          <a:xfrm>
            <a:off x="8892720" y="547488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3"/>
                  <a:pt x="26" y="31"/>
                  <a:pt x="24" y="28"/>
                </a:cubicBezTo>
                <a:lnTo>
                  <a:pt x="20" y="22"/>
                </a:lnTo>
                <a:cubicBezTo>
                  <a:pt x="17" y="20"/>
                  <a:pt x="14" y="16"/>
                  <a:pt x="13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20" y="8"/>
                  <a:pt x="23" y="8"/>
                  <a:pt x="25" y="12"/>
                </a:cubicBezTo>
                <a:cubicBezTo>
                  <a:pt x="28" y="14"/>
                  <a:pt x="28" y="18"/>
                  <a:pt x="24" y="20"/>
                </a:cubicBezTo>
                <a:cubicBezTo>
                  <a:pt x="24" y="21"/>
                  <a:pt x="23" y="21"/>
                  <a:pt x="23" y="22"/>
                </a:cubicBezTo>
                <a:lnTo>
                  <a:pt x="24" y="27"/>
                </a:lnTo>
                <a:cubicBezTo>
                  <a:pt x="25" y="26"/>
                  <a:pt x="28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5" y="6"/>
                  <a:pt x="13" y="7"/>
                  <a:pt x="11" y="9"/>
                </a:cubicBezTo>
                <a:cubicBezTo>
                  <a:pt x="9" y="10"/>
                  <a:pt x="8" y="13"/>
                  <a:pt x="6" y="14"/>
                </a:cubicBezTo>
                <a:cubicBezTo>
                  <a:pt x="4" y="15"/>
                  <a:pt x="2" y="16"/>
                  <a:pt x="0" y="19"/>
                </a:cubicBezTo>
                <a:lnTo>
                  <a:pt x="2" y="20"/>
                </a:lnTo>
                <a:lnTo>
                  <a:pt x="4" y="19"/>
                </a:lnTo>
                <a:cubicBezTo>
                  <a:pt x="7" y="21"/>
                  <a:pt x="8" y="24"/>
                  <a:pt x="11" y="26"/>
                </a:cubicBezTo>
                <a:lnTo>
                  <a:pt x="17" y="34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6" y="44"/>
                  <a:pt x="28" y="41"/>
                </a:cubicBezTo>
                <a:cubicBezTo>
                  <a:pt x="30" y="40"/>
                  <a:pt x="32" y="38"/>
                  <a:pt x="35" y="34"/>
                </a:cubicBezTo>
                <a:lnTo>
                  <a:pt x="34" y="33"/>
                </a:lnTo>
                <a:lnTo>
                  <a:pt x="3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8"/>
          <p:cNvSpPr/>
          <p:nvPr/>
        </p:nvSpPr>
        <p:spPr>
          <a:xfrm>
            <a:off x="8909280" y="5463360"/>
            <a:ext cx="15120" cy="16200"/>
          </a:xfrm>
          <a:custGeom>
            <a:rect b="b" l="l" r="r" t="t"/>
            <a:pathLst>
              <a:path extrusionOk="0" h="45" w="42">
                <a:moveTo>
                  <a:pt x="12" y="23"/>
                </a:moveTo>
                <a:lnTo>
                  <a:pt x="7" y="9"/>
                </a:lnTo>
                <a:lnTo>
                  <a:pt x="18" y="15"/>
                </a:lnTo>
                <a:lnTo>
                  <a:pt x="12" y="23"/>
                </a:lnTo>
                <a:moveTo>
                  <a:pt x="37" y="15"/>
                </a:moveTo>
                <a:cubicBezTo>
                  <a:pt x="34" y="14"/>
                  <a:pt x="26" y="11"/>
                  <a:pt x="20" y="7"/>
                </a:cubicBezTo>
                <a:lnTo>
                  <a:pt x="8" y="0"/>
                </a:lnTo>
                <a:lnTo>
                  <a:pt x="6" y="1"/>
                </a:lnTo>
                <a:cubicBezTo>
                  <a:pt x="4" y="5"/>
                  <a:pt x="2" y="7"/>
                  <a:pt x="0" y="9"/>
                </a:cubicBezTo>
                <a:cubicBezTo>
                  <a:pt x="6" y="19"/>
                  <a:pt x="12" y="33"/>
                  <a:pt x="14" y="40"/>
                </a:cubicBezTo>
                <a:lnTo>
                  <a:pt x="13" y="43"/>
                </a:lnTo>
                <a:lnTo>
                  <a:pt x="14" y="44"/>
                </a:lnTo>
                <a:cubicBezTo>
                  <a:pt x="15" y="43"/>
                  <a:pt x="17" y="40"/>
                  <a:pt x="19" y="40"/>
                </a:cubicBezTo>
                <a:cubicBezTo>
                  <a:pt x="20" y="38"/>
                  <a:pt x="21" y="37"/>
                  <a:pt x="23" y="36"/>
                </a:cubicBezTo>
                <a:lnTo>
                  <a:pt x="21" y="33"/>
                </a:lnTo>
                <a:lnTo>
                  <a:pt x="19" y="36"/>
                </a:lnTo>
                <a:lnTo>
                  <a:pt x="14" y="26"/>
                </a:lnTo>
                <a:lnTo>
                  <a:pt x="21" y="18"/>
                </a:lnTo>
                <a:cubicBezTo>
                  <a:pt x="24" y="19"/>
                  <a:pt x="28" y="21"/>
                  <a:pt x="31" y="23"/>
                </a:cubicBezTo>
                <a:lnTo>
                  <a:pt x="29" y="25"/>
                </a:lnTo>
                <a:lnTo>
                  <a:pt x="31" y="27"/>
                </a:lnTo>
                <a:cubicBezTo>
                  <a:pt x="32" y="25"/>
                  <a:pt x="34" y="23"/>
                  <a:pt x="35" y="20"/>
                </a:cubicBezTo>
                <a:cubicBezTo>
                  <a:pt x="37" y="19"/>
                  <a:pt x="39" y="17"/>
                  <a:pt x="41" y="15"/>
                </a:cubicBezTo>
                <a:lnTo>
                  <a:pt x="40" y="13"/>
                </a:lnTo>
                <a:lnTo>
                  <a:pt x="37" y="1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8"/>
          <p:cNvSpPr/>
          <p:nvPr/>
        </p:nvSpPr>
        <p:spPr>
          <a:xfrm>
            <a:off x="8919000" y="5445720"/>
            <a:ext cx="18000" cy="17280"/>
          </a:xfrm>
          <a:custGeom>
            <a:rect b="b" l="l" r="r" t="t"/>
            <a:pathLst>
              <a:path extrusionOk="0" h="48" w="50">
                <a:moveTo>
                  <a:pt x="21" y="21"/>
                </a:moveTo>
                <a:cubicBezTo>
                  <a:pt x="20" y="21"/>
                  <a:pt x="19" y="23"/>
                  <a:pt x="19" y="23"/>
                </a:cubicBezTo>
                <a:lnTo>
                  <a:pt x="17" y="21"/>
                </a:lnTo>
                <a:cubicBezTo>
                  <a:pt x="14" y="20"/>
                  <a:pt x="12" y="18"/>
                  <a:pt x="11" y="17"/>
                </a:cubicBezTo>
                <a:cubicBezTo>
                  <a:pt x="12" y="15"/>
                  <a:pt x="12" y="14"/>
                  <a:pt x="13" y="13"/>
                </a:cubicBezTo>
                <a:cubicBezTo>
                  <a:pt x="17" y="10"/>
                  <a:pt x="19" y="10"/>
                  <a:pt x="21" y="11"/>
                </a:cubicBezTo>
                <a:cubicBezTo>
                  <a:pt x="24" y="13"/>
                  <a:pt x="23" y="17"/>
                  <a:pt x="21" y="21"/>
                </a:cubicBezTo>
                <a:moveTo>
                  <a:pt x="46" y="14"/>
                </a:moveTo>
                <a:cubicBezTo>
                  <a:pt x="44" y="15"/>
                  <a:pt x="31" y="15"/>
                  <a:pt x="28" y="15"/>
                </a:cubicBezTo>
                <a:cubicBezTo>
                  <a:pt x="30" y="11"/>
                  <a:pt x="30" y="6"/>
                  <a:pt x="25" y="2"/>
                </a:cubicBezTo>
                <a:cubicBezTo>
                  <a:pt x="22" y="0"/>
                  <a:pt x="18" y="0"/>
                  <a:pt x="12" y="7"/>
                </a:cubicBezTo>
                <a:cubicBezTo>
                  <a:pt x="11" y="10"/>
                  <a:pt x="10" y="12"/>
                  <a:pt x="8" y="13"/>
                </a:cubicBezTo>
                <a:cubicBezTo>
                  <a:pt x="7" y="15"/>
                  <a:pt x="6" y="18"/>
                  <a:pt x="4" y="19"/>
                </a:cubicBezTo>
                <a:cubicBezTo>
                  <a:pt x="2" y="21"/>
                  <a:pt x="1" y="23"/>
                  <a:pt x="0" y="24"/>
                </a:cubicBezTo>
                <a:lnTo>
                  <a:pt x="2" y="26"/>
                </a:lnTo>
                <a:lnTo>
                  <a:pt x="4" y="24"/>
                </a:lnTo>
                <a:cubicBezTo>
                  <a:pt x="7" y="25"/>
                  <a:pt x="9" y="26"/>
                  <a:pt x="12" y="31"/>
                </a:cubicBezTo>
                <a:lnTo>
                  <a:pt x="19" y="37"/>
                </a:lnTo>
                <a:cubicBezTo>
                  <a:pt x="22" y="39"/>
                  <a:pt x="24" y="40"/>
                  <a:pt x="26" y="43"/>
                </a:cubicBezTo>
                <a:lnTo>
                  <a:pt x="24" y="45"/>
                </a:lnTo>
                <a:lnTo>
                  <a:pt x="26" y="47"/>
                </a:lnTo>
                <a:cubicBezTo>
                  <a:pt x="28" y="45"/>
                  <a:pt x="29" y="43"/>
                  <a:pt x="31" y="40"/>
                </a:cubicBezTo>
                <a:cubicBezTo>
                  <a:pt x="32" y="38"/>
                  <a:pt x="34" y="36"/>
                  <a:pt x="35" y="34"/>
                </a:cubicBezTo>
                <a:lnTo>
                  <a:pt x="34" y="32"/>
                </a:lnTo>
                <a:lnTo>
                  <a:pt x="32" y="34"/>
                </a:lnTo>
                <a:cubicBezTo>
                  <a:pt x="29" y="33"/>
                  <a:pt x="26" y="32"/>
                  <a:pt x="24" y="30"/>
                </a:cubicBezTo>
                <a:lnTo>
                  <a:pt x="22" y="26"/>
                </a:lnTo>
                <a:lnTo>
                  <a:pt x="23" y="24"/>
                </a:lnTo>
                <a:cubicBezTo>
                  <a:pt x="29" y="24"/>
                  <a:pt x="36" y="24"/>
                  <a:pt x="43" y="24"/>
                </a:cubicBezTo>
                <a:cubicBezTo>
                  <a:pt x="45" y="21"/>
                  <a:pt x="47" y="18"/>
                  <a:pt x="49" y="15"/>
                </a:cubicBezTo>
                <a:lnTo>
                  <a:pt x="47" y="14"/>
                </a:lnTo>
                <a:lnTo>
                  <a:pt x="4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8"/>
          <p:cNvSpPr/>
          <p:nvPr/>
        </p:nvSpPr>
        <p:spPr>
          <a:xfrm>
            <a:off x="8931600" y="5426280"/>
            <a:ext cx="16200" cy="18000"/>
          </a:xfrm>
          <a:custGeom>
            <a:rect b="b" l="l" r="r" t="t"/>
            <a:pathLst>
              <a:path extrusionOk="0" h="50" w="45">
                <a:moveTo>
                  <a:pt x="33" y="31"/>
                </a:moveTo>
                <a:cubicBezTo>
                  <a:pt x="29" y="35"/>
                  <a:pt x="23" y="37"/>
                  <a:pt x="17" y="33"/>
                </a:cubicBezTo>
                <a:cubicBezTo>
                  <a:pt x="11" y="28"/>
                  <a:pt x="7" y="22"/>
                  <a:pt x="11" y="17"/>
                </a:cubicBezTo>
                <a:cubicBezTo>
                  <a:pt x="14" y="11"/>
                  <a:pt x="21" y="11"/>
                  <a:pt x="27" y="14"/>
                </a:cubicBezTo>
                <a:cubicBezTo>
                  <a:pt x="33" y="18"/>
                  <a:pt x="36" y="25"/>
                  <a:pt x="33" y="31"/>
                </a:cubicBezTo>
                <a:moveTo>
                  <a:pt x="32" y="6"/>
                </a:moveTo>
                <a:cubicBezTo>
                  <a:pt x="22" y="0"/>
                  <a:pt x="13" y="3"/>
                  <a:pt x="7" y="14"/>
                </a:cubicBezTo>
                <a:cubicBezTo>
                  <a:pt x="0" y="25"/>
                  <a:pt x="3" y="35"/>
                  <a:pt x="12" y="43"/>
                </a:cubicBezTo>
                <a:cubicBezTo>
                  <a:pt x="22" y="49"/>
                  <a:pt x="30" y="45"/>
                  <a:pt x="36" y="33"/>
                </a:cubicBezTo>
                <a:cubicBezTo>
                  <a:pt x="44" y="21"/>
                  <a:pt x="39" y="11"/>
                  <a:pt x="32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8"/>
          <p:cNvSpPr/>
          <p:nvPr/>
        </p:nvSpPr>
        <p:spPr>
          <a:xfrm>
            <a:off x="8848080" y="5507280"/>
            <a:ext cx="5760" cy="6480"/>
          </a:xfrm>
          <a:custGeom>
            <a:rect b="b" l="l" r="r" t="t"/>
            <a:pathLst>
              <a:path extrusionOk="0" h="18" w="16">
                <a:moveTo>
                  <a:pt x="9" y="0"/>
                </a:moveTo>
                <a:cubicBezTo>
                  <a:pt x="3" y="0"/>
                  <a:pt x="0" y="4"/>
                  <a:pt x="0" y="8"/>
                </a:cubicBezTo>
                <a:cubicBezTo>
                  <a:pt x="0" y="13"/>
                  <a:pt x="3" y="17"/>
                  <a:pt x="9" y="17"/>
                </a:cubicBezTo>
                <a:cubicBezTo>
                  <a:pt x="12" y="17"/>
                  <a:pt x="15" y="13"/>
                  <a:pt x="15" y="8"/>
                </a:cubicBezTo>
                <a:cubicBezTo>
                  <a:pt x="15" y="4"/>
                  <a:pt x="12" y="0"/>
                  <a:pt x="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8"/>
          <p:cNvSpPr/>
          <p:nvPr/>
        </p:nvSpPr>
        <p:spPr>
          <a:xfrm>
            <a:off x="8751240" y="54122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8"/>
          <p:cNvSpPr/>
          <p:nvPr/>
        </p:nvSpPr>
        <p:spPr>
          <a:xfrm>
            <a:off x="8945280" y="5412240"/>
            <a:ext cx="6480" cy="6840"/>
          </a:xfrm>
          <a:custGeom>
            <a:rect b="b" l="l" r="r" t="t"/>
            <a:pathLst>
              <a:path extrusionOk="0" h="19" w="18">
                <a:moveTo>
                  <a:pt x="8" y="18"/>
                </a:moveTo>
                <a:cubicBezTo>
                  <a:pt x="13" y="18"/>
                  <a:pt x="17" y="14"/>
                  <a:pt x="17" y="9"/>
                </a:cubicBezTo>
                <a:cubicBezTo>
                  <a:pt x="17" y="4"/>
                  <a:pt x="13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8"/>
          <p:cNvSpPr/>
          <p:nvPr/>
        </p:nvSpPr>
        <p:spPr>
          <a:xfrm>
            <a:off x="8757360" y="5231520"/>
            <a:ext cx="187200" cy="257760"/>
          </a:xfrm>
          <a:custGeom>
            <a:rect b="b" l="l" r="r" t="t"/>
            <a:pathLst>
              <a:path extrusionOk="0" h="716" w="520">
                <a:moveTo>
                  <a:pt x="508" y="287"/>
                </a:moveTo>
                <a:cubicBezTo>
                  <a:pt x="508" y="332"/>
                  <a:pt x="502" y="378"/>
                  <a:pt x="489" y="423"/>
                </a:cubicBezTo>
                <a:lnTo>
                  <a:pt x="488" y="427"/>
                </a:lnTo>
                <a:cubicBezTo>
                  <a:pt x="488" y="427"/>
                  <a:pt x="488" y="429"/>
                  <a:pt x="487" y="430"/>
                </a:cubicBezTo>
                <a:cubicBezTo>
                  <a:pt x="461" y="405"/>
                  <a:pt x="267" y="216"/>
                  <a:pt x="260" y="209"/>
                </a:cubicBezTo>
                <a:cubicBezTo>
                  <a:pt x="259" y="210"/>
                  <a:pt x="258" y="210"/>
                  <a:pt x="257" y="212"/>
                </a:cubicBezTo>
                <a:cubicBezTo>
                  <a:pt x="256" y="212"/>
                  <a:pt x="256" y="213"/>
                  <a:pt x="255" y="215"/>
                </a:cubicBezTo>
                <a:cubicBezTo>
                  <a:pt x="224" y="243"/>
                  <a:pt x="75" y="389"/>
                  <a:pt x="31" y="430"/>
                </a:cubicBezTo>
                <a:cubicBezTo>
                  <a:pt x="31" y="429"/>
                  <a:pt x="30" y="427"/>
                  <a:pt x="30" y="427"/>
                </a:cubicBezTo>
                <a:lnTo>
                  <a:pt x="30" y="423"/>
                </a:lnTo>
                <a:cubicBezTo>
                  <a:pt x="17" y="378"/>
                  <a:pt x="11" y="333"/>
                  <a:pt x="11" y="287"/>
                </a:cubicBezTo>
                <a:cubicBezTo>
                  <a:pt x="11" y="287"/>
                  <a:pt x="11" y="23"/>
                  <a:pt x="11" y="12"/>
                </a:cubicBezTo>
                <a:cubicBezTo>
                  <a:pt x="31" y="12"/>
                  <a:pt x="487" y="12"/>
                  <a:pt x="508" y="12"/>
                </a:cubicBezTo>
                <a:cubicBezTo>
                  <a:pt x="508" y="33"/>
                  <a:pt x="508" y="287"/>
                  <a:pt x="508" y="287"/>
                </a:cubicBezTo>
                <a:moveTo>
                  <a:pt x="454" y="514"/>
                </a:moveTo>
                <a:lnTo>
                  <a:pt x="451" y="522"/>
                </a:lnTo>
                <a:cubicBezTo>
                  <a:pt x="407" y="607"/>
                  <a:pt x="338" y="671"/>
                  <a:pt x="260" y="702"/>
                </a:cubicBezTo>
                <a:cubicBezTo>
                  <a:pt x="181" y="671"/>
                  <a:pt x="112" y="607"/>
                  <a:pt x="67" y="522"/>
                </a:cubicBezTo>
                <a:lnTo>
                  <a:pt x="64" y="514"/>
                </a:lnTo>
                <a:lnTo>
                  <a:pt x="63" y="511"/>
                </a:lnTo>
                <a:cubicBezTo>
                  <a:pt x="62" y="510"/>
                  <a:pt x="62" y="509"/>
                  <a:pt x="62" y="509"/>
                </a:cubicBezTo>
                <a:lnTo>
                  <a:pt x="216" y="358"/>
                </a:lnTo>
                <a:cubicBezTo>
                  <a:pt x="243" y="334"/>
                  <a:pt x="260" y="316"/>
                  <a:pt x="260" y="316"/>
                </a:cubicBezTo>
                <a:lnTo>
                  <a:pt x="457" y="509"/>
                </a:lnTo>
                <a:cubicBezTo>
                  <a:pt x="457" y="509"/>
                  <a:pt x="456" y="510"/>
                  <a:pt x="456" y="511"/>
                </a:cubicBezTo>
                <a:lnTo>
                  <a:pt x="454" y="514"/>
                </a:lnTo>
                <a:moveTo>
                  <a:pt x="519" y="0"/>
                </a:moveTo>
                <a:lnTo>
                  <a:pt x="0" y="0"/>
                </a:lnTo>
                <a:lnTo>
                  <a:pt x="0" y="287"/>
                </a:lnTo>
                <a:cubicBezTo>
                  <a:pt x="0" y="334"/>
                  <a:pt x="7" y="381"/>
                  <a:pt x="19" y="427"/>
                </a:cubicBezTo>
                <a:lnTo>
                  <a:pt x="20" y="430"/>
                </a:lnTo>
                <a:lnTo>
                  <a:pt x="22" y="440"/>
                </a:lnTo>
                <a:lnTo>
                  <a:pt x="22" y="439"/>
                </a:lnTo>
                <a:cubicBezTo>
                  <a:pt x="31" y="466"/>
                  <a:pt x="41" y="492"/>
                  <a:pt x="53" y="516"/>
                </a:cubicBezTo>
                <a:lnTo>
                  <a:pt x="55" y="520"/>
                </a:lnTo>
                <a:lnTo>
                  <a:pt x="58" y="527"/>
                </a:lnTo>
                <a:cubicBezTo>
                  <a:pt x="105" y="615"/>
                  <a:pt x="175" y="682"/>
                  <a:pt x="258" y="715"/>
                </a:cubicBezTo>
                <a:lnTo>
                  <a:pt x="260" y="715"/>
                </a:lnTo>
                <a:lnTo>
                  <a:pt x="262" y="715"/>
                </a:lnTo>
                <a:cubicBezTo>
                  <a:pt x="344" y="682"/>
                  <a:pt x="414" y="615"/>
                  <a:pt x="461" y="527"/>
                </a:cubicBezTo>
                <a:lnTo>
                  <a:pt x="464" y="520"/>
                </a:lnTo>
                <a:lnTo>
                  <a:pt x="466" y="516"/>
                </a:lnTo>
                <a:cubicBezTo>
                  <a:pt x="478" y="492"/>
                  <a:pt x="488" y="466"/>
                  <a:pt x="496" y="439"/>
                </a:cubicBezTo>
                <a:lnTo>
                  <a:pt x="496" y="440"/>
                </a:lnTo>
                <a:lnTo>
                  <a:pt x="499" y="430"/>
                </a:lnTo>
                <a:lnTo>
                  <a:pt x="500" y="427"/>
                </a:lnTo>
                <a:cubicBezTo>
                  <a:pt x="513" y="381"/>
                  <a:pt x="519" y="334"/>
                  <a:pt x="519" y="287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8"/>
          <p:cNvSpPr/>
          <p:nvPr/>
        </p:nvSpPr>
        <p:spPr>
          <a:xfrm>
            <a:off x="8808480" y="5370480"/>
            <a:ext cx="79560" cy="102600"/>
          </a:xfrm>
          <a:custGeom>
            <a:rect b="b" l="l" r="r" t="t"/>
            <a:pathLst>
              <a:path extrusionOk="0" h="285" w="221">
                <a:moveTo>
                  <a:pt x="220" y="110"/>
                </a:moveTo>
                <a:lnTo>
                  <a:pt x="204" y="110"/>
                </a:lnTo>
                <a:lnTo>
                  <a:pt x="196" y="124"/>
                </a:lnTo>
                <a:lnTo>
                  <a:pt x="189" y="110"/>
                </a:lnTo>
                <a:lnTo>
                  <a:pt x="172" y="110"/>
                </a:lnTo>
                <a:lnTo>
                  <a:pt x="181" y="95"/>
                </a:lnTo>
                <a:lnTo>
                  <a:pt x="172" y="79"/>
                </a:lnTo>
                <a:lnTo>
                  <a:pt x="189" y="79"/>
                </a:lnTo>
                <a:lnTo>
                  <a:pt x="196" y="65"/>
                </a:lnTo>
                <a:lnTo>
                  <a:pt x="204" y="79"/>
                </a:lnTo>
                <a:lnTo>
                  <a:pt x="220" y="79"/>
                </a:lnTo>
                <a:lnTo>
                  <a:pt x="213" y="95"/>
                </a:lnTo>
                <a:lnTo>
                  <a:pt x="220" y="110"/>
                </a:lnTo>
                <a:moveTo>
                  <a:pt x="163" y="171"/>
                </a:moveTo>
                <a:lnTo>
                  <a:pt x="149" y="164"/>
                </a:lnTo>
                <a:lnTo>
                  <a:pt x="136" y="171"/>
                </a:lnTo>
                <a:lnTo>
                  <a:pt x="138" y="154"/>
                </a:lnTo>
                <a:lnTo>
                  <a:pt x="127" y="142"/>
                </a:lnTo>
                <a:lnTo>
                  <a:pt x="142" y="140"/>
                </a:lnTo>
                <a:lnTo>
                  <a:pt x="149" y="126"/>
                </a:lnTo>
                <a:lnTo>
                  <a:pt x="157" y="140"/>
                </a:lnTo>
                <a:lnTo>
                  <a:pt x="172" y="142"/>
                </a:lnTo>
                <a:lnTo>
                  <a:pt x="161" y="154"/>
                </a:lnTo>
                <a:lnTo>
                  <a:pt x="163" y="171"/>
                </a:lnTo>
                <a:moveTo>
                  <a:pt x="93" y="13"/>
                </a:moveTo>
                <a:lnTo>
                  <a:pt x="109" y="18"/>
                </a:lnTo>
                <a:lnTo>
                  <a:pt x="118" y="0"/>
                </a:lnTo>
                <a:lnTo>
                  <a:pt x="126" y="18"/>
                </a:lnTo>
                <a:lnTo>
                  <a:pt x="143" y="13"/>
                </a:lnTo>
                <a:lnTo>
                  <a:pt x="136" y="31"/>
                </a:lnTo>
                <a:lnTo>
                  <a:pt x="150" y="43"/>
                </a:lnTo>
                <a:lnTo>
                  <a:pt x="132" y="47"/>
                </a:lnTo>
                <a:lnTo>
                  <a:pt x="132" y="68"/>
                </a:lnTo>
                <a:lnTo>
                  <a:pt x="118" y="56"/>
                </a:lnTo>
                <a:lnTo>
                  <a:pt x="104" y="68"/>
                </a:lnTo>
                <a:lnTo>
                  <a:pt x="104" y="47"/>
                </a:lnTo>
                <a:lnTo>
                  <a:pt x="86" y="43"/>
                </a:lnTo>
                <a:lnTo>
                  <a:pt x="99" y="31"/>
                </a:lnTo>
                <a:lnTo>
                  <a:pt x="93" y="13"/>
                </a:lnTo>
                <a:moveTo>
                  <a:pt x="144" y="274"/>
                </a:moveTo>
                <a:lnTo>
                  <a:pt x="126" y="266"/>
                </a:lnTo>
                <a:lnTo>
                  <a:pt x="118" y="284"/>
                </a:lnTo>
                <a:lnTo>
                  <a:pt x="110" y="266"/>
                </a:lnTo>
                <a:lnTo>
                  <a:pt x="93" y="274"/>
                </a:lnTo>
                <a:lnTo>
                  <a:pt x="99" y="254"/>
                </a:lnTo>
                <a:lnTo>
                  <a:pt x="82" y="245"/>
                </a:lnTo>
                <a:lnTo>
                  <a:pt x="99" y="237"/>
                </a:lnTo>
                <a:lnTo>
                  <a:pt x="93" y="217"/>
                </a:lnTo>
                <a:lnTo>
                  <a:pt x="110" y="224"/>
                </a:lnTo>
                <a:lnTo>
                  <a:pt x="118" y="205"/>
                </a:lnTo>
                <a:lnTo>
                  <a:pt x="126" y="224"/>
                </a:lnTo>
                <a:lnTo>
                  <a:pt x="144" y="217"/>
                </a:lnTo>
                <a:lnTo>
                  <a:pt x="138" y="237"/>
                </a:lnTo>
                <a:lnTo>
                  <a:pt x="154" y="245"/>
                </a:lnTo>
                <a:lnTo>
                  <a:pt x="138" y="254"/>
                </a:lnTo>
                <a:lnTo>
                  <a:pt x="144" y="274"/>
                </a:lnTo>
                <a:moveTo>
                  <a:pt x="46" y="138"/>
                </a:moveTo>
                <a:lnTo>
                  <a:pt x="45" y="156"/>
                </a:lnTo>
                <a:lnTo>
                  <a:pt x="32" y="145"/>
                </a:lnTo>
                <a:lnTo>
                  <a:pt x="18" y="156"/>
                </a:lnTo>
                <a:lnTo>
                  <a:pt x="17" y="138"/>
                </a:lnTo>
                <a:lnTo>
                  <a:pt x="0" y="133"/>
                </a:lnTo>
                <a:lnTo>
                  <a:pt x="13" y="121"/>
                </a:lnTo>
                <a:lnTo>
                  <a:pt x="6" y="103"/>
                </a:lnTo>
                <a:lnTo>
                  <a:pt x="23" y="107"/>
                </a:lnTo>
                <a:lnTo>
                  <a:pt x="32" y="88"/>
                </a:lnTo>
                <a:lnTo>
                  <a:pt x="40" y="107"/>
                </a:lnTo>
                <a:lnTo>
                  <a:pt x="57" y="103"/>
                </a:lnTo>
                <a:lnTo>
                  <a:pt x="50" y="121"/>
                </a:lnTo>
                <a:lnTo>
                  <a:pt x="64" y="133"/>
                </a:lnTo>
                <a:lnTo>
                  <a:pt x="46" y="138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06" name="Google Shape;706;p38"/>
          <p:cNvSpPr/>
          <p:nvPr/>
        </p:nvSpPr>
        <p:spPr>
          <a:xfrm>
            <a:off x="8768880" y="5252400"/>
            <a:ext cx="68400" cy="57240"/>
          </a:xfrm>
          <a:custGeom>
            <a:rect b="b" l="l" r="r" t="t"/>
            <a:pathLst>
              <a:path extrusionOk="0" h="159" w="190">
                <a:moveTo>
                  <a:pt x="0" y="0"/>
                </a:moveTo>
                <a:lnTo>
                  <a:pt x="10" y="0"/>
                </a:lnTo>
                <a:lnTo>
                  <a:pt x="9" y="4"/>
                </a:lnTo>
                <a:lnTo>
                  <a:pt x="9" y="5"/>
                </a:lnTo>
                <a:lnTo>
                  <a:pt x="9" y="141"/>
                </a:lnTo>
                <a:cubicBezTo>
                  <a:pt x="22" y="141"/>
                  <a:pt x="84" y="141"/>
                  <a:pt x="87" y="141"/>
                </a:cubicBezTo>
                <a:cubicBezTo>
                  <a:pt x="88" y="143"/>
                  <a:pt x="90" y="143"/>
                  <a:pt x="94" y="143"/>
                </a:cubicBezTo>
                <a:cubicBezTo>
                  <a:pt x="98" y="143"/>
                  <a:pt x="99" y="143"/>
                  <a:pt x="101" y="141"/>
                </a:cubicBezTo>
                <a:cubicBezTo>
                  <a:pt x="105" y="141"/>
                  <a:pt x="173" y="141"/>
                  <a:pt x="179" y="141"/>
                </a:cubicBezTo>
                <a:lnTo>
                  <a:pt x="179" y="5"/>
                </a:lnTo>
                <a:lnTo>
                  <a:pt x="179" y="4"/>
                </a:lnTo>
                <a:lnTo>
                  <a:pt x="179" y="0"/>
                </a:lnTo>
                <a:lnTo>
                  <a:pt x="189" y="0"/>
                </a:lnTo>
                <a:lnTo>
                  <a:pt x="189" y="151"/>
                </a:lnTo>
                <a:cubicBezTo>
                  <a:pt x="189" y="151"/>
                  <a:pt x="108" y="151"/>
                  <a:pt x="105" y="151"/>
                </a:cubicBezTo>
                <a:cubicBezTo>
                  <a:pt x="104" y="155"/>
                  <a:pt x="99" y="158"/>
                  <a:pt x="94" y="158"/>
                </a:cubicBezTo>
                <a:cubicBezTo>
                  <a:pt x="88" y="158"/>
                  <a:pt x="85" y="155"/>
                  <a:pt x="84" y="151"/>
                </a:cubicBezTo>
                <a:cubicBezTo>
                  <a:pt x="80" y="151"/>
                  <a:pt x="0" y="151"/>
                  <a:pt x="0" y="151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8"/>
          <p:cNvSpPr/>
          <p:nvPr/>
        </p:nvSpPr>
        <p:spPr>
          <a:xfrm>
            <a:off x="877536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67" y="26"/>
                </a:moveTo>
                <a:cubicBezTo>
                  <a:pt x="64" y="25"/>
                  <a:pt x="61" y="24"/>
                  <a:pt x="55" y="24"/>
                </a:cubicBezTo>
                <a:cubicBezTo>
                  <a:pt x="49" y="24"/>
                  <a:pt x="40" y="26"/>
                  <a:pt x="32" y="30"/>
                </a:cubicBezTo>
                <a:cubicBezTo>
                  <a:pt x="24" y="31"/>
                  <a:pt x="15" y="33"/>
                  <a:pt x="8" y="34"/>
                </a:cubicBezTo>
                <a:lnTo>
                  <a:pt x="8" y="26"/>
                </a:lnTo>
                <a:cubicBezTo>
                  <a:pt x="14" y="26"/>
                  <a:pt x="23" y="24"/>
                  <a:pt x="30" y="21"/>
                </a:cubicBezTo>
                <a:cubicBezTo>
                  <a:pt x="39" y="20"/>
                  <a:pt x="47" y="17"/>
                  <a:pt x="56" y="18"/>
                </a:cubicBezTo>
                <a:cubicBezTo>
                  <a:pt x="60" y="18"/>
                  <a:pt x="64" y="18"/>
                  <a:pt x="67" y="20"/>
                </a:cubicBezTo>
                <a:lnTo>
                  <a:pt x="67" y="26"/>
                </a:lnTo>
                <a:moveTo>
                  <a:pt x="67" y="43"/>
                </a:moveTo>
                <a:cubicBezTo>
                  <a:pt x="64" y="42"/>
                  <a:pt x="61" y="40"/>
                  <a:pt x="55" y="40"/>
                </a:cubicBezTo>
                <a:cubicBezTo>
                  <a:pt x="49" y="40"/>
                  <a:pt x="40" y="43"/>
                  <a:pt x="32" y="44"/>
                </a:cubicBezTo>
                <a:cubicBezTo>
                  <a:pt x="24" y="46"/>
                  <a:pt x="15" y="49"/>
                  <a:pt x="8" y="49"/>
                </a:cubicBezTo>
                <a:lnTo>
                  <a:pt x="8" y="43"/>
                </a:lnTo>
                <a:cubicBezTo>
                  <a:pt x="14" y="43"/>
                  <a:pt x="23" y="40"/>
                  <a:pt x="30" y="38"/>
                </a:cubicBezTo>
                <a:cubicBezTo>
                  <a:pt x="39" y="36"/>
                  <a:pt x="47" y="33"/>
                  <a:pt x="56" y="34"/>
                </a:cubicBezTo>
                <a:cubicBezTo>
                  <a:pt x="60" y="34"/>
                  <a:pt x="64" y="34"/>
                  <a:pt x="67" y="36"/>
                </a:cubicBezTo>
                <a:lnTo>
                  <a:pt x="67" y="43"/>
                </a:lnTo>
                <a:moveTo>
                  <a:pt x="67" y="58"/>
                </a:moveTo>
                <a:cubicBezTo>
                  <a:pt x="64" y="57"/>
                  <a:pt x="61" y="56"/>
                  <a:pt x="55" y="56"/>
                </a:cubicBezTo>
                <a:cubicBezTo>
                  <a:pt x="49" y="55"/>
                  <a:pt x="40" y="57"/>
                  <a:pt x="32" y="59"/>
                </a:cubicBezTo>
                <a:cubicBezTo>
                  <a:pt x="24" y="62"/>
                  <a:pt x="15" y="64"/>
                  <a:pt x="8" y="64"/>
                </a:cubicBezTo>
                <a:lnTo>
                  <a:pt x="8" y="58"/>
                </a:lnTo>
                <a:cubicBezTo>
                  <a:pt x="14" y="57"/>
                  <a:pt x="23" y="56"/>
                  <a:pt x="30" y="53"/>
                </a:cubicBezTo>
                <a:cubicBezTo>
                  <a:pt x="39" y="51"/>
                  <a:pt x="47" y="49"/>
                  <a:pt x="56" y="49"/>
                </a:cubicBezTo>
                <a:cubicBezTo>
                  <a:pt x="60" y="50"/>
                  <a:pt x="64" y="50"/>
                  <a:pt x="67" y="51"/>
                </a:cubicBezTo>
                <a:lnTo>
                  <a:pt x="67" y="58"/>
                </a:lnTo>
                <a:moveTo>
                  <a:pt x="67" y="74"/>
                </a:moveTo>
                <a:cubicBezTo>
                  <a:pt x="64" y="71"/>
                  <a:pt x="61" y="71"/>
                  <a:pt x="55" y="71"/>
                </a:cubicBezTo>
                <a:cubicBezTo>
                  <a:pt x="49" y="70"/>
                  <a:pt x="40" y="72"/>
                  <a:pt x="32" y="75"/>
                </a:cubicBezTo>
                <a:cubicBezTo>
                  <a:pt x="24" y="77"/>
                  <a:pt x="15" y="79"/>
                  <a:pt x="8" y="79"/>
                </a:cubicBezTo>
                <a:lnTo>
                  <a:pt x="8" y="74"/>
                </a:lnTo>
                <a:cubicBezTo>
                  <a:pt x="14" y="72"/>
                  <a:pt x="23" y="71"/>
                  <a:pt x="30" y="69"/>
                </a:cubicBezTo>
                <a:cubicBezTo>
                  <a:pt x="39" y="66"/>
                  <a:pt x="47" y="64"/>
                  <a:pt x="56" y="64"/>
                </a:cubicBezTo>
                <a:cubicBezTo>
                  <a:pt x="60" y="64"/>
                  <a:pt x="64" y="65"/>
                  <a:pt x="67" y="66"/>
                </a:cubicBezTo>
                <a:lnTo>
                  <a:pt x="67" y="74"/>
                </a:lnTo>
                <a:moveTo>
                  <a:pt x="67" y="88"/>
                </a:moveTo>
                <a:cubicBezTo>
                  <a:pt x="64" y="87"/>
                  <a:pt x="61" y="85"/>
                  <a:pt x="55" y="85"/>
                </a:cubicBezTo>
                <a:cubicBezTo>
                  <a:pt x="49" y="85"/>
                  <a:pt x="40" y="88"/>
                  <a:pt x="32" y="90"/>
                </a:cubicBezTo>
                <a:cubicBezTo>
                  <a:pt x="24" y="93"/>
                  <a:pt x="15" y="94"/>
                  <a:pt x="8" y="95"/>
                </a:cubicBezTo>
                <a:lnTo>
                  <a:pt x="8" y="88"/>
                </a:lnTo>
                <a:cubicBezTo>
                  <a:pt x="14" y="88"/>
                  <a:pt x="23" y="85"/>
                  <a:pt x="30" y="84"/>
                </a:cubicBezTo>
                <a:cubicBezTo>
                  <a:pt x="39" y="82"/>
                  <a:pt x="47" y="79"/>
                  <a:pt x="55" y="79"/>
                </a:cubicBezTo>
                <a:cubicBezTo>
                  <a:pt x="60" y="79"/>
                  <a:pt x="64" y="81"/>
                  <a:pt x="67" y="82"/>
                </a:cubicBezTo>
                <a:lnTo>
                  <a:pt x="67" y="88"/>
                </a:lnTo>
                <a:moveTo>
                  <a:pt x="67" y="103"/>
                </a:moveTo>
                <a:cubicBezTo>
                  <a:pt x="64" y="102"/>
                  <a:pt x="61" y="101"/>
                  <a:pt x="55" y="101"/>
                </a:cubicBezTo>
                <a:cubicBezTo>
                  <a:pt x="49" y="101"/>
                  <a:pt x="40" y="103"/>
                  <a:pt x="32" y="106"/>
                </a:cubicBezTo>
                <a:cubicBezTo>
                  <a:pt x="24" y="108"/>
                  <a:pt x="15" y="109"/>
                  <a:pt x="8" y="110"/>
                </a:cubicBezTo>
                <a:lnTo>
                  <a:pt x="8" y="104"/>
                </a:lnTo>
                <a:cubicBezTo>
                  <a:pt x="14" y="103"/>
                  <a:pt x="23" y="101"/>
                  <a:pt x="30" y="100"/>
                </a:cubicBezTo>
                <a:cubicBezTo>
                  <a:pt x="39" y="96"/>
                  <a:pt x="47" y="95"/>
                  <a:pt x="56" y="95"/>
                </a:cubicBezTo>
                <a:cubicBezTo>
                  <a:pt x="60" y="95"/>
                  <a:pt x="64" y="96"/>
                  <a:pt x="67" y="96"/>
                </a:cubicBezTo>
                <a:lnTo>
                  <a:pt x="67" y="103"/>
                </a:lnTo>
                <a:moveTo>
                  <a:pt x="67" y="119"/>
                </a:moveTo>
                <a:cubicBezTo>
                  <a:pt x="64" y="117"/>
                  <a:pt x="61" y="116"/>
                  <a:pt x="55" y="116"/>
                </a:cubicBezTo>
                <a:cubicBezTo>
                  <a:pt x="49" y="116"/>
                  <a:pt x="40" y="119"/>
                  <a:pt x="32" y="121"/>
                </a:cubicBezTo>
                <a:cubicBezTo>
                  <a:pt x="24" y="122"/>
                  <a:pt x="15" y="125"/>
                  <a:pt x="8" y="125"/>
                </a:cubicBezTo>
                <a:lnTo>
                  <a:pt x="8" y="119"/>
                </a:lnTo>
                <a:cubicBezTo>
                  <a:pt x="14" y="119"/>
                  <a:pt x="23" y="116"/>
                  <a:pt x="30" y="115"/>
                </a:cubicBezTo>
                <a:cubicBezTo>
                  <a:pt x="39" y="111"/>
                  <a:pt x="47" y="109"/>
                  <a:pt x="56" y="110"/>
                </a:cubicBezTo>
                <a:cubicBezTo>
                  <a:pt x="60" y="110"/>
                  <a:pt x="64" y="110"/>
                  <a:pt x="67" y="111"/>
                </a:cubicBezTo>
                <a:lnTo>
                  <a:pt x="67" y="119"/>
                </a:lnTo>
                <a:moveTo>
                  <a:pt x="55" y="1"/>
                </a:moveTo>
                <a:cubicBezTo>
                  <a:pt x="49" y="0"/>
                  <a:pt x="40" y="4"/>
                  <a:pt x="32" y="5"/>
                </a:cubicBezTo>
                <a:cubicBezTo>
                  <a:pt x="21" y="8"/>
                  <a:pt x="11" y="11"/>
                  <a:pt x="0" y="10"/>
                </a:cubicBezTo>
                <a:cubicBezTo>
                  <a:pt x="0" y="11"/>
                  <a:pt x="0" y="12"/>
                  <a:pt x="0" y="12"/>
                </a:cubicBezTo>
                <a:cubicBezTo>
                  <a:pt x="0" y="32"/>
                  <a:pt x="0" y="138"/>
                  <a:pt x="0" y="142"/>
                </a:cubicBezTo>
                <a:cubicBezTo>
                  <a:pt x="10" y="143"/>
                  <a:pt x="20" y="141"/>
                  <a:pt x="30" y="138"/>
                </a:cubicBezTo>
                <a:cubicBezTo>
                  <a:pt x="39" y="135"/>
                  <a:pt x="47" y="133"/>
                  <a:pt x="56" y="133"/>
                </a:cubicBezTo>
                <a:cubicBezTo>
                  <a:pt x="63" y="134"/>
                  <a:pt x="69" y="135"/>
                  <a:pt x="74" y="139"/>
                </a:cubicBezTo>
                <a:lnTo>
                  <a:pt x="74" y="8"/>
                </a:lnTo>
                <a:cubicBezTo>
                  <a:pt x="71" y="5"/>
                  <a:pt x="65" y="1"/>
                  <a:pt x="5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8"/>
          <p:cNvSpPr/>
          <p:nvPr/>
        </p:nvSpPr>
        <p:spPr>
          <a:xfrm>
            <a:off x="8803800" y="5248080"/>
            <a:ext cx="27000" cy="51840"/>
          </a:xfrm>
          <a:custGeom>
            <a:rect b="b" l="l" r="r" t="t"/>
            <a:pathLst>
              <a:path extrusionOk="0" h="144" w="75">
                <a:moveTo>
                  <a:pt x="7" y="20"/>
                </a:moveTo>
                <a:cubicBezTo>
                  <a:pt x="10" y="18"/>
                  <a:pt x="13" y="18"/>
                  <a:pt x="19" y="18"/>
                </a:cubicBezTo>
                <a:cubicBezTo>
                  <a:pt x="28" y="17"/>
                  <a:pt x="36" y="20"/>
                  <a:pt x="44" y="21"/>
                </a:cubicBezTo>
                <a:cubicBezTo>
                  <a:pt x="52" y="24"/>
                  <a:pt x="58" y="26"/>
                  <a:pt x="66" y="26"/>
                </a:cubicBezTo>
                <a:lnTo>
                  <a:pt x="66" y="34"/>
                </a:lnTo>
                <a:cubicBezTo>
                  <a:pt x="58" y="33"/>
                  <a:pt x="51" y="31"/>
                  <a:pt x="43" y="30"/>
                </a:cubicBezTo>
                <a:cubicBezTo>
                  <a:pt x="35" y="26"/>
                  <a:pt x="26" y="24"/>
                  <a:pt x="20" y="24"/>
                </a:cubicBezTo>
                <a:cubicBezTo>
                  <a:pt x="13" y="24"/>
                  <a:pt x="10" y="25"/>
                  <a:pt x="7" y="26"/>
                </a:cubicBezTo>
                <a:lnTo>
                  <a:pt x="7" y="20"/>
                </a:lnTo>
                <a:moveTo>
                  <a:pt x="7" y="36"/>
                </a:moveTo>
                <a:cubicBezTo>
                  <a:pt x="10" y="34"/>
                  <a:pt x="13" y="34"/>
                  <a:pt x="20" y="34"/>
                </a:cubicBezTo>
                <a:cubicBezTo>
                  <a:pt x="28" y="33"/>
                  <a:pt x="36" y="36"/>
                  <a:pt x="44" y="38"/>
                </a:cubicBezTo>
                <a:cubicBezTo>
                  <a:pt x="52" y="40"/>
                  <a:pt x="58" y="43"/>
                  <a:pt x="66" y="43"/>
                </a:cubicBezTo>
                <a:lnTo>
                  <a:pt x="66" y="49"/>
                </a:lnTo>
                <a:cubicBezTo>
                  <a:pt x="58" y="49"/>
                  <a:pt x="51" y="46"/>
                  <a:pt x="43" y="44"/>
                </a:cubicBezTo>
                <a:cubicBezTo>
                  <a:pt x="35" y="43"/>
                  <a:pt x="26" y="40"/>
                  <a:pt x="20" y="40"/>
                </a:cubicBezTo>
                <a:cubicBezTo>
                  <a:pt x="13" y="40"/>
                  <a:pt x="10" y="42"/>
                  <a:pt x="7" y="43"/>
                </a:cubicBezTo>
                <a:lnTo>
                  <a:pt x="7" y="36"/>
                </a:lnTo>
                <a:moveTo>
                  <a:pt x="7" y="51"/>
                </a:moveTo>
                <a:cubicBezTo>
                  <a:pt x="10" y="50"/>
                  <a:pt x="13" y="50"/>
                  <a:pt x="19" y="49"/>
                </a:cubicBezTo>
                <a:cubicBezTo>
                  <a:pt x="28" y="49"/>
                  <a:pt x="36" y="51"/>
                  <a:pt x="44" y="53"/>
                </a:cubicBezTo>
                <a:cubicBezTo>
                  <a:pt x="52" y="56"/>
                  <a:pt x="58" y="57"/>
                  <a:pt x="66" y="58"/>
                </a:cubicBezTo>
                <a:lnTo>
                  <a:pt x="66" y="64"/>
                </a:lnTo>
                <a:cubicBezTo>
                  <a:pt x="58" y="64"/>
                  <a:pt x="51" y="62"/>
                  <a:pt x="43" y="59"/>
                </a:cubicBezTo>
                <a:cubicBezTo>
                  <a:pt x="35" y="57"/>
                  <a:pt x="26" y="55"/>
                  <a:pt x="20" y="56"/>
                </a:cubicBezTo>
                <a:cubicBezTo>
                  <a:pt x="13" y="56"/>
                  <a:pt x="10" y="57"/>
                  <a:pt x="7" y="58"/>
                </a:cubicBezTo>
                <a:lnTo>
                  <a:pt x="7" y="51"/>
                </a:lnTo>
                <a:moveTo>
                  <a:pt x="7" y="66"/>
                </a:moveTo>
                <a:cubicBezTo>
                  <a:pt x="10" y="65"/>
                  <a:pt x="13" y="64"/>
                  <a:pt x="19" y="64"/>
                </a:cubicBezTo>
                <a:cubicBezTo>
                  <a:pt x="28" y="64"/>
                  <a:pt x="36" y="66"/>
                  <a:pt x="44" y="69"/>
                </a:cubicBezTo>
                <a:cubicBezTo>
                  <a:pt x="52" y="71"/>
                  <a:pt x="58" y="72"/>
                  <a:pt x="66" y="74"/>
                </a:cubicBezTo>
                <a:lnTo>
                  <a:pt x="66" y="79"/>
                </a:lnTo>
                <a:cubicBezTo>
                  <a:pt x="58" y="79"/>
                  <a:pt x="51" y="77"/>
                  <a:pt x="43" y="75"/>
                </a:cubicBezTo>
                <a:cubicBezTo>
                  <a:pt x="35" y="72"/>
                  <a:pt x="26" y="70"/>
                  <a:pt x="20" y="71"/>
                </a:cubicBezTo>
                <a:cubicBezTo>
                  <a:pt x="13" y="71"/>
                  <a:pt x="10" y="71"/>
                  <a:pt x="7" y="74"/>
                </a:cubicBezTo>
                <a:lnTo>
                  <a:pt x="7" y="66"/>
                </a:lnTo>
                <a:moveTo>
                  <a:pt x="7" y="82"/>
                </a:moveTo>
                <a:cubicBezTo>
                  <a:pt x="10" y="81"/>
                  <a:pt x="13" y="79"/>
                  <a:pt x="20" y="79"/>
                </a:cubicBezTo>
                <a:cubicBezTo>
                  <a:pt x="28" y="79"/>
                  <a:pt x="36" y="82"/>
                  <a:pt x="44" y="84"/>
                </a:cubicBezTo>
                <a:cubicBezTo>
                  <a:pt x="52" y="85"/>
                  <a:pt x="58" y="88"/>
                  <a:pt x="66" y="88"/>
                </a:cubicBezTo>
                <a:lnTo>
                  <a:pt x="66" y="95"/>
                </a:lnTo>
                <a:cubicBezTo>
                  <a:pt x="58" y="94"/>
                  <a:pt x="51" y="93"/>
                  <a:pt x="43" y="90"/>
                </a:cubicBezTo>
                <a:cubicBezTo>
                  <a:pt x="35" y="88"/>
                  <a:pt x="26" y="85"/>
                  <a:pt x="20" y="85"/>
                </a:cubicBezTo>
                <a:cubicBezTo>
                  <a:pt x="13" y="85"/>
                  <a:pt x="10" y="87"/>
                  <a:pt x="7" y="88"/>
                </a:cubicBezTo>
                <a:lnTo>
                  <a:pt x="7" y="82"/>
                </a:lnTo>
                <a:moveTo>
                  <a:pt x="7" y="96"/>
                </a:moveTo>
                <a:cubicBezTo>
                  <a:pt x="10" y="96"/>
                  <a:pt x="13" y="95"/>
                  <a:pt x="20" y="95"/>
                </a:cubicBezTo>
                <a:cubicBezTo>
                  <a:pt x="28" y="95"/>
                  <a:pt x="36" y="96"/>
                  <a:pt x="44" y="100"/>
                </a:cubicBezTo>
                <a:cubicBezTo>
                  <a:pt x="52" y="101"/>
                  <a:pt x="58" y="103"/>
                  <a:pt x="66" y="104"/>
                </a:cubicBezTo>
                <a:lnTo>
                  <a:pt x="66" y="110"/>
                </a:lnTo>
                <a:cubicBezTo>
                  <a:pt x="58" y="109"/>
                  <a:pt x="51" y="108"/>
                  <a:pt x="43" y="106"/>
                </a:cubicBezTo>
                <a:cubicBezTo>
                  <a:pt x="35" y="103"/>
                  <a:pt x="26" y="101"/>
                  <a:pt x="20" y="101"/>
                </a:cubicBezTo>
                <a:cubicBezTo>
                  <a:pt x="13" y="101"/>
                  <a:pt x="10" y="102"/>
                  <a:pt x="7" y="103"/>
                </a:cubicBezTo>
                <a:lnTo>
                  <a:pt x="7" y="96"/>
                </a:lnTo>
                <a:moveTo>
                  <a:pt x="7" y="111"/>
                </a:moveTo>
                <a:cubicBezTo>
                  <a:pt x="10" y="110"/>
                  <a:pt x="13" y="110"/>
                  <a:pt x="20" y="110"/>
                </a:cubicBezTo>
                <a:cubicBezTo>
                  <a:pt x="28" y="109"/>
                  <a:pt x="36" y="111"/>
                  <a:pt x="44" y="115"/>
                </a:cubicBezTo>
                <a:cubicBezTo>
                  <a:pt x="52" y="116"/>
                  <a:pt x="58" y="119"/>
                  <a:pt x="66" y="119"/>
                </a:cubicBezTo>
                <a:lnTo>
                  <a:pt x="66" y="125"/>
                </a:lnTo>
                <a:cubicBezTo>
                  <a:pt x="58" y="125"/>
                  <a:pt x="51" y="122"/>
                  <a:pt x="43" y="121"/>
                </a:cubicBezTo>
                <a:cubicBezTo>
                  <a:pt x="35" y="119"/>
                  <a:pt x="26" y="116"/>
                  <a:pt x="20" y="116"/>
                </a:cubicBezTo>
                <a:cubicBezTo>
                  <a:pt x="13" y="116"/>
                  <a:pt x="10" y="117"/>
                  <a:pt x="7" y="119"/>
                </a:cubicBezTo>
                <a:lnTo>
                  <a:pt x="7" y="111"/>
                </a:lnTo>
                <a:moveTo>
                  <a:pt x="0" y="8"/>
                </a:moveTo>
                <a:lnTo>
                  <a:pt x="0" y="139"/>
                </a:lnTo>
                <a:cubicBezTo>
                  <a:pt x="4" y="135"/>
                  <a:pt x="11" y="134"/>
                  <a:pt x="20" y="133"/>
                </a:cubicBezTo>
                <a:cubicBezTo>
                  <a:pt x="28" y="133"/>
                  <a:pt x="36" y="135"/>
                  <a:pt x="45" y="138"/>
                </a:cubicBezTo>
                <a:cubicBezTo>
                  <a:pt x="54" y="141"/>
                  <a:pt x="64" y="143"/>
                  <a:pt x="74" y="142"/>
                </a:cubicBezTo>
                <a:cubicBezTo>
                  <a:pt x="74" y="138"/>
                  <a:pt x="74" y="32"/>
                  <a:pt x="74" y="12"/>
                </a:cubicBezTo>
                <a:cubicBezTo>
                  <a:pt x="74" y="12"/>
                  <a:pt x="74" y="11"/>
                  <a:pt x="74" y="10"/>
                </a:cubicBezTo>
                <a:cubicBezTo>
                  <a:pt x="63" y="11"/>
                  <a:pt x="53" y="8"/>
                  <a:pt x="43" y="5"/>
                </a:cubicBezTo>
                <a:cubicBezTo>
                  <a:pt x="35" y="4"/>
                  <a:pt x="26" y="0"/>
                  <a:pt x="20" y="1"/>
                </a:cubicBezTo>
                <a:cubicBezTo>
                  <a:pt x="9" y="1"/>
                  <a:pt x="3" y="5"/>
                  <a:pt x="0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8"/>
          <p:cNvSpPr/>
          <p:nvPr/>
        </p:nvSpPr>
        <p:spPr>
          <a:xfrm>
            <a:off x="8923680" y="527544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3" y="11"/>
                  <a:pt x="11" y="14"/>
                </a:cubicBezTo>
                <a:cubicBezTo>
                  <a:pt x="10" y="17"/>
                  <a:pt x="9" y="20"/>
                  <a:pt x="8" y="21"/>
                </a:cubicBezTo>
                <a:cubicBezTo>
                  <a:pt x="6" y="23"/>
                  <a:pt x="2" y="24"/>
                  <a:pt x="0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0" y="14"/>
                  <a:pt x="2" y="9"/>
                </a:cubicBezTo>
                <a:cubicBezTo>
                  <a:pt x="6" y="6"/>
                  <a:pt x="9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8"/>
          <p:cNvSpPr/>
          <p:nvPr/>
        </p:nvSpPr>
        <p:spPr>
          <a:xfrm>
            <a:off x="8908560" y="5303160"/>
            <a:ext cx="9720" cy="4680"/>
          </a:xfrm>
          <a:custGeom>
            <a:rect b="b" l="l" r="r" t="t"/>
            <a:pathLst>
              <a:path extrusionOk="0" h="13" w="27">
                <a:moveTo>
                  <a:pt x="13" y="1"/>
                </a:moveTo>
                <a:cubicBezTo>
                  <a:pt x="18" y="0"/>
                  <a:pt x="22" y="1"/>
                  <a:pt x="26" y="4"/>
                </a:cubicBezTo>
                <a:cubicBezTo>
                  <a:pt x="23" y="7"/>
                  <a:pt x="19" y="11"/>
                  <a:pt x="14" y="11"/>
                </a:cubicBezTo>
                <a:cubicBezTo>
                  <a:pt x="9" y="12"/>
                  <a:pt x="4" y="11"/>
                  <a:pt x="0" y="7"/>
                </a:cubicBezTo>
                <a:cubicBezTo>
                  <a:pt x="3" y="4"/>
                  <a:pt x="8" y="1"/>
                  <a:pt x="13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8"/>
          <p:cNvSpPr/>
          <p:nvPr/>
        </p:nvSpPr>
        <p:spPr>
          <a:xfrm>
            <a:off x="8905320" y="5298480"/>
            <a:ext cx="5400" cy="9000"/>
          </a:xfrm>
          <a:custGeom>
            <a:rect b="b" l="l" r="r" t="t"/>
            <a:pathLst>
              <a:path extrusionOk="0" h="25" w="15">
                <a:moveTo>
                  <a:pt x="0" y="24"/>
                </a:moveTo>
                <a:lnTo>
                  <a:pt x="0" y="23"/>
                </a:lnTo>
                <a:cubicBezTo>
                  <a:pt x="0" y="18"/>
                  <a:pt x="1" y="12"/>
                  <a:pt x="3" y="8"/>
                </a:cubicBezTo>
                <a:cubicBezTo>
                  <a:pt x="6" y="5"/>
                  <a:pt x="10" y="1"/>
                  <a:pt x="14" y="0"/>
                </a:cubicBezTo>
                <a:lnTo>
                  <a:pt x="14" y="1"/>
                </a:lnTo>
                <a:cubicBezTo>
                  <a:pt x="14" y="6"/>
                  <a:pt x="13" y="9"/>
                  <a:pt x="11" y="13"/>
                </a:cubicBezTo>
                <a:cubicBezTo>
                  <a:pt x="9" y="19"/>
                  <a:pt x="4" y="21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8"/>
          <p:cNvSpPr/>
          <p:nvPr/>
        </p:nvSpPr>
        <p:spPr>
          <a:xfrm>
            <a:off x="8910720" y="5294520"/>
            <a:ext cx="4320" cy="9360"/>
          </a:xfrm>
          <a:custGeom>
            <a:rect b="b" l="l" r="r" t="t"/>
            <a:pathLst>
              <a:path extrusionOk="0" h="26" w="12">
                <a:moveTo>
                  <a:pt x="2" y="7"/>
                </a:moveTo>
                <a:cubicBezTo>
                  <a:pt x="3" y="5"/>
                  <a:pt x="6" y="2"/>
                  <a:pt x="9" y="0"/>
                </a:cubicBezTo>
                <a:cubicBezTo>
                  <a:pt x="10" y="2"/>
                  <a:pt x="11" y="4"/>
                  <a:pt x="11" y="6"/>
                </a:cubicBezTo>
                <a:cubicBezTo>
                  <a:pt x="11" y="8"/>
                  <a:pt x="10" y="11"/>
                  <a:pt x="10" y="15"/>
                </a:cubicBezTo>
                <a:cubicBezTo>
                  <a:pt x="9" y="18"/>
                  <a:pt x="6" y="21"/>
                  <a:pt x="3" y="24"/>
                </a:cubicBezTo>
                <a:cubicBezTo>
                  <a:pt x="2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2" y="19"/>
                  <a:pt x="2" y="14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8"/>
          <p:cNvSpPr/>
          <p:nvPr/>
        </p:nvSpPr>
        <p:spPr>
          <a:xfrm>
            <a:off x="8914680" y="5289480"/>
            <a:ext cx="3600" cy="10080"/>
          </a:xfrm>
          <a:custGeom>
            <a:rect b="b" l="l" r="r" t="t"/>
            <a:pathLst>
              <a:path extrusionOk="0" h="28" w="10">
                <a:moveTo>
                  <a:pt x="0" y="11"/>
                </a:moveTo>
                <a:cubicBezTo>
                  <a:pt x="1" y="7"/>
                  <a:pt x="4" y="4"/>
                  <a:pt x="7" y="0"/>
                </a:cubicBezTo>
                <a:cubicBezTo>
                  <a:pt x="8" y="5"/>
                  <a:pt x="9" y="9"/>
                  <a:pt x="9" y="13"/>
                </a:cubicBezTo>
                <a:cubicBezTo>
                  <a:pt x="9" y="14"/>
                  <a:pt x="9" y="14"/>
                  <a:pt x="9" y="15"/>
                </a:cubicBezTo>
                <a:cubicBezTo>
                  <a:pt x="9" y="19"/>
                  <a:pt x="8" y="21"/>
                  <a:pt x="6" y="25"/>
                </a:cubicBezTo>
                <a:cubicBezTo>
                  <a:pt x="4" y="26"/>
                  <a:pt x="4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4" y="21"/>
                  <a:pt x="2" y="17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8"/>
          <p:cNvSpPr/>
          <p:nvPr/>
        </p:nvSpPr>
        <p:spPr>
          <a:xfrm>
            <a:off x="8917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0" y="6"/>
                  <a:pt x="1" y="2"/>
                  <a:pt x="3" y="0"/>
                </a:cubicBezTo>
                <a:cubicBezTo>
                  <a:pt x="8" y="4"/>
                  <a:pt x="10" y="7"/>
                  <a:pt x="10" y="12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8"/>
                  <a:pt x="10" y="21"/>
                  <a:pt x="9" y="24"/>
                </a:cubicBezTo>
                <a:cubicBezTo>
                  <a:pt x="9" y="25"/>
                  <a:pt x="8" y="25"/>
                  <a:pt x="7" y="26"/>
                </a:cubicBezTo>
                <a:cubicBezTo>
                  <a:pt x="7" y="19"/>
                  <a:pt x="3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8"/>
          <p:cNvSpPr/>
          <p:nvPr/>
        </p:nvSpPr>
        <p:spPr>
          <a:xfrm>
            <a:off x="8918280" y="5278680"/>
            <a:ext cx="4680" cy="9360"/>
          </a:xfrm>
          <a:custGeom>
            <a:rect b="b" l="l" r="r" t="t"/>
            <a:pathLst>
              <a:path extrusionOk="0" h="26" w="13">
                <a:moveTo>
                  <a:pt x="1" y="11"/>
                </a:moveTo>
                <a:cubicBezTo>
                  <a:pt x="1" y="8"/>
                  <a:pt x="0" y="7"/>
                  <a:pt x="0" y="5"/>
                </a:cubicBezTo>
                <a:cubicBezTo>
                  <a:pt x="0" y="4"/>
                  <a:pt x="1" y="1"/>
                  <a:pt x="1" y="0"/>
                </a:cubicBezTo>
                <a:cubicBezTo>
                  <a:pt x="6" y="2"/>
                  <a:pt x="9" y="6"/>
                  <a:pt x="11" y="11"/>
                </a:cubicBezTo>
                <a:cubicBezTo>
                  <a:pt x="12" y="14"/>
                  <a:pt x="12" y="17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10" y="25"/>
                </a:cubicBezTo>
                <a:lnTo>
                  <a:pt x="10" y="24"/>
                </a:lnTo>
                <a:cubicBezTo>
                  <a:pt x="9" y="19"/>
                  <a:pt x="6" y="14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8"/>
          <p:cNvSpPr/>
          <p:nvPr/>
        </p:nvSpPr>
        <p:spPr>
          <a:xfrm>
            <a:off x="8917920" y="5272920"/>
            <a:ext cx="5760" cy="8640"/>
          </a:xfrm>
          <a:custGeom>
            <a:rect b="b" l="l" r="r" t="t"/>
            <a:pathLst>
              <a:path extrusionOk="0" h="24" w="16">
                <a:moveTo>
                  <a:pt x="2" y="11"/>
                </a:moveTo>
                <a:cubicBezTo>
                  <a:pt x="1" y="7"/>
                  <a:pt x="0" y="5"/>
                  <a:pt x="0" y="0"/>
                </a:cubicBezTo>
                <a:cubicBezTo>
                  <a:pt x="4" y="2"/>
                  <a:pt x="9" y="5"/>
                  <a:pt x="11" y="8"/>
                </a:cubicBezTo>
                <a:cubicBezTo>
                  <a:pt x="12" y="12"/>
                  <a:pt x="14" y="15"/>
                  <a:pt x="15" y="19"/>
                </a:cubicBezTo>
                <a:cubicBezTo>
                  <a:pt x="14" y="20"/>
                  <a:pt x="14" y="21"/>
                  <a:pt x="14" y="23"/>
                </a:cubicBezTo>
                <a:cubicBezTo>
                  <a:pt x="10" y="18"/>
                  <a:pt x="7" y="14"/>
                  <a:pt x="2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8"/>
          <p:cNvSpPr/>
          <p:nvPr/>
        </p:nvSpPr>
        <p:spPr>
          <a:xfrm>
            <a:off x="8915760" y="526752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lnTo>
                  <a:pt x="18" y="18"/>
                </a:lnTo>
                <a:cubicBezTo>
                  <a:pt x="14" y="15"/>
                  <a:pt x="10" y="12"/>
                  <a:pt x="4" y="11"/>
                </a:cubicBezTo>
                <a:cubicBezTo>
                  <a:pt x="2" y="8"/>
                  <a:pt x="1" y="5"/>
                  <a:pt x="0" y="0"/>
                </a:cubicBezTo>
                <a:cubicBezTo>
                  <a:pt x="4" y="1"/>
                  <a:pt x="10" y="2"/>
                  <a:pt x="13" y="7"/>
                </a:cubicBezTo>
                <a:cubicBezTo>
                  <a:pt x="15" y="8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8"/>
          <p:cNvSpPr/>
          <p:nvPr/>
        </p:nvSpPr>
        <p:spPr>
          <a:xfrm>
            <a:off x="8912880" y="5262840"/>
            <a:ext cx="7920" cy="5400"/>
          </a:xfrm>
          <a:custGeom>
            <a:rect b="b" l="l" r="r" t="t"/>
            <a:pathLst>
              <a:path extrusionOk="0" h="15" w="22">
                <a:moveTo>
                  <a:pt x="21" y="14"/>
                </a:moveTo>
                <a:cubicBezTo>
                  <a:pt x="17" y="11"/>
                  <a:pt x="11" y="8"/>
                  <a:pt x="6" y="8"/>
                </a:cubicBezTo>
                <a:cubicBezTo>
                  <a:pt x="3" y="6"/>
                  <a:pt x="1" y="4"/>
                  <a:pt x="0" y="0"/>
                </a:cubicBezTo>
                <a:cubicBezTo>
                  <a:pt x="4" y="0"/>
                  <a:pt x="9" y="0"/>
                  <a:pt x="12" y="2"/>
                </a:cubicBezTo>
                <a:cubicBezTo>
                  <a:pt x="17" y="4"/>
                  <a:pt x="19" y="7"/>
                  <a:pt x="21" y="9"/>
                </a:cubicBezTo>
                <a:cubicBezTo>
                  <a:pt x="21" y="11"/>
                  <a:pt x="21" y="13"/>
                  <a:pt x="21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8"/>
          <p:cNvSpPr/>
          <p:nvPr/>
        </p:nvSpPr>
        <p:spPr>
          <a:xfrm>
            <a:off x="8914320" y="5298480"/>
            <a:ext cx="9000" cy="5040"/>
          </a:xfrm>
          <a:custGeom>
            <a:rect b="b" l="l" r="r" t="t"/>
            <a:pathLst>
              <a:path extrusionOk="0" h="14" w="25">
                <a:moveTo>
                  <a:pt x="9" y="13"/>
                </a:moveTo>
                <a:cubicBezTo>
                  <a:pt x="4" y="12"/>
                  <a:pt x="2" y="12"/>
                  <a:pt x="0" y="12"/>
                </a:cubicBezTo>
                <a:cubicBezTo>
                  <a:pt x="3" y="7"/>
                  <a:pt x="7" y="4"/>
                  <a:pt x="11" y="1"/>
                </a:cubicBezTo>
                <a:cubicBezTo>
                  <a:pt x="15" y="0"/>
                  <a:pt x="20" y="0"/>
                  <a:pt x="24" y="0"/>
                </a:cubicBezTo>
                <a:cubicBezTo>
                  <a:pt x="22" y="5"/>
                  <a:pt x="19" y="9"/>
                  <a:pt x="14" y="12"/>
                </a:cubicBezTo>
                <a:cubicBezTo>
                  <a:pt x="13" y="12"/>
                  <a:pt x="11" y="13"/>
                  <a:pt x="9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8"/>
          <p:cNvSpPr/>
          <p:nvPr/>
        </p:nvSpPr>
        <p:spPr>
          <a:xfrm>
            <a:off x="8919000" y="5290920"/>
            <a:ext cx="8280" cy="6840"/>
          </a:xfrm>
          <a:custGeom>
            <a:rect b="b" l="l" r="r" t="t"/>
            <a:pathLst>
              <a:path extrusionOk="0" h="19" w="23">
                <a:moveTo>
                  <a:pt x="7" y="17"/>
                </a:moveTo>
                <a:cubicBezTo>
                  <a:pt x="4" y="17"/>
                  <a:pt x="2" y="17"/>
                  <a:pt x="0" y="18"/>
                </a:cubicBezTo>
                <a:cubicBezTo>
                  <a:pt x="1" y="13"/>
                  <a:pt x="3" y="8"/>
                  <a:pt x="8" y="6"/>
                </a:cubicBezTo>
                <a:cubicBezTo>
                  <a:pt x="11" y="2"/>
                  <a:pt x="15" y="0"/>
                  <a:pt x="22" y="0"/>
                </a:cubicBezTo>
                <a:cubicBezTo>
                  <a:pt x="20" y="7"/>
                  <a:pt x="17" y="11"/>
                  <a:pt x="12" y="13"/>
                </a:cubicBezTo>
                <a:cubicBezTo>
                  <a:pt x="11" y="15"/>
                  <a:pt x="9" y="17"/>
                  <a:pt x="7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8"/>
          <p:cNvSpPr/>
          <p:nvPr/>
        </p:nvSpPr>
        <p:spPr>
          <a:xfrm>
            <a:off x="8922240" y="5283360"/>
            <a:ext cx="6840" cy="7920"/>
          </a:xfrm>
          <a:custGeom>
            <a:rect b="b" l="l" r="r" t="t"/>
            <a:pathLst>
              <a:path extrusionOk="0" h="22" w="19">
                <a:moveTo>
                  <a:pt x="12" y="14"/>
                </a:moveTo>
                <a:cubicBezTo>
                  <a:pt x="10" y="17"/>
                  <a:pt x="9" y="18"/>
                  <a:pt x="7" y="19"/>
                </a:cubicBezTo>
                <a:cubicBezTo>
                  <a:pt x="4" y="20"/>
                  <a:pt x="1" y="20"/>
                  <a:pt x="0" y="21"/>
                </a:cubicBezTo>
                <a:cubicBezTo>
                  <a:pt x="0" y="17"/>
                  <a:pt x="2" y="12"/>
                  <a:pt x="4" y="8"/>
                </a:cubicBezTo>
                <a:cubicBezTo>
                  <a:pt x="8" y="5"/>
                  <a:pt x="13" y="1"/>
                  <a:pt x="18" y="0"/>
                </a:cubicBezTo>
                <a:cubicBezTo>
                  <a:pt x="17" y="6"/>
                  <a:pt x="15" y="11"/>
                  <a:pt x="12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8"/>
          <p:cNvSpPr/>
          <p:nvPr/>
        </p:nvSpPr>
        <p:spPr>
          <a:xfrm>
            <a:off x="8923680" y="5267160"/>
            <a:ext cx="3960" cy="10440"/>
          </a:xfrm>
          <a:custGeom>
            <a:rect b="b" l="l" r="r" t="t"/>
            <a:pathLst>
              <a:path extrusionOk="0" h="29" w="11">
                <a:moveTo>
                  <a:pt x="10" y="9"/>
                </a:moveTo>
                <a:cubicBezTo>
                  <a:pt x="10" y="12"/>
                  <a:pt x="10" y="13"/>
                  <a:pt x="10" y="15"/>
                </a:cubicBezTo>
                <a:cubicBezTo>
                  <a:pt x="9" y="18"/>
                  <a:pt x="9" y="21"/>
                  <a:pt x="7" y="23"/>
                </a:cubicBezTo>
                <a:cubicBezTo>
                  <a:pt x="4" y="25"/>
                  <a:pt x="2" y="26"/>
                  <a:pt x="1" y="28"/>
                </a:cubicBezTo>
                <a:cubicBezTo>
                  <a:pt x="0" y="26"/>
                  <a:pt x="0" y="23"/>
                  <a:pt x="0" y="20"/>
                </a:cubicBezTo>
                <a:cubicBezTo>
                  <a:pt x="0" y="17"/>
                  <a:pt x="0" y="14"/>
                  <a:pt x="0" y="13"/>
                </a:cubicBezTo>
                <a:cubicBezTo>
                  <a:pt x="1" y="8"/>
                  <a:pt x="4" y="4"/>
                  <a:pt x="9" y="0"/>
                </a:cubicBezTo>
                <a:cubicBezTo>
                  <a:pt x="10" y="4"/>
                  <a:pt x="10" y="7"/>
                  <a:pt x="1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8"/>
          <p:cNvSpPr/>
          <p:nvPr/>
        </p:nvSpPr>
        <p:spPr>
          <a:xfrm>
            <a:off x="892152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2" y="5"/>
                  <a:pt x="4" y="0"/>
                </a:cubicBezTo>
                <a:cubicBezTo>
                  <a:pt x="7" y="5"/>
                  <a:pt x="10" y="9"/>
                  <a:pt x="10" y="15"/>
                </a:cubicBezTo>
                <a:cubicBezTo>
                  <a:pt x="10" y="18"/>
                  <a:pt x="10" y="20"/>
                  <a:pt x="9" y="23"/>
                </a:cubicBezTo>
                <a:cubicBezTo>
                  <a:pt x="7" y="25"/>
                  <a:pt x="6" y="26"/>
                  <a:pt x="4" y="28"/>
                </a:cubicBezTo>
                <a:cubicBezTo>
                  <a:pt x="2" y="25"/>
                  <a:pt x="0" y="20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8"/>
          <p:cNvSpPr/>
          <p:nvPr/>
        </p:nvSpPr>
        <p:spPr>
          <a:xfrm>
            <a:off x="8917560" y="5253840"/>
            <a:ext cx="4320" cy="10080"/>
          </a:xfrm>
          <a:custGeom>
            <a:rect b="b" l="l" r="r" t="t"/>
            <a:pathLst>
              <a:path extrusionOk="0" h="28" w="12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1" y="17"/>
                  <a:pt x="11" y="19"/>
                </a:cubicBezTo>
                <a:lnTo>
                  <a:pt x="11" y="20"/>
                </a:lnTo>
                <a:cubicBezTo>
                  <a:pt x="10" y="23"/>
                  <a:pt x="9" y="25"/>
                  <a:pt x="9" y="27"/>
                </a:cubicBezTo>
                <a:cubicBezTo>
                  <a:pt x="4" y="24"/>
                  <a:pt x="2" y="20"/>
                  <a:pt x="1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8"/>
          <p:cNvSpPr/>
          <p:nvPr/>
        </p:nvSpPr>
        <p:spPr>
          <a:xfrm>
            <a:off x="8909280" y="5258520"/>
            <a:ext cx="8640" cy="5040"/>
          </a:xfrm>
          <a:custGeom>
            <a:rect b="b" l="l" r="r" t="t"/>
            <a:pathLst>
              <a:path extrusionOk="0" h="14" w="24">
                <a:moveTo>
                  <a:pt x="23" y="11"/>
                </a:moveTo>
                <a:lnTo>
                  <a:pt x="23" y="13"/>
                </a:lnTo>
                <a:cubicBezTo>
                  <a:pt x="18" y="9"/>
                  <a:pt x="12" y="9"/>
                  <a:pt x="8" y="11"/>
                </a:cubicBezTo>
                <a:cubicBezTo>
                  <a:pt x="4" y="9"/>
                  <a:pt x="2" y="7"/>
                  <a:pt x="0" y="3"/>
                </a:cubicBezTo>
                <a:cubicBezTo>
                  <a:pt x="4" y="2"/>
                  <a:pt x="9" y="0"/>
                  <a:pt x="12" y="2"/>
                </a:cubicBezTo>
                <a:cubicBezTo>
                  <a:pt x="15" y="3"/>
                  <a:pt x="19" y="6"/>
                  <a:pt x="21" y="8"/>
                </a:cubicBezTo>
                <a:cubicBezTo>
                  <a:pt x="23" y="9"/>
                  <a:pt x="23" y="9"/>
                  <a:pt x="2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8"/>
          <p:cNvSpPr/>
          <p:nvPr/>
        </p:nvSpPr>
        <p:spPr>
          <a:xfrm>
            <a:off x="8911800" y="5249160"/>
            <a:ext cx="5040" cy="9360"/>
          </a:xfrm>
          <a:custGeom>
            <a:rect b="b" l="l" r="r" t="t"/>
            <a:pathLst>
              <a:path extrusionOk="0" h="26" w="14">
                <a:moveTo>
                  <a:pt x="1" y="0"/>
                </a:moveTo>
                <a:cubicBezTo>
                  <a:pt x="4" y="2"/>
                  <a:pt x="9" y="5"/>
                  <a:pt x="11" y="9"/>
                </a:cubicBezTo>
                <a:cubicBezTo>
                  <a:pt x="11" y="12"/>
                  <a:pt x="13" y="14"/>
                  <a:pt x="13" y="17"/>
                </a:cubicBezTo>
                <a:cubicBezTo>
                  <a:pt x="13" y="19"/>
                  <a:pt x="13" y="23"/>
                  <a:pt x="13" y="25"/>
                </a:cubicBezTo>
                <a:cubicBezTo>
                  <a:pt x="8" y="23"/>
                  <a:pt x="4" y="18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0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8"/>
          <p:cNvSpPr/>
          <p:nvPr/>
        </p:nvSpPr>
        <p:spPr>
          <a:xfrm>
            <a:off x="8905680" y="5250960"/>
            <a:ext cx="7920" cy="6840"/>
          </a:xfrm>
          <a:custGeom>
            <a:rect b="b" l="l" r="r" t="t"/>
            <a:pathLst>
              <a:path extrusionOk="0" h="19" w="22">
                <a:moveTo>
                  <a:pt x="14" y="4"/>
                </a:moveTo>
                <a:cubicBezTo>
                  <a:pt x="15" y="5"/>
                  <a:pt x="15" y="5"/>
                  <a:pt x="15" y="6"/>
                </a:cubicBezTo>
                <a:cubicBezTo>
                  <a:pt x="17" y="7"/>
                  <a:pt x="17" y="11"/>
                  <a:pt x="18" y="12"/>
                </a:cubicBezTo>
                <a:lnTo>
                  <a:pt x="18" y="13"/>
                </a:lnTo>
                <a:cubicBezTo>
                  <a:pt x="19" y="14"/>
                  <a:pt x="20" y="15"/>
                  <a:pt x="21" y="18"/>
                </a:cubicBezTo>
                <a:cubicBezTo>
                  <a:pt x="17" y="18"/>
                  <a:pt x="13" y="15"/>
                  <a:pt x="10" y="13"/>
                </a:cubicBezTo>
                <a:cubicBezTo>
                  <a:pt x="4" y="11"/>
                  <a:pt x="2" y="5"/>
                  <a:pt x="0" y="0"/>
                </a:cubicBezTo>
                <a:cubicBezTo>
                  <a:pt x="6" y="0"/>
                  <a:pt x="11" y="1"/>
                  <a:pt x="14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8"/>
          <p:cNvSpPr/>
          <p:nvPr/>
        </p:nvSpPr>
        <p:spPr>
          <a:xfrm>
            <a:off x="8878320" y="5294520"/>
            <a:ext cx="4320" cy="9360"/>
          </a:xfrm>
          <a:custGeom>
            <a:rect b="b" l="l" r="r" t="t"/>
            <a:pathLst>
              <a:path extrusionOk="0" h="26" w="12">
                <a:moveTo>
                  <a:pt x="11" y="24"/>
                </a:moveTo>
                <a:lnTo>
                  <a:pt x="11" y="25"/>
                </a:lnTo>
                <a:cubicBezTo>
                  <a:pt x="10" y="24"/>
                  <a:pt x="8" y="24"/>
                  <a:pt x="7" y="24"/>
                </a:cubicBezTo>
                <a:cubicBezTo>
                  <a:pt x="4" y="21"/>
                  <a:pt x="2" y="18"/>
                  <a:pt x="1" y="15"/>
                </a:cubicBezTo>
                <a:cubicBezTo>
                  <a:pt x="1" y="11"/>
                  <a:pt x="0" y="8"/>
                  <a:pt x="0" y="6"/>
                </a:cubicBezTo>
                <a:cubicBezTo>
                  <a:pt x="0" y="4"/>
                  <a:pt x="1" y="2"/>
                  <a:pt x="2" y="0"/>
                </a:cubicBezTo>
                <a:cubicBezTo>
                  <a:pt x="4" y="2"/>
                  <a:pt x="7" y="5"/>
                  <a:pt x="8" y="7"/>
                </a:cubicBezTo>
                <a:cubicBezTo>
                  <a:pt x="8" y="14"/>
                  <a:pt x="8" y="19"/>
                  <a:pt x="11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8"/>
          <p:cNvSpPr/>
          <p:nvPr/>
        </p:nvSpPr>
        <p:spPr>
          <a:xfrm>
            <a:off x="8872200" y="5262840"/>
            <a:ext cx="8280" cy="5400"/>
          </a:xfrm>
          <a:custGeom>
            <a:rect b="b" l="l" r="r" t="t"/>
            <a:pathLst>
              <a:path extrusionOk="0" h="15" w="23">
                <a:moveTo>
                  <a:pt x="15" y="8"/>
                </a:moveTo>
                <a:cubicBezTo>
                  <a:pt x="10" y="8"/>
                  <a:pt x="4" y="11"/>
                  <a:pt x="0" y="14"/>
                </a:cubicBezTo>
                <a:cubicBezTo>
                  <a:pt x="0" y="13"/>
                  <a:pt x="0" y="11"/>
                  <a:pt x="0" y="9"/>
                </a:cubicBezTo>
                <a:cubicBezTo>
                  <a:pt x="2" y="7"/>
                  <a:pt x="4" y="4"/>
                  <a:pt x="8" y="2"/>
                </a:cubicBezTo>
                <a:cubicBezTo>
                  <a:pt x="12" y="0"/>
                  <a:pt x="17" y="0"/>
                  <a:pt x="22" y="0"/>
                </a:cubicBezTo>
                <a:cubicBezTo>
                  <a:pt x="20" y="4"/>
                  <a:pt x="18" y="6"/>
                  <a:pt x="15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8"/>
          <p:cNvSpPr/>
          <p:nvPr/>
        </p:nvSpPr>
        <p:spPr>
          <a:xfrm>
            <a:off x="8874720" y="5289480"/>
            <a:ext cx="3960" cy="10080"/>
          </a:xfrm>
          <a:custGeom>
            <a:rect b="b" l="l" r="r" t="t"/>
            <a:pathLst>
              <a:path extrusionOk="0" h="28" w="11">
                <a:moveTo>
                  <a:pt x="8" y="26"/>
                </a:moveTo>
                <a:lnTo>
                  <a:pt x="8" y="27"/>
                </a:lnTo>
                <a:cubicBezTo>
                  <a:pt x="6" y="26"/>
                  <a:pt x="4" y="26"/>
                  <a:pt x="4" y="25"/>
                </a:cubicBezTo>
                <a:cubicBezTo>
                  <a:pt x="2" y="21"/>
                  <a:pt x="1" y="19"/>
                  <a:pt x="1" y="15"/>
                </a:cubicBezTo>
                <a:cubicBezTo>
                  <a:pt x="1" y="14"/>
                  <a:pt x="0" y="14"/>
                  <a:pt x="0" y="13"/>
                </a:cubicBezTo>
                <a:cubicBezTo>
                  <a:pt x="0" y="9"/>
                  <a:pt x="2" y="5"/>
                  <a:pt x="3" y="0"/>
                </a:cubicBezTo>
                <a:cubicBezTo>
                  <a:pt x="6" y="4"/>
                  <a:pt x="9" y="7"/>
                  <a:pt x="10" y="11"/>
                </a:cubicBezTo>
                <a:cubicBezTo>
                  <a:pt x="8" y="17"/>
                  <a:pt x="8" y="21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8"/>
          <p:cNvSpPr/>
          <p:nvPr/>
        </p:nvSpPr>
        <p:spPr>
          <a:xfrm>
            <a:off x="8872200" y="5284440"/>
            <a:ext cx="3960" cy="9720"/>
          </a:xfrm>
          <a:custGeom>
            <a:rect b="b" l="l" r="r" t="t"/>
            <a:pathLst>
              <a:path extrusionOk="0" h="27" w="11">
                <a:moveTo>
                  <a:pt x="0" y="12"/>
                </a:moveTo>
                <a:cubicBezTo>
                  <a:pt x="0" y="7"/>
                  <a:pt x="2" y="4"/>
                  <a:pt x="7" y="0"/>
                </a:cubicBezTo>
                <a:cubicBezTo>
                  <a:pt x="9" y="2"/>
                  <a:pt x="10" y="6"/>
                  <a:pt x="10" y="9"/>
                </a:cubicBezTo>
                <a:cubicBezTo>
                  <a:pt x="7" y="14"/>
                  <a:pt x="3" y="19"/>
                  <a:pt x="3" y="26"/>
                </a:cubicBezTo>
                <a:cubicBezTo>
                  <a:pt x="2" y="25"/>
                  <a:pt x="2" y="25"/>
                  <a:pt x="1" y="24"/>
                </a:cubicBezTo>
                <a:cubicBezTo>
                  <a:pt x="0" y="21"/>
                  <a:pt x="0" y="18"/>
                  <a:pt x="0" y="15"/>
                </a:cubicBezTo>
                <a:cubicBezTo>
                  <a:pt x="0" y="14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8"/>
          <p:cNvSpPr/>
          <p:nvPr/>
        </p:nvSpPr>
        <p:spPr>
          <a:xfrm>
            <a:off x="8870400" y="527868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2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7"/>
                  <a:pt x="0" y="14"/>
                  <a:pt x="1" y="11"/>
                </a:cubicBezTo>
                <a:cubicBezTo>
                  <a:pt x="4" y="6"/>
                  <a:pt x="8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11"/>
                </a:cubicBezTo>
                <a:cubicBezTo>
                  <a:pt x="8" y="14"/>
                  <a:pt x="4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8"/>
          <p:cNvSpPr/>
          <p:nvPr/>
        </p:nvSpPr>
        <p:spPr>
          <a:xfrm>
            <a:off x="8870400" y="526752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10" y="2"/>
                  <a:pt x="14" y="1"/>
                  <a:pt x="19" y="0"/>
                </a:cubicBezTo>
                <a:cubicBezTo>
                  <a:pt x="18" y="5"/>
                  <a:pt x="17" y="8"/>
                  <a:pt x="14" y="11"/>
                </a:cubicBezTo>
                <a:cubicBezTo>
                  <a:pt x="9" y="12"/>
                  <a:pt x="4" y="14"/>
                  <a:pt x="1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3" y="8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8"/>
          <p:cNvSpPr/>
          <p:nvPr/>
        </p:nvSpPr>
        <p:spPr>
          <a:xfrm>
            <a:off x="8869320" y="527292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4"/>
                  <a:pt x="6" y="18"/>
                  <a:pt x="2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1" y="21"/>
                  <a:pt x="0" y="20"/>
                  <a:pt x="0" y="19"/>
                </a:cubicBezTo>
                <a:cubicBezTo>
                  <a:pt x="1" y="15"/>
                  <a:pt x="2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8"/>
          <p:cNvSpPr/>
          <p:nvPr/>
        </p:nvSpPr>
        <p:spPr>
          <a:xfrm>
            <a:off x="8864280" y="528336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4" y="20"/>
                  <a:pt x="11" y="19"/>
                </a:cubicBezTo>
                <a:cubicBezTo>
                  <a:pt x="10" y="18"/>
                  <a:pt x="8" y="17"/>
                  <a:pt x="6" y="14"/>
                </a:cubicBezTo>
                <a:cubicBezTo>
                  <a:pt x="2" y="11"/>
                  <a:pt x="1" y="6"/>
                  <a:pt x="0" y="0"/>
                </a:cubicBezTo>
                <a:cubicBezTo>
                  <a:pt x="4" y="1"/>
                  <a:pt x="10" y="5"/>
                  <a:pt x="13" y="8"/>
                </a:cubicBezTo>
                <a:cubicBezTo>
                  <a:pt x="15" y="12"/>
                  <a:pt x="18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8"/>
          <p:cNvSpPr/>
          <p:nvPr/>
        </p:nvSpPr>
        <p:spPr>
          <a:xfrm>
            <a:off x="8866080" y="5290920"/>
            <a:ext cx="7920" cy="6840"/>
          </a:xfrm>
          <a:custGeom>
            <a:rect b="b" l="l" r="r" t="t"/>
            <a:pathLst>
              <a:path extrusionOk="0" h="19" w="22">
                <a:moveTo>
                  <a:pt x="13" y="6"/>
                </a:moveTo>
                <a:cubicBezTo>
                  <a:pt x="18" y="8"/>
                  <a:pt x="20" y="13"/>
                  <a:pt x="21" y="18"/>
                </a:cubicBezTo>
                <a:cubicBezTo>
                  <a:pt x="19" y="17"/>
                  <a:pt x="17" y="17"/>
                  <a:pt x="14" y="17"/>
                </a:cubicBezTo>
                <a:cubicBezTo>
                  <a:pt x="12" y="17"/>
                  <a:pt x="10" y="15"/>
                  <a:pt x="9" y="13"/>
                </a:cubicBezTo>
                <a:cubicBezTo>
                  <a:pt x="3" y="11"/>
                  <a:pt x="1" y="7"/>
                  <a:pt x="0" y="0"/>
                </a:cubicBezTo>
                <a:cubicBezTo>
                  <a:pt x="4" y="0"/>
                  <a:pt x="10" y="2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8"/>
          <p:cNvSpPr/>
          <p:nvPr/>
        </p:nvSpPr>
        <p:spPr>
          <a:xfrm>
            <a:off x="8869320" y="5298480"/>
            <a:ext cx="9360" cy="5040"/>
          </a:xfrm>
          <a:custGeom>
            <a:rect b="b" l="l" r="r" t="t"/>
            <a:pathLst>
              <a:path extrusionOk="0" h="14" w="26">
                <a:moveTo>
                  <a:pt x="15" y="1"/>
                </a:moveTo>
                <a:cubicBezTo>
                  <a:pt x="19" y="4"/>
                  <a:pt x="22" y="7"/>
                  <a:pt x="25" y="12"/>
                </a:cubicBezTo>
                <a:cubicBezTo>
                  <a:pt x="22" y="12"/>
                  <a:pt x="20" y="12"/>
                  <a:pt x="19" y="13"/>
                </a:cubicBezTo>
                <a:cubicBezTo>
                  <a:pt x="15" y="13"/>
                  <a:pt x="14" y="12"/>
                  <a:pt x="11" y="12"/>
                </a:cubicBezTo>
                <a:cubicBezTo>
                  <a:pt x="8" y="9"/>
                  <a:pt x="3" y="5"/>
                  <a:pt x="0" y="0"/>
                </a:cubicBezTo>
                <a:cubicBezTo>
                  <a:pt x="7" y="0"/>
                  <a:pt x="11" y="0"/>
                  <a:pt x="15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8"/>
          <p:cNvSpPr/>
          <p:nvPr/>
        </p:nvSpPr>
        <p:spPr>
          <a:xfrm>
            <a:off x="8874720" y="5303160"/>
            <a:ext cx="9720" cy="4680"/>
          </a:xfrm>
          <a:custGeom>
            <a:rect b="b" l="l" r="r" t="t"/>
            <a:pathLst>
              <a:path extrusionOk="0" h="13" w="27">
                <a:moveTo>
                  <a:pt x="14" y="1"/>
                </a:moveTo>
                <a:cubicBezTo>
                  <a:pt x="19" y="1"/>
                  <a:pt x="23" y="4"/>
                  <a:pt x="26" y="7"/>
                </a:cubicBezTo>
                <a:cubicBezTo>
                  <a:pt x="22" y="11"/>
                  <a:pt x="18" y="12"/>
                  <a:pt x="13" y="11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10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8"/>
          <p:cNvSpPr/>
          <p:nvPr/>
        </p:nvSpPr>
        <p:spPr>
          <a:xfrm>
            <a:off x="8882640" y="5298480"/>
            <a:ext cx="5400" cy="9000"/>
          </a:xfrm>
          <a:custGeom>
            <a:rect b="b" l="l" r="r" t="t"/>
            <a:pathLst>
              <a:path extrusionOk="0" h="25" w="15">
                <a:moveTo>
                  <a:pt x="4" y="13"/>
                </a:moveTo>
                <a:cubicBezTo>
                  <a:pt x="1" y="9"/>
                  <a:pt x="0" y="6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1"/>
                  <a:pt x="9" y="5"/>
                  <a:pt x="11" y="8"/>
                </a:cubicBezTo>
                <a:cubicBezTo>
                  <a:pt x="13" y="12"/>
                  <a:pt x="14" y="18"/>
                  <a:pt x="14" y="23"/>
                </a:cubicBezTo>
                <a:lnTo>
                  <a:pt x="14" y="24"/>
                </a:lnTo>
                <a:cubicBezTo>
                  <a:pt x="10" y="21"/>
                  <a:pt x="7" y="19"/>
                  <a:pt x="4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8"/>
          <p:cNvSpPr/>
          <p:nvPr/>
        </p:nvSpPr>
        <p:spPr>
          <a:xfrm>
            <a:off x="8879760" y="525096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4" y="7"/>
                  <a:pt x="7" y="6"/>
                </a:cubicBezTo>
                <a:cubicBezTo>
                  <a:pt x="7" y="5"/>
                  <a:pt x="7" y="5"/>
                  <a:pt x="8" y="4"/>
                </a:cubicBezTo>
                <a:cubicBezTo>
                  <a:pt x="11" y="1"/>
                  <a:pt x="15" y="0"/>
                  <a:pt x="21" y="0"/>
                </a:cubicBezTo>
                <a:cubicBezTo>
                  <a:pt x="19" y="5"/>
                  <a:pt x="17" y="11"/>
                  <a:pt x="12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1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8"/>
          <p:cNvSpPr/>
          <p:nvPr/>
        </p:nvSpPr>
        <p:spPr>
          <a:xfrm>
            <a:off x="8876160" y="5249160"/>
            <a:ext cx="5040" cy="9360"/>
          </a:xfrm>
          <a:custGeom>
            <a:rect b="b" l="l" r="r" t="t"/>
            <a:pathLst>
              <a:path extrusionOk="0" h="26" w="14">
                <a:moveTo>
                  <a:pt x="2" y="9"/>
                </a:moveTo>
                <a:cubicBezTo>
                  <a:pt x="3" y="5"/>
                  <a:pt x="7" y="2"/>
                  <a:pt x="12" y="0"/>
                </a:cubicBezTo>
                <a:cubicBezTo>
                  <a:pt x="12" y="0"/>
                  <a:pt x="13" y="2"/>
                  <a:pt x="13" y="4"/>
                </a:cubicBezTo>
                <a:cubicBezTo>
                  <a:pt x="13" y="7"/>
                  <a:pt x="12" y="11"/>
                  <a:pt x="11" y="14"/>
                </a:cubicBezTo>
                <a:cubicBezTo>
                  <a:pt x="8" y="18"/>
                  <a:pt x="4" y="23"/>
                  <a:pt x="0" y="25"/>
                </a:cubicBezTo>
                <a:cubicBezTo>
                  <a:pt x="0" y="23"/>
                  <a:pt x="0" y="19"/>
                  <a:pt x="0" y="17"/>
                </a:cubicBezTo>
                <a:cubicBezTo>
                  <a:pt x="0" y="14"/>
                  <a:pt x="1" y="12"/>
                  <a:pt x="2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8"/>
          <p:cNvSpPr/>
          <p:nvPr/>
        </p:nvSpPr>
        <p:spPr>
          <a:xfrm>
            <a:off x="8875440" y="5258520"/>
            <a:ext cx="9000" cy="5040"/>
          </a:xfrm>
          <a:custGeom>
            <a:rect b="b" l="l" r="r" t="t"/>
            <a:pathLst>
              <a:path extrusionOk="0" h="14" w="25">
                <a:moveTo>
                  <a:pt x="1" y="8"/>
                </a:moveTo>
                <a:cubicBezTo>
                  <a:pt x="3" y="6"/>
                  <a:pt x="8" y="3"/>
                  <a:pt x="10" y="2"/>
                </a:cubicBezTo>
                <a:cubicBezTo>
                  <a:pt x="14" y="0"/>
                  <a:pt x="19" y="2"/>
                  <a:pt x="24" y="3"/>
                </a:cubicBezTo>
                <a:cubicBezTo>
                  <a:pt x="21" y="7"/>
                  <a:pt x="19" y="9"/>
                  <a:pt x="15" y="11"/>
                </a:cubicBezTo>
                <a:cubicBezTo>
                  <a:pt x="11" y="9"/>
                  <a:pt x="4" y="9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9"/>
                  <a:pt x="1" y="9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8"/>
          <p:cNvSpPr/>
          <p:nvPr/>
        </p:nvSpPr>
        <p:spPr>
          <a:xfrm>
            <a:off x="8871480" y="5253840"/>
            <a:ext cx="4680" cy="10080"/>
          </a:xfrm>
          <a:custGeom>
            <a:rect b="b" l="l" r="r" t="t"/>
            <a:pathLst>
              <a:path extrusionOk="0" h="28" w="13">
                <a:moveTo>
                  <a:pt x="0" y="13"/>
                </a:moveTo>
                <a:cubicBezTo>
                  <a:pt x="2" y="8"/>
                  <a:pt x="6" y="5"/>
                  <a:pt x="9" y="0"/>
                </a:cubicBezTo>
                <a:cubicBezTo>
                  <a:pt x="10" y="2"/>
                  <a:pt x="12" y="7"/>
                  <a:pt x="12" y="11"/>
                </a:cubicBezTo>
                <a:cubicBezTo>
                  <a:pt x="12" y="12"/>
                  <a:pt x="12" y="14"/>
                  <a:pt x="10" y="15"/>
                </a:cubicBezTo>
                <a:cubicBezTo>
                  <a:pt x="9" y="20"/>
                  <a:pt x="7" y="24"/>
                  <a:pt x="3" y="27"/>
                </a:cubicBezTo>
                <a:cubicBezTo>
                  <a:pt x="3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0" y="15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8"/>
          <p:cNvSpPr/>
          <p:nvPr/>
        </p:nvSpPr>
        <p:spPr>
          <a:xfrm>
            <a:off x="8867880" y="5259960"/>
            <a:ext cx="3960" cy="10440"/>
          </a:xfrm>
          <a:custGeom>
            <a:rect b="b" l="l" r="r" t="t"/>
            <a:pathLst>
              <a:path extrusionOk="0" h="29" w="11">
                <a:moveTo>
                  <a:pt x="0" y="15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10" y="9"/>
                  <a:pt x="10" y="15"/>
                </a:cubicBezTo>
                <a:cubicBezTo>
                  <a:pt x="10" y="20"/>
                  <a:pt x="8" y="25"/>
                  <a:pt x="6" y="28"/>
                </a:cubicBezTo>
                <a:cubicBezTo>
                  <a:pt x="4" y="26"/>
                  <a:pt x="3" y="25"/>
                  <a:pt x="1" y="23"/>
                </a:cubicBezTo>
                <a:cubicBezTo>
                  <a:pt x="0" y="20"/>
                  <a:pt x="0" y="18"/>
                  <a:pt x="0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8"/>
          <p:cNvSpPr/>
          <p:nvPr/>
        </p:nvSpPr>
        <p:spPr>
          <a:xfrm>
            <a:off x="8865360" y="5267160"/>
            <a:ext cx="4320" cy="10440"/>
          </a:xfrm>
          <a:custGeom>
            <a:rect b="b" l="l" r="r" t="t"/>
            <a:pathLst>
              <a:path extrusionOk="0" h="29" w="12">
                <a:moveTo>
                  <a:pt x="1" y="0"/>
                </a:moveTo>
                <a:cubicBezTo>
                  <a:pt x="6" y="4"/>
                  <a:pt x="8" y="8"/>
                  <a:pt x="10" y="13"/>
                </a:cubicBezTo>
                <a:cubicBezTo>
                  <a:pt x="10" y="14"/>
                  <a:pt x="11" y="17"/>
                  <a:pt x="11" y="20"/>
                </a:cubicBezTo>
                <a:cubicBezTo>
                  <a:pt x="11" y="23"/>
                  <a:pt x="10" y="26"/>
                  <a:pt x="8" y="28"/>
                </a:cubicBezTo>
                <a:cubicBezTo>
                  <a:pt x="7" y="26"/>
                  <a:pt x="4" y="25"/>
                  <a:pt x="2" y="23"/>
                </a:cubicBezTo>
                <a:cubicBezTo>
                  <a:pt x="2" y="21"/>
                  <a:pt x="1" y="18"/>
                  <a:pt x="0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0" y="4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8"/>
          <p:cNvSpPr/>
          <p:nvPr/>
        </p:nvSpPr>
        <p:spPr>
          <a:xfrm>
            <a:off x="8863920" y="527544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9" y="6"/>
                  <a:pt x="11" y="9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4"/>
                  <a:pt x="14" y="25"/>
                </a:cubicBezTo>
                <a:cubicBezTo>
                  <a:pt x="11" y="24"/>
                  <a:pt x="9" y="23"/>
                  <a:pt x="7" y="21"/>
                </a:cubicBezTo>
                <a:cubicBezTo>
                  <a:pt x="6" y="20"/>
                  <a:pt x="4" y="17"/>
                  <a:pt x="3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1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8"/>
          <p:cNvSpPr/>
          <p:nvPr/>
        </p:nvSpPr>
        <p:spPr>
          <a:xfrm>
            <a:off x="8885520" y="5243400"/>
            <a:ext cx="21960" cy="72360"/>
          </a:xfrm>
          <a:custGeom>
            <a:rect b="b" l="l" r="r" t="t"/>
            <a:pathLst>
              <a:path extrusionOk="0" h="201" w="61">
                <a:moveTo>
                  <a:pt x="35" y="138"/>
                </a:moveTo>
                <a:lnTo>
                  <a:pt x="30" y="138"/>
                </a:lnTo>
                <a:lnTo>
                  <a:pt x="30" y="12"/>
                </a:lnTo>
                <a:cubicBezTo>
                  <a:pt x="35" y="24"/>
                  <a:pt x="35" y="37"/>
                  <a:pt x="35" y="47"/>
                </a:cubicBezTo>
                <a:lnTo>
                  <a:pt x="35" y="138"/>
                </a:lnTo>
                <a:moveTo>
                  <a:pt x="57" y="179"/>
                </a:moveTo>
                <a:cubicBezTo>
                  <a:pt x="52" y="183"/>
                  <a:pt x="44" y="185"/>
                  <a:pt x="36" y="187"/>
                </a:cubicBezTo>
                <a:cubicBezTo>
                  <a:pt x="39" y="183"/>
                  <a:pt x="40" y="174"/>
                  <a:pt x="40" y="165"/>
                </a:cubicBezTo>
                <a:cubicBezTo>
                  <a:pt x="40" y="158"/>
                  <a:pt x="39" y="152"/>
                  <a:pt x="37" y="147"/>
                </a:cubicBezTo>
                <a:lnTo>
                  <a:pt x="49" y="147"/>
                </a:lnTo>
                <a:cubicBezTo>
                  <a:pt x="55" y="147"/>
                  <a:pt x="58" y="143"/>
                  <a:pt x="58" y="140"/>
                </a:cubicBezTo>
                <a:cubicBezTo>
                  <a:pt x="58" y="136"/>
                  <a:pt x="55" y="134"/>
                  <a:pt x="53" y="134"/>
                </a:cubicBezTo>
                <a:cubicBezTo>
                  <a:pt x="50" y="134"/>
                  <a:pt x="47" y="136"/>
                  <a:pt x="47" y="139"/>
                </a:cubicBezTo>
                <a:cubicBezTo>
                  <a:pt x="47" y="140"/>
                  <a:pt x="47" y="141"/>
                  <a:pt x="47" y="141"/>
                </a:cubicBezTo>
                <a:cubicBezTo>
                  <a:pt x="49" y="142"/>
                  <a:pt x="49" y="143"/>
                  <a:pt x="47" y="143"/>
                </a:cubicBezTo>
                <a:lnTo>
                  <a:pt x="40" y="143"/>
                </a:lnTo>
                <a:lnTo>
                  <a:pt x="40" y="47"/>
                </a:lnTo>
                <a:cubicBezTo>
                  <a:pt x="40" y="34"/>
                  <a:pt x="40" y="19"/>
                  <a:pt x="32" y="5"/>
                </a:cubicBezTo>
                <a:lnTo>
                  <a:pt x="30" y="0"/>
                </a:lnTo>
                <a:lnTo>
                  <a:pt x="29" y="5"/>
                </a:lnTo>
                <a:cubicBezTo>
                  <a:pt x="21" y="19"/>
                  <a:pt x="21" y="34"/>
                  <a:pt x="21" y="47"/>
                </a:cubicBezTo>
                <a:lnTo>
                  <a:pt x="21" y="143"/>
                </a:lnTo>
                <a:lnTo>
                  <a:pt x="13" y="143"/>
                </a:lnTo>
                <a:cubicBezTo>
                  <a:pt x="12" y="143"/>
                  <a:pt x="12" y="142"/>
                  <a:pt x="12" y="141"/>
                </a:cubicBezTo>
                <a:cubicBezTo>
                  <a:pt x="13" y="141"/>
                  <a:pt x="13" y="140"/>
                  <a:pt x="13" y="139"/>
                </a:cubicBezTo>
                <a:cubicBezTo>
                  <a:pt x="13" y="136"/>
                  <a:pt x="11" y="134"/>
                  <a:pt x="8" y="134"/>
                </a:cubicBezTo>
                <a:cubicBezTo>
                  <a:pt x="6" y="134"/>
                  <a:pt x="3" y="136"/>
                  <a:pt x="3" y="140"/>
                </a:cubicBezTo>
                <a:cubicBezTo>
                  <a:pt x="3" y="143"/>
                  <a:pt x="6" y="147"/>
                  <a:pt x="12" y="147"/>
                </a:cubicBezTo>
                <a:lnTo>
                  <a:pt x="23" y="147"/>
                </a:lnTo>
                <a:cubicBezTo>
                  <a:pt x="21" y="152"/>
                  <a:pt x="21" y="158"/>
                  <a:pt x="21" y="165"/>
                </a:cubicBezTo>
                <a:cubicBezTo>
                  <a:pt x="21" y="174"/>
                  <a:pt x="22" y="183"/>
                  <a:pt x="24" y="187"/>
                </a:cubicBezTo>
                <a:cubicBezTo>
                  <a:pt x="15" y="185"/>
                  <a:pt x="9" y="183"/>
                  <a:pt x="3" y="179"/>
                </a:cubicBezTo>
                <a:lnTo>
                  <a:pt x="1" y="179"/>
                </a:lnTo>
                <a:lnTo>
                  <a:pt x="0" y="183"/>
                </a:lnTo>
                <a:lnTo>
                  <a:pt x="0" y="184"/>
                </a:lnTo>
                <a:cubicBezTo>
                  <a:pt x="7" y="187"/>
                  <a:pt x="12" y="187"/>
                  <a:pt x="19" y="190"/>
                </a:cubicBezTo>
                <a:cubicBezTo>
                  <a:pt x="19" y="190"/>
                  <a:pt x="23" y="191"/>
                  <a:pt x="26" y="191"/>
                </a:cubicBezTo>
                <a:cubicBezTo>
                  <a:pt x="25" y="192"/>
                  <a:pt x="25" y="193"/>
                  <a:pt x="25" y="196"/>
                </a:cubicBezTo>
                <a:cubicBezTo>
                  <a:pt x="25" y="198"/>
                  <a:pt x="28" y="200"/>
                  <a:pt x="30" y="200"/>
                </a:cubicBezTo>
                <a:cubicBezTo>
                  <a:pt x="33" y="200"/>
                  <a:pt x="35" y="198"/>
                  <a:pt x="35" y="196"/>
                </a:cubicBezTo>
                <a:cubicBezTo>
                  <a:pt x="35" y="193"/>
                  <a:pt x="34" y="192"/>
                  <a:pt x="33" y="191"/>
                </a:cubicBezTo>
                <a:cubicBezTo>
                  <a:pt x="36" y="191"/>
                  <a:pt x="42" y="190"/>
                  <a:pt x="42" y="190"/>
                </a:cubicBezTo>
                <a:cubicBezTo>
                  <a:pt x="47" y="187"/>
                  <a:pt x="53" y="187"/>
                  <a:pt x="58" y="184"/>
                </a:cubicBezTo>
                <a:lnTo>
                  <a:pt x="60" y="183"/>
                </a:lnTo>
                <a:lnTo>
                  <a:pt x="57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8"/>
          <p:cNvSpPr/>
          <p:nvPr/>
        </p:nvSpPr>
        <p:spPr>
          <a:xfrm>
            <a:off x="9170280" y="5368320"/>
            <a:ext cx="96120" cy="136800"/>
          </a:xfrm>
          <a:custGeom>
            <a:rect b="b" l="l" r="r" t="t"/>
            <a:pathLst>
              <a:path extrusionOk="0" h="380" w="267">
                <a:moveTo>
                  <a:pt x="240" y="0"/>
                </a:moveTo>
                <a:lnTo>
                  <a:pt x="240" y="222"/>
                </a:lnTo>
                <a:cubicBezTo>
                  <a:pt x="240" y="313"/>
                  <a:pt x="205" y="356"/>
                  <a:pt x="130" y="356"/>
                </a:cubicBezTo>
                <a:cubicBezTo>
                  <a:pt x="44" y="356"/>
                  <a:pt x="25" y="282"/>
                  <a:pt x="25" y="222"/>
                </a:cubicBezTo>
                <a:lnTo>
                  <a:pt x="25" y="0"/>
                </a:lnTo>
                <a:lnTo>
                  <a:pt x="0" y="0"/>
                </a:lnTo>
                <a:lnTo>
                  <a:pt x="0" y="222"/>
                </a:lnTo>
                <a:cubicBezTo>
                  <a:pt x="0" y="326"/>
                  <a:pt x="44" y="379"/>
                  <a:pt x="130" y="379"/>
                </a:cubicBezTo>
                <a:cubicBezTo>
                  <a:pt x="220" y="379"/>
                  <a:pt x="266" y="326"/>
                  <a:pt x="266" y="222"/>
                </a:cubicBezTo>
                <a:lnTo>
                  <a:pt x="266" y="0"/>
                </a:lnTo>
                <a:lnTo>
                  <a:pt x="24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8"/>
          <p:cNvSpPr/>
          <p:nvPr/>
        </p:nvSpPr>
        <p:spPr>
          <a:xfrm>
            <a:off x="9284760" y="5402880"/>
            <a:ext cx="72360" cy="99360"/>
          </a:xfrm>
          <a:custGeom>
            <a:rect b="b" l="l" r="r" t="t"/>
            <a:pathLst>
              <a:path extrusionOk="0" h="276" w="201">
                <a:moveTo>
                  <a:pt x="109" y="0"/>
                </a:moveTo>
                <a:cubicBezTo>
                  <a:pt x="71" y="0"/>
                  <a:pt x="37" y="23"/>
                  <a:pt x="23" y="56"/>
                </a:cubicBezTo>
                <a:cubicBezTo>
                  <a:pt x="23" y="44"/>
                  <a:pt x="23" y="6"/>
                  <a:pt x="23" y="6"/>
                </a:cubicBezTo>
                <a:lnTo>
                  <a:pt x="0" y="6"/>
                </a:lnTo>
                <a:lnTo>
                  <a:pt x="0" y="275"/>
                </a:lnTo>
                <a:lnTo>
                  <a:pt x="23" y="275"/>
                </a:lnTo>
                <a:lnTo>
                  <a:pt x="23" y="129"/>
                </a:lnTo>
                <a:cubicBezTo>
                  <a:pt x="23" y="64"/>
                  <a:pt x="56" y="21"/>
                  <a:pt x="109" y="21"/>
                </a:cubicBezTo>
                <a:cubicBezTo>
                  <a:pt x="177" y="21"/>
                  <a:pt x="177" y="84"/>
                  <a:pt x="177" y="105"/>
                </a:cubicBezTo>
                <a:lnTo>
                  <a:pt x="177" y="275"/>
                </a:lnTo>
                <a:lnTo>
                  <a:pt x="200" y="275"/>
                </a:lnTo>
                <a:lnTo>
                  <a:pt x="200" y="109"/>
                </a:lnTo>
                <a:cubicBezTo>
                  <a:pt x="200" y="79"/>
                  <a:pt x="200" y="0"/>
                  <a:pt x="109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8"/>
          <p:cNvSpPr/>
          <p:nvPr/>
        </p:nvSpPr>
        <p:spPr>
          <a:xfrm>
            <a:off x="937620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51" name="Google Shape;751;p38"/>
          <p:cNvSpPr/>
          <p:nvPr/>
        </p:nvSpPr>
        <p:spPr>
          <a:xfrm>
            <a:off x="937620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52" name="Google Shape;752;p38"/>
          <p:cNvSpPr/>
          <p:nvPr/>
        </p:nvSpPr>
        <p:spPr>
          <a:xfrm>
            <a:off x="9394200" y="5405040"/>
            <a:ext cx="79560" cy="97200"/>
          </a:xfrm>
          <a:custGeom>
            <a:rect b="b" l="l" r="r" t="t"/>
            <a:pathLst>
              <a:path extrusionOk="0" h="270" w="221">
                <a:moveTo>
                  <a:pt x="195" y="0"/>
                </a:moveTo>
                <a:cubicBezTo>
                  <a:pt x="195" y="0"/>
                  <a:pt x="116" y="231"/>
                  <a:pt x="112" y="238"/>
                </a:cubicBezTo>
                <a:cubicBezTo>
                  <a:pt x="109" y="231"/>
                  <a:pt x="25" y="0"/>
                  <a:pt x="25" y="0"/>
                </a:cubicBezTo>
                <a:lnTo>
                  <a:pt x="0" y="0"/>
                </a:lnTo>
                <a:lnTo>
                  <a:pt x="100" y="269"/>
                </a:lnTo>
                <a:lnTo>
                  <a:pt x="126" y="269"/>
                </a:lnTo>
                <a:lnTo>
                  <a:pt x="220" y="0"/>
                </a:lnTo>
                <a:lnTo>
                  <a:pt x="195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8"/>
          <p:cNvSpPr/>
          <p:nvPr/>
        </p:nvSpPr>
        <p:spPr>
          <a:xfrm>
            <a:off x="9477000" y="5402880"/>
            <a:ext cx="80280" cy="101520"/>
          </a:xfrm>
          <a:custGeom>
            <a:rect b="b" l="l" r="r" t="t"/>
            <a:pathLst>
              <a:path extrusionOk="0" h="282" w="223">
                <a:moveTo>
                  <a:pt x="111" y="23"/>
                </a:moveTo>
                <a:cubicBezTo>
                  <a:pt x="166" y="23"/>
                  <a:pt x="196" y="73"/>
                  <a:pt x="198" y="124"/>
                </a:cubicBezTo>
                <a:cubicBezTo>
                  <a:pt x="194" y="124"/>
                  <a:pt x="28" y="124"/>
                  <a:pt x="22" y="124"/>
                </a:cubicBezTo>
                <a:cubicBezTo>
                  <a:pt x="28" y="73"/>
                  <a:pt x="58" y="23"/>
                  <a:pt x="111" y="23"/>
                </a:cubicBezTo>
                <a:moveTo>
                  <a:pt x="111" y="0"/>
                </a:moveTo>
                <a:cubicBezTo>
                  <a:pt x="82" y="0"/>
                  <a:pt x="56" y="11"/>
                  <a:pt x="37" y="33"/>
                </a:cubicBezTo>
                <a:cubicBezTo>
                  <a:pt x="13" y="59"/>
                  <a:pt x="0" y="101"/>
                  <a:pt x="0" y="146"/>
                </a:cubicBezTo>
                <a:cubicBezTo>
                  <a:pt x="0" y="187"/>
                  <a:pt x="11" y="224"/>
                  <a:pt x="34" y="249"/>
                </a:cubicBezTo>
                <a:cubicBezTo>
                  <a:pt x="53" y="269"/>
                  <a:pt x="79" y="281"/>
                  <a:pt x="111" y="281"/>
                </a:cubicBezTo>
                <a:cubicBezTo>
                  <a:pt x="171" y="281"/>
                  <a:pt x="209" y="247"/>
                  <a:pt x="219" y="184"/>
                </a:cubicBezTo>
                <a:lnTo>
                  <a:pt x="219" y="181"/>
                </a:lnTo>
                <a:lnTo>
                  <a:pt x="197" y="181"/>
                </a:lnTo>
                <a:lnTo>
                  <a:pt x="197" y="183"/>
                </a:lnTo>
                <a:cubicBezTo>
                  <a:pt x="189" y="231"/>
                  <a:pt x="157" y="260"/>
                  <a:pt x="111" y="260"/>
                </a:cubicBezTo>
                <a:cubicBezTo>
                  <a:pt x="86" y="260"/>
                  <a:pt x="67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2" y="146"/>
                  <a:pt x="222" y="146"/>
                </a:cubicBezTo>
                <a:lnTo>
                  <a:pt x="222" y="143"/>
                </a:lnTo>
                <a:cubicBezTo>
                  <a:pt x="222" y="140"/>
                  <a:pt x="222" y="136"/>
                  <a:pt x="222" y="134"/>
                </a:cubicBezTo>
                <a:cubicBezTo>
                  <a:pt x="222" y="92"/>
                  <a:pt x="211" y="58"/>
                  <a:pt x="189" y="34"/>
                </a:cubicBezTo>
                <a:cubicBezTo>
                  <a:pt x="170" y="11"/>
                  <a:pt x="143" y="0"/>
                  <a:pt x="11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8"/>
          <p:cNvSpPr/>
          <p:nvPr/>
        </p:nvSpPr>
        <p:spPr>
          <a:xfrm>
            <a:off x="9570600" y="5404320"/>
            <a:ext cx="42840" cy="97920"/>
          </a:xfrm>
          <a:custGeom>
            <a:rect b="b" l="l" r="r" t="t"/>
            <a:pathLst>
              <a:path extrusionOk="0" h="272" w="119">
                <a:moveTo>
                  <a:pt x="22" y="56"/>
                </a:moveTo>
                <a:cubicBezTo>
                  <a:pt x="22" y="44"/>
                  <a:pt x="22" y="2"/>
                  <a:pt x="22" y="2"/>
                </a:cubicBezTo>
                <a:lnTo>
                  <a:pt x="0" y="2"/>
                </a:lnTo>
                <a:lnTo>
                  <a:pt x="0" y="271"/>
                </a:lnTo>
                <a:lnTo>
                  <a:pt x="22" y="271"/>
                </a:lnTo>
                <a:lnTo>
                  <a:pt x="22" y="123"/>
                </a:lnTo>
                <a:cubicBezTo>
                  <a:pt x="24" y="84"/>
                  <a:pt x="32" y="69"/>
                  <a:pt x="50" y="50"/>
                </a:cubicBezTo>
                <a:cubicBezTo>
                  <a:pt x="75" y="22"/>
                  <a:pt x="106" y="24"/>
                  <a:pt x="116" y="25"/>
                </a:cubicBezTo>
                <a:lnTo>
                  <a:pt x="118" y="26"/>
                </a:lnTo>
                <a:lnTo>
                  <a:pt x="118" y="1"/>
                </a:lnTo>
                <a:lnTo>
                  <a:pt x="117" y="1"/>
                </a:lnTo>
                <a:cubicBezTo>
                  <a:pt x="75" y="0"/>
                  <a:pt x="35" y="22"/>
                  <a:pt x="22" y="5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8"/>
          <p:cNvSpPr/>
          <p:nvPr/>
        </p:nvSpPr>
        <p:spPr>
          <a:xfrm>
            <a:off x="9615600" y="5402880"/>
            <a:ext cx="72360" cy="101520"/>
          </a:xfrm>
          <a:custGeom>
            <a:rect b="b" l="l" r="r" t="t"/>
            <a:pathLst>
              <a:path extrusionOk="0" h="282" w="201">
                <a:moveTo>
                  <a:pt x="110" y="127"/>
                </a:moveTo>
                <a:lnTo>
                  <a:pt x="104" y="124"/>
                </a:lnTo>
                <a:cubicBezTo>
                  <a:pt x="66" y="116"/>
                  <a:pt x="31" y="109"/>
                  <a:pt x="31" y="71"/>
                </a:cubicBezTo>
                <a:cubicBezTo>
                  <a:pt x="31" y="36"/>
                  <a:pt x="66" y="23"/>
                  <a:pt x="99" y="23"/>
                </a:cubicBezTo>
                <a:cubicBezTo>
                  <a:pt x="126" y="23"/>
                  <a:pt x="169" y="31"/>
                  <a:pt x="170" y="88"/>
                </a:cubicBezTo>
                <a:lnTo>
                  <a:pt x="170" y="90"/>
                </a:lnTo>
                <a:lnTo>
                  <a:pt x="193" y="90"/>
                </a:lnTo>
                <a:lnTo>
                  <a:pt x="193" y="88"/>
                </a:lnTo>
                <a:cubicBezTo>
                  <a:pt x="193" y="32"/>
                  <a:pt x="159" y="0"/>
                  <a:pt x="99" y="0"/>
                </a:cubicBezTo>
                <a:cubicBezTo>
                  <a:pt x="78" y="0"/>
                  <a:pt x="9" y="5"/>
                  <a:pt x="9" y="71"/>
                </a:cubicBezTo>
                <a:cubicBezTo>
                  <a:pt x="9" y="129"/>
                  <a:pt x="58" y="140"/>
                  <a:pt x="95" y="148"/>
                </a:cubicBezTo>
                <a:lnTo>
                  <a:pt x="101" y="149"/>
                </a:lnTo>
                <a:cubicBezTo>
                  <a:pt x="140" y="158"/>
                  <a:pt x="177" y="166"/>
                  <a:pt x="177" y="206"/>
                </a:cubicBezTo>
                <a:cubicBezTo>
                  <a:pt x="177" y="254"/>
                  <a:pt x="123" y="260"/>
                  <a:pt x="101" y="260"/>
                </a:cubicBezTo>
                <a:cubicBezTo>
                  <a:pt x="56" y="260"/>
                  <a:pt x="25" y="230"/>
                  <a:pt x="22" y="185"/>
                </a:cubicBezTo>
                <a:lnTo>
                  <a:pt x="22" y="183"/>
                </a:lnTo>
                <a:lnTo>
                  <a:pt x="0" y="183"/>
                </a:lnTo>
                <a:lnTo>
                  <a:pt x="0" y="185"/>
                </a:lnTo>
                <a:cubicBezTo>
                  <a:pt x="1" y="244"/>
                  <a:pt x="41" y="281"/>
                  <a:pt x="101" y="281"/>
                </a:cubicBezTo>
                <a:cubicBezTo>
                  <a:pt x="125" y="281"/>
                  <a:pt x="200" y="275"/>
                  <a:pt x="200" y="206"/>
                </a:cubicBezTo>
                <a:cubicBezTo>
                  <a:pt x="200" y="148"/>
                  <a:pt x="159" y="136"/>
                  <a:pt x="110" y="12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8"/>
          <p:cNvSpPr/>
          <p:nvPr/>
        </p:nvSpPr>
        <p:spPr>
          <a:xfrm>
            <a:off x="9703440" y="5405040"/>
            <a:ext cx="8640" cy="97200"/>
          </a:xfrm>
          <a:custGeom>
            <a:rect b="b" l="l" r="r" t="t"/>
            <a:pathLst>
              <a:path extrusionOk="0" h="270" w="24">
                <a:moveTo>
                  <a:pt x="0" y="269"/>
                </a:moveTo>
                <a:lnTo>
                  <a:pt x="23" y="269"/>
                </a:lnTo>
                <a:lnTo>
                  <a:pt x="23" y="0"/>
                </a:lnTo>
                <a:lnTo>
                  <a:pt x="0" y="0"/>
                </a:lnTo>
                <a:lnTo>
                  <a:pt x="0" y="2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57" name="Google Shape;757;p38"/>
          <p:cNvSpPr/>
          <p:nvPr/>
        </p:nvSpPr>
        <p:spPr>
          <a:xfrm>
            <a:off x="9721800" y="5375880"/>
            <a:ext cx="124920" cy="159840"/>
          </a:xfrm>
          <a:custGeom>
            <a:rect b="b" l="l" r="r" t="t"/>
            <a:pathLst>
              <a:path extrusionOk="0" h="444" w="347">
                <a:moveTo>
                  <a:pt x="68" y="81"/>
                </a:moveTo>
                <a:cubicBezTo>
                  <a:pt x="68" y="77"/>
                  <a:pt x="68" y="0"/>
                  <a:pt x="68" y="0"/>
                </a:cubicBezTo>
                <a:lnTo>
                  <a:pt x="45" y="0"/>
                </a:lnTo>
                <a:cubicBezTo>
                  <a:pt x="45" y="0"/>
                  <a:pt x="45" y="77"/>
                  <a:pt x="45" y="81"/>
                </a:cubicBezTo>
                <a:cubicBezTo>
                  <a:pt x="42" y="81"/>
                  <a:pt x="0" y="81"/>
                  <a:pt x="0" y="81"/>
                </a:cubicBezTo>
                <a:lnTo>
                  <a:pt x="0" y="102"/>
                </a:lnTo>
                <a:cubicBezTo>
                  <a:pt x="0" y="102"/>
                  <a:pt x="42" y="102"/>
                  <a:pt x="45" y="102"/>
                </a:cubicBezTo>
                <a:cubicBezTo>
                  <a:pt x="45" y="107"/>
                  <a:pt x="45" y="283"/>
                  <a:pt x="45" y="283"/>
                </a:cubicBezTo>
                <a:cubicBezTo>
                  <a:pt x="45" y="284"/>
                  <a:pt x="45" y="287"/>
                  <a:pt x="45" y="288"/>
                </a:cubicBezTo>
                <a:cubicBezTo>
                  <a:pt x="45" y="308"/>
                  <a:pt x="51" y="324"/>
                  <a:pt x="60" y="333"/>
                </a:cubicBezTo>
                <a:cubicBezTo>
                  <a:pt x="75" y="348"/>
                  <a:pt x="99" y="350"/>
                  <a:pt x="119" y="348"/>
                </a:cubicBezTo>
                <a:lnTo>
                  <a:pt x="121" y="347"/>
                </a:lnTo>
                <a:lnTo>
                  <a:pt x="121" y="326"/>
                </a:lnTo>
                <a:lnTo>
                  <a:pt x="118" y="326"/>
                </a:lnTo>
                <a:cubicBezTo>
                  <a:pt x="98" y="327"/>
                  <a:pt x="85" y="326"/>
                  <a:pt x="77" y="318"/>
                </a:cubicBezTo>
                <a:cubicBezTo>
                  <a:pt x="71" y="311"/>
                  <a:pt x="68" y="300"/>
                  <a:pt x="68" y="283"/>
                </a:cubicBezTo>
                <a:cubicBezTo>
                  <a:pt x="68" y="283"/>
                  <a:pt x="68" y="107"/>
                  <a:pt x="68" y="102"/>
                </a:cubicBezTo>
                <a:cubicBezTo>
                  <a:pt x="72" y="102"/>
                  <a:pt x="117" y="102"/>
                  <a:pt x="130" y="102"/>
                </a:cubicBezTo>
                <a:cubicBezTo>
                  <a:pt x="154" y="165"/>
                  <a:pt x="224" y="343"/>
                  <a:pt x="225" y="344"/>
                </a:cubicBezTo>
                <a:cubicBezTo>
                  <a:pt x="214" y="378"/>
                  <a:pt x="207" y="398"/>
                  <a:pt x="201" y="405"/>
                </a:cubicBezTo>
                <a:cubicBezTo>
                  <a:pt x="189" y="417"/>
                  <a:pt x="177" y="422"/>
                  <a:pt x="151" y="422"/>
                </a:cubicBezTo>
                <a:lnTo>
                  <a:pt x="149" y="422"/>
                </a:lnTo>
                <a:lnTo>
                  <a:pt x="149" y="443"/>
                </a:lnTo>
                <a:lnTo>
                  <a:pt x="151" y="443"/>
                </a:lnTo>
                <a:cubicBezTo>
                  <a:pt x="179" y="443"/>
                  <a:pt x="196" y="442"/>
                  <a:pt x="209" y="431"/>
                </a:cubicBezTo>
                <a:cubicBezTo>
                  <a:pt x="219" y="422"/>
                  <a:pt x="228" y="403"/>
                  <a:pt x="238" y="375"/>
                </a:cubicBezTo>
                <a:lnTo>
                  <a:pt x="346" y="81"/>
                </a:lnTo>
                <a:lnTo>
                  <a:pt x="320" y="81"/>
                </a:lnTo>
                <a:cubicBezTo>
                  <a:pt x="320" y="81"/>
                  <a:pt x="240" y="306"/>
                  <a:pt x="237" y="316"/>
                </a:cubicBezTo>
                <a:cubicBezTo>
                  <a:pt x="234" y="306"/>
                  <a:pt x="148" y="81"/>
                  <a:pt x="148" y="81"/>
                </a:cubicBezTo>
                <a:lnTo>
                  <a:pt x="68" y="8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8"/>
          <p:cNvSpPr/>
          <p:nvPr/>
        </p:nvSpPr>
        <p:spPr>
          <a:xfrm>
            <a:off x="9703440" y="5375880"/>
            <a:ext cx="8640" cy="13680"/>
          </a:xfrm>
          <a:custGeom>
            <a:rect b="b" l="l" r="r" t="t"/>
            <a:pathLst>
              <a:path extrusionOk="0" h="38" w="24">
                <a:moveTo>
                  <a:pt x="0" y="37"/>
                </a:moveTo>
                <a:lnTo>
                  <a:pt x="23" y="37"/>
                </a:lnTo>
                <a:lnTo>
                  <a:pt x="23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59" name="Google Shape;759;p38"/>
          <p:cNvSpPr/>
          <p:nvPr/>
        </p:nvSpPr>
        <p:spPr>
          <a:xfrm>
            <a:off x="9308520" y="5208480"/>
            <a:ext cx="133920" cy="140040"/>
          </a:xfrm>
          <a:custGeom>
            <a:rect b="b" l="l" r="r" t="t"/>
            <a:pathLst>
              <a:path extrusionOk="0" h="389" w="372">
                <a:moveTo>
                  <a:pt x="185" y="26"/>
                </a:moveTo>
                <a:cubicBezTo>
                  <a:pt x="110" y="26"/>
                  <a:pt x="57" y="87"/>
                  <a:pt x="57" y="187"/>
                </a:cubicBezTo>
                <a:cubicBezTo>
                  <a:pt x="57" y="307"/>
                  <a:pt x="123" y="360"/>
                  <a:pt x="186" y="360"/>
                </a:cubicBezTo>
                <a:cubicBezTo>
                  <a:pt x="263" y="360"/>
                  <a:pt x="313" y="298"/>
                  <a:pt x="313" y="200"/>
                </a:cubicBezTo>
                <a:cubicBezTo>
                  <a:pt x="314" y="94"/>
                  <a:pt x="263" y="26"/>
                  <a:pt x="185" y="26"/>
                </a:cubicBezTo>
                <a:moveTo>
                  <a:pt x="182" y="386"/>
                </a:moveTo>
                <a:cubicBezTo>
                  <a:pt x="83" y="384"/>
                  <a:pt x="0" y="302"/>
                  <a:pt x="2" y="189"/>
                </a:cubicBezTo>
                <a:cubicBezTo>
                  <a:pt x="4" y="100"/>
                  <a:pt x="71" y="0"/>
                  <a:pt x="192" y="3"/>
                </a:cubicBezTo>
                <a:cubicBezTo>
                  <a:pt x="277" y="4"/>
                  <a:pt x="371" y="73"/>
                  <a:pt x="369" y="199"/>
                </a:cubicBezTo>
                <a:cubicBezTo>
                  <a:pt x="366" y="323"/>
                  <a:pt x="268" y="388"/>
                  <a:pt x="182" y="38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8"/>
          <p:cNvSpPr/>
          <p:nvPr/>
        </p:nvSpPr>
        <p:spPr>
          <a:xfrm>
            <a:off x="9780120" y="5211360"/>
            <a:ext cx="117720" cy="134280"/>
          </a:xfrm>
          <a:custGeom>
            <a:rect b="b" l="l" r="r" t="t"/>
            <a:pathLst>
              <a:path extrusionOk="0" h="373" w="327">
                <a:moveTo>
                  <a:pt x="326" y="6"/>
                </a:moveTo>
                <a:lnTo>
                  <a:pt x="326" y="0"/>
                </a:lnTo>
                <a:lnTo>
                  <a:pt x="227" y="0"/>
                </a:lnTo>
                <a:lnTo>
                  <a:pt x="227" y="6"/>
                </a:lnTo>
                <a:cubicBezTo>
                  <a:pt x="247" y="7"/>
                  <a:pt x="252" y="11"/>
                  <a:pt x="252" y="41"/>
                </a:cubicBezTo>
                <a:lnTo>
                  <a:pt x="252" y="171"/>
                </a:lnTo>
                <a:lnTo>
                  <a:pt x="74" y="171"/>
                </a:lnTo>
                <a:lnTo>
                  <a:pt x="74" y="41"/>
                </a:lnTo>
                <a:cubicBezTo>
                  <a:pt x="74" y="11"/>
                  <a:pt x="79" y="7"/>
                  <a:pt x="99" y="6"/>
                </a:cubicBezTo>
                <a:lnTo>
                  <a:pt x="99" y="0"/>
                </a:lnTo>
                <a:lnTo>
                  <a:pt x="0" y="0"/>
                </a:lnTo>
                <a:lnTo>
                  <a:pt x="0" y="6"/>
                </a:lnTo>
                <a:cubicBezTo>
                  <a:pt x="19" y="7"/>
                  <a:pt x="25" y="11"/>
                  <a:pt x="25" y="41"/>
                </a:cubicBezTo>
                <a:lnTo>
                  <a:pt x="25" y="332"/>
                </a:lnTo>
                <a:cubicBezTo>
                  <a:pt x="25" y="363"/>
                  <a:pt x="19" y="366"/>
                  <a:pt x="0" y="367"/>
                </a:cubicBezTo>
                <a:lnTo>
                  <a:pt x="0" y="372"/>
                </a:lnTo>
                <a:lnTo>
                  <a:pt x="99" y="372"/>
                </a:lnTo>
                <a:lnTo>
                  <a:pt x="99" y="367"/>
                </a:lnTo>
                <a:cubicBezTo>
                  <a:pt x="79" y="366"/>
                  <a:pt x="74" y="363"/>
                  <a:pt x="74" y="332"/>
                </a:cubicBezTo>
                <a:lnTo>
                  <a:pt x="74" y="193"/>
                </a:lnTo>
                <a:lnTo>
                  <a:pt x="252" y="193"/>
                </a:lnTo>
                <a:lnTo>
                  <a:pt x="252" y="332"/>
                </a:lnTo>
                <a:cubicBezTo>
                  <a:pt x="252" y="363"/>
                  <a:pt x="247" y="366"/>
                  <a:pt x="227" y="367"/>
                </a:cubicBezTo>
                <a:lnTo>
                  <a:pt x="227" y="372"/>
                </a:lnTo>
                <a:lnTo>
                  <a:pt x="326" y="372"/>
                </a:lnTo>
                <a:lnTo>
                  <a:pt x="326" y="367"/>
                </a:lnTo>
                <a:cubicBezTo>
                  <a:pt x="306" y="366"/>
                  <a:pt x="301" y="363"/>
                  <a:pt x="301" y="332"/>
                </a:cubicBezTo>
                <a:lnTo>
                  <a:pt x="301" y="41"/>
                </a:lnTo>
                <a:cubicBezTo>
                  <a:pt x="301" y="11"/>
                  <a:pt x="306" y="7"/>
                  <a:pt x="326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8"/>
          <p:cNvSpPr/>
          <p:nvPr/>
        </p:nvSpPr>
        <p:spPr>
          <a:xfrm>
            <a:off x="9450000" y="5211360"/>
            <a:ext cx="115200" cy="134280"/>
          </a:xfrm>
          <a:custGeom>
            <a:rect b="b" l="l" r="r" t="t"/>
            <a:pathLst>
              <a:path extrusionOk="0" h="373" w="320">
                <a:moveTo>
                  <a:pt x="1" y="0"/>
                </a:moveTo>
                <a:lnTo>
                  <a:pt x="1" y="6"/>
                </a:lnTo>
                <a:cubicBezTo>
                  <a:pt x="20" y="6"/>
                  <a:pt x="25" y="8"/>
                  <a:pt x="25" y="31"/>
                </a:cubicBezTo>
                <a:lnTo>
                  <a:pt x="25" y="332"/>
                </a:lnTo>
                <a:cubicBezTo>
                  <a:pt x="25" y="363"/>
                  <a:pt x="20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5" y="366"/>
                  <a:pt x="50" y="363"/>
                  <a:pt x="50" y="332"/>
                </a:cubicBezTo>
                <a:lnTo>
                  <a:pt x="50" y="62"/>
                </a:lnTo>
                <a:cubicBezTo>
                  <a:pt x="50" y="66"/>
                  <a:pt x="244" y="319"/>
                  <a:pt x="286" y="372"/>
                </a:cubicBezTo>
                <a:lnTo>
                  <a:pt x="293" y="372"/>
                </a:lnTo>
                <a:lnTo>
                  <a:pt x="293" y="31"/>
                </a:lnTo>
                <a:cubicBezTo>
                  <a:pt x="293" y="8"/>
                  <a:pt x="299" y="6"/>
                  <a:pt x="319" y="6"/>
                </a:cubicBezTo>
                <a:lnTo>
                  <a:pt x="319" y="0"/>
                </a:lnTo>
                <a:lnTo>
                  <a:pt x="245" y="0"/>
                </a:lnTo>
                <a:lnTo>
                  <a:pt x="245" y="6"/>
                </a:lnTo>
                <a:cubicBezTo>
                  <a:pt x="263" y="6"/>
                  <a:pt x="269" y="8"/>
                  <a:pt x="269" y="31"/>
                </a:cubicBezTo>
                <a:lnTo>
                  <a:pt x="269" y="267"/>
                </a:lnTo>
                <a:lnTo>
                  <a:pt x="66" y="0"/>
                </a:lnTo>
                <a:lnTo>
                  <a:pt x="1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8"/>
          <p:cNvSpPr/>
          <p:nvPr/>
        </p:nvSpPr>
        <p:spPr>
          <a:xfrm>
            <a:off x="9565920" y="5211360"/>
            <a:ext cx="117000" cy="134280"/>
          </a:xfrm>
          <a:custGeom>
            <a:rect b="b" l="l" r="r" t="t"/>
            <a:pathLst>
              <a:path extrusionOk="0" h="373" w="325">
                <a:moveTo>
                  <a:pt x="91" y="239"/>
                </a:moveTo>
                <a:cubicBezTo>
                  <a:pt x="115" y="180"/>
                  <a:pt x="149" y="85"/>
                  <a:pt x="149" y="85"/>
                </a:cubicBezTo>
                <a:cubicBezTo>
                  <a:pt x="149" y="85"/>
                  <a:pt x="180" y="170"/>
                  <a:pt x="206" y="239"/>
                </a:cubicBezTo>
                <a:lnTo>
                  <a:pt x="91" y="239"/>
                </a:lnTo>
                <a:moveTo>
                  <a:pt x="166" y="0"/>
                </a:moveTo>
                <a:lnTo>
                  <a:pt x="160" y="0"/>
                </a:lnTo>
                <a:cubicBezTo>
                  <a:pt x="142" y="46"/>
                  <a:pt x="60" y="251"/>
                  <a:pt x="32" y="322"/>
                </a:cubicBezTo>
                <a:cubicBezTo>
                  <a:pt x="26" y="335"/>
                  <a:pt x="19" y="354"/>
                  <a:pt x="13" y="362"/>
                </a:cubicBezTo>
                <a:cubicBezTo>
                  <a:pt x="8" y="366"/>
                  <a:pt x="3" y="367"/>
                  <a:pt x="0" y="367"/>
                </a:cubicBezTo>
                <a:lnTo>
                  <a:pt x="0" y="372"/>
                </a:lnTo>
                <a:lnTo>
                  <a:pt x="66" y="372"/>
                </a:lnTo>
                <a:lnTo>
                  <a:pt x="66" y="367"/>
                </a:lnTo>
                <a:cubicBezTo>
                  <a:pt x="61" y="367"/>
                  <a:pt x="49" y="367"/>
                  <a:pt x="49" y="357"/>
                </a:cubicBezTo>
                <a:cubicBezTo>
                  <a:pt x="49" y="353"/>
                  <a:pt x="49" y="350"/>
                  <a:pt x="50" y="346"/>
                </a:cubicBezTo>
                <a:cubicBezTo>
                  <a:pt x="52" y="339"/>
                  <a:pt x="65" y="303"/>
                  <a:pt x="83" y="262"/>
                </a:cubicBezTo>
                <a:lnTo>
                  <a:pt x="215" y="262"/>
                </a:lnTo>
                <a:cubicBezTo>
                  <a:pt x="228" y="298"/>
                  <a:pt x="240" y="327"/>
                  <a:pt x="246" y="340"/>
                </a:cubicBezTo>
                <a:cubicBezTo>
                  <a:pt x="247" y="344"/>
                  <a:pt x="250" y="352"/>
                  <a:pt x="250" y="357"/>
                </a:cubicBezTo>
                <a:cubicBezTo>
                  <a:pt x="250" y="367"/>
                  <a:pt x="243" y="367"/>
                  <a:pt x="233" y="367"/>
                </a:cubicBezTo>
                <a:lnTo>
                  <a:pt x="233" y="372"/>
                </a:lnTo>
                <a:lnTo>
                  <a:pt x="324" y="372"/>
                </a:lnTo>
                <a:lnTo>
                  <a:pt x="324" y="367"/>
                </a:lnTo>
                <a:cubicBezTo>
                  <a:pt x="313" y="366"/>
                  <a:pt x="310" y="364"/>
                  <a:pt x="302" y="344"/>
                </a:cubicBezTo>
                <a:lnTo>
                  <a:pt x="16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8"/>
          <p:cNvSpPr/>
          <p:nvPr/>
        </p:nvSpPr>
        <p:spPr>
          <a:xfrm>
            <a:off x="9163800" y="5211360"/>
            <a:ext cx="136800" cy="134280"/>
          </a:xfrm>
          <a:custGeom>
            <a:rect b="b" l="l" r="r" t="t"/>
            <a:pathLst>
              <a:path extrusionOk="0" h="373" w="380">
                <a:moveTo>
                  <a:pt x="0" y="0"/>
                </a:moveTo>
                <a:lnTo>
                  <a:pt x="0" y="6"/>
                </a:lnTo>
                <a:cubicBezTo>
                  <a:pt x="11" y="6"/>
                  <a:pt x="17" y="7"/>
                  <a:pt x="21" y="12"/>
                </a:cubicBezTo>
                <a:cubicBezTo>
                  <a:pt x="22" y="13"/>
                  <a:pt x="23" y="15"/>
                  <a:pt x="23" y="17"/>
                </a:cubicBezTo>
                <a:cubicBezTo>
                  <a:pt x="24" y="19"/>
                  <a:pt x="24" y="21"/>
                  <a:pt x="24" y="24"/>
                </a:cubicBezTo>
                <a:cubicBezTo>
                  <a:pt x="24" y="26"/>
                  <a:pt x="24" y="28"/>
                  <a:pt x="24" y="31"/>
                </a:cubicBezTo>
                <a:lnTo>
                  <a:pt x="24" y="332"/>
                </a:lnTo>
                <a:cubicBezTo>
                  <a:pt x="24" y="363"/>
                  <a:pt x="19" y="366"/>
                  <a:pt x="0" y="367"/>
                </a:cubicBezTo>
                <a:lnTo>
                  <a:pt x="0" y="372"/>
                </a:lnTo>
                <a:lnTo>
                  <a:pt x="75" y="372"/>
                </a:lnTo>
                <a:lnTo>
                  <a:pt x="75" y="367"/>
                </a:lnTo>
                <a:cubicBezTo>
                  <a:pt x="54" y="366"/>
                  <a:pt x="49" y="363"/>
                  <a:pt x="49" y="332"/>
                </a:cubicBezTo>
                <a:lnTo>
                  <a:pt x="49" y="75"/>
                </a:lnTo>
                <a:cubicBezTo>
                  <a:pt x="49" y="70"/>
                  <a:pt x="47" y="60"/>
                  <a:pt x="47" y="60"/>
                </a:cubicBezTo>
                <a:lnTo>
                  <a:pt x="52" y="75"/>
                </a:lnTo>
                <a:lnTo>
                  <a:pt x="173" y="371"/>
                </a:lnTo>
                <a:lnTo>
                  <a:pt x="180" y="371"/>
                </a:lnTo>
                <a:lnTo>
                  <a:pt x="302" y="65"/>
                </a:lnTo>
                <a:lnTo>
                  <a:pt x="306" y="53"/>
                </a:lnTo>
                <a:cubicBezTo>
                  <a:pt x="306" y="53"/>
                  <a:pt x="305" y="59"/>
                  <a:pt x="305" y="65"/>
                </a:cubicBezTo>
                <a:lnTo>
                  <a:pt x="305" y="332"/>
                </a:lnTo>
                <a:cubicBezTo>
                  <a:pt x="305" y="363"/>
                  <a:pt x="300" y="366"/>
                  <a:pt x="280" y="367"/>
                </a:cubicBezTo>
                <a:lnTo>
                  <a:pt x="280" y="372"/>
                </a:lnTo>
                <a:lnTo>
                  <a:pt x="379" y="372"/>
                </a:lnTo>
                <a:lnTo>
                  <a:pt x="379" y="367"/>
                </a:lnTo>
                <a:cubicBezTo>
                  <a:pt x="359" y="366"/>
                  <a:pt x="354" y="363"/>
                  <a:pt x="354" y="332"/>
                </a:cubicBezTo>
                <a:lnTo>
                  <a:pt x="354" y="31"/>
                </a:lnTo>
                <a:cubicBezTo>
                  <a:pt x="354" y="8"/>
                  <a:pt x="359" y="6"/>
                  <a:pt x="378" y="6"/>
                </a:cubicBezTo>
                <a:lnTo>
                  <a:pt x="378" y="0"/>
                </a:lnTo>
                <a:lnTo>
                  <a:pt x="301" y="0"/>
                </a:lnTo>
                <a:lnTo>
                  <a:pt x="191" y="281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8"/>
          <p:cNvSpPr/>
          <p:nvPr/>
        </p:nvSpPr>
        <p:spPr>
          <a:xfrm>
            <a:off x="9687960" y="5209560"/>
            <a:ext cx="76320" cy="138240"/>
          </a:xfrm>
          <a:custGeom>
            <a:rect b="b" l="l" r="r" t="t"/>
            <a:pathLst>
              <a:path extrusionOk="0" h="384" w="212">
                <a:moveTo>
                  <a:pt x="1" y="352"/>
                </a:moveTo>
                <a:cubicBezTo>
                  <a:pt x="25" y="367"/>
                  <a:pt x="60" y="383"/>
                  <a:pt x="97" y="383"/>
                </a:cubicBezTo>
                <a:cubicBezTo>
                  <a:pt x="97" y="383"/>
                  <a:pt x="98" y="383"/>
                  <a:pt x="99" y="383"/>
                </a:cubicBezTo>
                <a:cubicBezTo>
                  <a:pt x="153" y="383"/>
                  <a:pt x="211" y="339"/>
                  <a:pt x="211" y="271"/>
                </a:cubicBezTo>
                <a:cubicBezTo>
                  <a:pt x="211" y="198"/>
                  <a:pt x="162" y="181"/>
                  <a:pt x="114" y="155"/>
                </a:cubicBezTo>
                <a:cubicBezTo>
                  <a:pt x="64" y="129"/>
                  <a:pt x="43" y="116"/>
                  <a:pt x="43" y="82"/>
                </a:cubicBezTo>
                <a:cubicBezTo>
                  <a:pt x="43" y="58"/>
                  <a:pt x="56" y="23"/>
                  <a:pt x="100" y="23"/>
                </a:cubicBezTo>
                <a:cubicBezTo>
                  <a:pt x="115" y="23"/>
                  <a:pt x="127" y="26"/>
                  <a:pt x="138" y="32"/>
                </a:cubicBezTo>
                <a:cubicBezTo>
                  <a:pt x="172" y="55"/>
                  <a:pt x="174" y="84"/>
                  <a:pt x="179" y="102"/>
                </a:cubicBezTo>
                <a:lnTo>
                  <a:pt x="184" y="102"/>
                </a:lnTo>
                <a:lnTo>
                  <a:pt x="181" y="18"/>
                </a:lnTo>
                <a:cubicBezTo>
                  <a:pt x="159" y="8"/>
                  <a:pt x="141" y="4"/>
                  <a:pt x="128" y="2"/>
                </a:cubicBezTo>
                <a:cubicBezTo>
                  <a:pt x="121" y="1"/>
                  <a:pt x="114" y="0"/>
                  <a:pt x="108" y="0"/>
                </a:cubicBezTo>
                <a:cubicBezTo>
                  <a:pt x="58" y="0"/>
                  <a:pt x="1" y="32"/>
                  <a:pt x="1" y="98"/>
                </a:cubicBezTo>
                <a:cubicBezTo>
                  <a:pt x="1" y="143"/>
                  <a:pt x="26" y="171"/>
                  <a:pt x="77" y="198"/>
                </a:cubicBezTo>
                <a:cubicBezTo>
                  <a:pt x="126" y="224"/>
                  <a:pt x="163" y="235"/>
                  <a:pt x="163" y="287"/>
                </a:cubicBezTo>
                <a:cubicBezTo>
                  <a:pt x="163" y="314"/>
                  <a:pt x="149" y="360"/>
                  <a:pt x="94" y="360"/>
                </a:cubicBezTo>
                <a:cubicBezTo>
                  <a:pt x="72" y="360"/>
                  <a:pt x="53" y="352"/>
                  <a:pt x="40" y="340"/>
                </a:cubicBezTo>
                <a:cubicBezTo>
                  <a:pt x="7" y="307"/>
                  <a:pt x="8" y="281"/>
                  <a:pt x="6" y="270"/>
                </a:cubicBezTo>
                <a:lnTo>
                  <a:pt x="0" y="270"/>
                </a:lnTo>
                <a:lnTo>
                  <a:pt x="1" y="3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8"/>
          <p:cNvSpPr/>
          <p:nvPr/>
        </p:nvSpPr>
        <p:spPr>
          <a:xfrm>
            <a:off x="8849880" y="5361840"/>
            <a:ext cx="254520" cy="145080"/>
          </a:xfrm>
          <a:custGeom>
            <a:rect b="b" l="l" r="r" t="t"/>
            <a:pathLst>
              <a:path extrusionOk="0" h="403" w="707">
                <a:moveTo>
                  <a:pt x="659" y="151"/>
                </a:moveTo>
                <a:lnTo>
                  <a:pt x="670" y="79"/>
                </a:lnTo>
                <a:lnTo>
                  <a:pt x="639" y="51"/>
                </a:lnTo>
                <a:cubicBezTo>
                  <a:pt x="643" y="41"/>
                  <a:pt x="646" y="32"/>
                  <a:pt x="648" y="23"/>
                </a:cubicBezTo>
                <a:cubicBezTo>
                  <a:pt x="657" y="32"/>
                  <a:pt x="688" y="62"/>
                  <a:pt x="692" y="65"/>
                </a:cubicBezTo>
                <a:cubicBezTo>
                  <a:pt x="683" y="96"/>
                  <a:pt x="671" y="126"/>
                  <a:pt x="659" y="151"/>
                </a:cubicBezTo>
                <a:moveTo>
                  <a:pt x="615" y="172"/>
                </a:moveTo>
                <a:cubicBezTo>
                  <a:pt x="558" y="269"/>
                  <a:pt x="478" y="339"/>
                  <a:pt x="383" y="377"/>
                </a:cubicBezTo>
                <a:cubicBezTo>
                  <a:pt x="383" y="377"/>
                  <a:pt x="356" y="388"/>
                  <a:pt x="352" y="389"/>
                </a:cubicBezTo>
                <a:cubicBezTo>
                  <a:pt x="348" y="388"/>
                  <a:pt x="322" y="377"/>
                  <a:pt x="322" y="377"/>
                </a:cubicBezTo>
                <a:cubicBezTo>
                  <a:pt x="227" y="339"/>
                  <a:pt x="147" y="269"/>
                  <a:pt x="90" y="172"/>
                </a:cubicBezTo>
                <a:cubicBezTo>
                  <a:pt x="74" y="145"/>
                  <a:pt x="61" y="115"/>
                  <a:pt x="49" y="83"/>
                </a:cubicBezTo>
                <a:cubicBezTo>
                  <a:pt x="54" y="78"/>
                  <a:pt x="84" y="50"/>
                  <a:pt x="91" y="41"/>
                </a:cubicBezTo>
                <a:cubicBezTo>
                  <a:pt x="104" y="77"/>
                  <a:pt x="118" y="110"/>
                  <a:pt x="136" y="141"/>
                </a:cubicBezTo>
                <a:cubicBezTo>
                  <a:pt x="186" y="226"/>
                  <a:pt x="257" y="289"/>
                  <a:pt x="340" y="322"/>
                </a:cubicBezTo>
                <a:lnTo>
                  <a:pt x="352" y="327"/>
                </a:lnTo>
                <a:lnTo>
                  <a:pt x="364" y="322"/>
                </a:lnTo>
                <a:cubicBezTo>
                  <a:pt x="449" y="289"/>
                  <a:pt x="519" y="226"/>
                  <a:pt x="569" y="141"/>
                </a:cubicBezTo>
                <a:cubicBezTo>
                  <a:pt x="586" y="110"/>
                  <a:pt x="602" y="77"/>
                  <a:pt x="613" y="41"/>
                </a:cubicBezTo>
                <a:cubicBezTo>
                  <a:pt x="622" y="50"/>
                  <a:pt x="651" y="78"/>
                  <a:pt x="656" y="83"/>
                </a:cubicBezTo>
                <a:cubicBezTo>
                  <a:pt x="645" y="115"/>
                  <a:pt x="631" y="145"/>
                  <a:pt x="615" y="172"/>
                </a:cubicBezTo>
                <a:moveTo>
                  <a:pt x="645" y="174"/>
                </a:moveTo>
                <a:cubicBezTo>
                  <a:pt x="642" y="172"/>
                  <a:pt x="637" y="167"/>
                  <a:pt x="633" y="162"/>
                </a:cubicBezTo>
                <a:cubicBezTo>
                  <a:pt x="639" y="149"/>
                  <a:pt x="646" y="138"/>
                  <a:pt x="651" y="123"/>
                </a:cubicBezTo>
                <a:lnTo>
                  <a:pt x="645" y="174"/>
                </a:lnTo>
                <a:moveTo>
                  <a:pt x="61" y="174"/>
                </a:moveTo>
                <a:lnTo>
                  <a:pt x="53" y="123"/>
                </a:lnTo>
                <a:cubicBezTo>
                  <a:pt x="58" y="138"/>
                  <a:pt x="65" y="149"/>
                  <a:pt x="73" y="162"/>
                </a:cubicBezTo>
                <a:cubicBezTo>
                  <a:pt x="68" y="167"/>
                  <a:pt x="64" y="172"/>
                  <a:pt x="61" y="174"/>
                </a:cubicBezTo>
                <a:moveTo>
                  <a:pt x="12" y="65"/>
                </a:moveTo>
                <a:cubicBezTo>
                  <a:pt x="17" y="62"/>
                  <a:pt x="47" y="32"/>
                  <a:pt x="57" y="23"/>
                </a:cubicBezTo>
                <a:cubicBezTo>
                  <a:pt x="60" y="32"/>
                  <a:pt x="63" y="41"/>
                  <a:pt x="66" y="51"/>
                </a:cubicBezTo>
                <a:lnTo>
                  <a:pt x="35" y="79"/>
                </a:lnTo>
                <a:lnTo>
                  <a:pt x="46" y="151"/>
                </a:lnTo>
                <a:cubicBezTo>
                  <a:pt x="34" y="126"/>
                  <a:pt x="21" y="95"/>
                  <a:pt x="12" y="65"/>
                </a:cubicBezTo>
                <a:moveTo>
                  <a:pt x="643" y="0"/>
                </a:moveTo>
                <a:lnTo>
                  <a:pt x="640" y="9"/>
                </a:lnTo>
                <a:cubicBezTo>
                  <a:pt x="637" y="21"/>
                  <a:pt x="634" y="32"/>
                  <a:pt x="631" y="43"/>
                </a:cubicBezTo>
                <a:lnTo>
                  <a:pt x="609" y="21"/>
                </a:lnTo>
                <a:lnTo>
                  <a:pt x="606" y="30"/>
                </a:lnTo>
                <a:cubicBezTo>
                  <a:pt x="594" y="68"/>
                  <a:pt x="579" y="103"/>
                  <a:pt x="559" y="135"/>
                </a:cubicBezTo>
                <a:cubicBezTo>
                  <a:pt x="510" y="218"/>
                  <a:pt x="442" y="280"/>
                  <a:pt x="360" y="312"/>
                </a:cubicBezTo>
                <a:cubicBezTo>
                  <a:pt x="360" y="312"/>
                  <a:pt x="355" y="313"/>
                  <a:pt x="352" y="314"/>
                </a:cubicBezTo>
                <a:cubicBezTo>
                  <a:pt x="349" y="313"/>
                  <a:pt x="344" y="312"/>
                  <a:pt x="344" y="312"/>
                </a:cubicBezTo>
                <a:cubicBezTo>
                  <a:pt x="262" y="280"/>
                  <a:pt x="194" y="218"/>
                  <a:pt x="146" y="135"/>
                </a:cubicBezTo>
                <a:cubicBezTo>
                  <a:pt x="127" y="103"/>
                  <a:pt x="111" y="68"/>
                  <a:pt x="99" y="30"/>
                </a:cubicBezTo>
                <a:lnTo>
                  <a:pt x="97" y="21"/>
                </a:lnTo>
                <a:lnTo>
                  <a:pt x="90" y="27"/>
                </a:lnTo>
                <a:lnTo>
                  <a:pt x="75" y="43"/>
                </a:lnTo>
                <a:cubicBezTo>
                  <a:pt x="71" y="32"/>
                  <a:pt x="67" y="21"/>
                  <a:pt x="65" y="9"/>
                </a:cubicBezTo>
                <a:lnTo>
                  <a:pt x="62" y="0"/>
                </a:lnTo>
                <a:lnTo>
                  <a:pt x="55" y="7"/>
                </a:lnTo>
                <a:lnTo>
                  <a:pt x="0" y="62"/>
                </a:lnTo>
                <a:lnTo>
                  <a:pt x="1" y="65"/>
                </a:lnTo>
                <a:cubicBezTo>
                  <a:pt x="13" y="111"/>
                  <a:pt x="35" y="158"/>
                  <a:pt x="52" y="188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0" y="179"/>
                </a:cubicBezTo>
                <a:cubicBezTo>
                  <a:pt x="139" y="277"/>
                  <a:pt x="220" y="350"/>
                  <a:pt x="317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88"/>
                </a:lnTo>
                <a:cubicBezTo>
                  <a:pt x="669" y="158"/>
                  <a:pt x="691" y="111"/>
                  <a:pt x="704" y="65"/>
                </a:cubicBezTo>
                <a:lnTo>
                  <a:pt x="706" y="62"/>
                </a:lnTo>
                <a:lnTo>
                  <a:pt x="643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8"/>
          <p:cNvSpPr/>
          <p:nvPr/>
        </p:nvSpPr>
        <p:spPr>
          <a:xfrm>
            <a:off x="8877600" y="5405040"/>
            <a:ext cx="15480" cy="14760"/>
          </a:xfrm>
          <a:custGeom>
            <a:rect b="b" l="l" r="r" t="t"/>
            <a:pathLst>
              <a:path extrusionOk="0" h="41" w="43">
                <a:moveTo>
                  <a:pt x="22" y="8"/>
                </a:moveTo>
                <a:lnTo>
                  <a:pt x="34" y="5"/>
                </a:lnTo>
                <a:lnTo>
                  <a:pt x="25" y="15"/>
                </a:lnTo>
                <a:lnTo>
                  <a:pt x="22" y="8"/>
                </a:lnTo>
                <a:moveTo>
                  <a:pt x="32" y="20"/>
                </a:moveTo>
                <a:lnTo>
                  <a:pt x="42" y="11"/>
                </a:lnTo>
                <a:lnTo>
                  <a:pt x="41" y="6"/>
                </a:lnTo>
                <a:cubicBezTo>
                  <a:pt x="39" y="4"/>
                  <a:pt x="37" y="2"/>
                  <a:pt x="35" y="0"/>
                </a:cubicBezTo>
                <a:cubicBezTo>
                  <a:pt x="26" y="1"/>
                  <a:pt x="11" y="5"/>
                  <a:pt x="3" y="5"/>
                </a:cubicBezTo>
                <a:lnTo>
                  <a:pt x="2" y="2"/>
                </a:lnTo>
                <a:lnTo>
                  <a:pt x="0" y="4"/>
                </a:lnTo>
                <a:cubicBezTo>
                  <a:pt x="1" y="5"/>
                  <a:pt x="2" y="8"/>
                  <a:pt x="3" y="9"/>
                </a:cubicBezTo>
                <a:cubicBezTo>
                  <a:pt x="6" y="12"/>
                  <a:pt x="6" y="14"/>
                  <a:pt x="7" y="15"/>
                </a:cubicBezTo>
                <a:lnTo>
                  <a:pt x="9" y="14"/>
                </a:lnTo>
                <a:lnTo>
                  <a:pt x="8" y="12"/>
                </a:lnTo>
                <a:lnTo>
                  <a:pt x="18" y="9"/>
                </a:lnTo>
                <a:lnTo>
                  <a:pt x="23" y="19"/>
                </a:lnTo>
                <a:cubicBezTo>
                  <a:pt x="21" y="21"/>
                  <a:pt x="18" y="25"/>
                  <a:pt x="15" y="27"/>
                </a:cubicBezTo>
                <a:lnTo>
                  <a:pt x="14" y="25"/>
                </a:lnTo>
                <a:lnTo>
                  <a:pt x="12" y="26"/>
                </a:lnTo>
                <a:cubicBezTo>
                  <a:pt x="13" y="28"/>
                  <a:pt x="15" y="31"/>
                  <a:pt x="15" y="33"/>
                </a:cubicBezTo>
                <a:cubicBezTo>
                  <a:pt x="18" y="36"/>
                  <a:pt x="19" y="38"/>
                  <a:pt x="20" y="40"/>
                </a:cubicBezTo>
                <a:lnTo>
                  <a:pt x="21" y="39"/>
                </a:lnTo>
                <a:lnTo>
                  <a:pt x="21" y="36"/>
                </a:lnTo>
                <a:cubicBezTo>
                  <a:pt x="22" y="33"/>
                  <a:pt x="28" y="26"/>
                  <a:pt x="32" y="2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8"/>
          <p:cNvSpPr/>
          <p:nvPr/>
        </p:nvSpPr>
        <p:spPr>
          <a:xfrm>
            <a:off x="8888400" y="5418720"/>
            <a:ext cx="18000" cy="18360"/>
          </a:xfrm>
          <a:custGeom>
            <a:rect b="b" l="l" r="r" t="t"/>
            <a:pathLst>
              <a:path extrusionOk="0" h="51" w="50">
                <a:moveTo>
                  <a:pt x="46" y="32"/>
                </a:moveTo>
                <a:lnTo>
                  <a:pt x="49" y="31"/>
                </a:lnTo>
                <a:cubicBezTo>
                  <a:pt x="47" y="30"/>
                  <a:pt x="46" y="28"/>
                  <a:pt x="45" y="26"/>
                </a:cubicBezTo>
                <a:cubicBezTo>
                  <a:pt x="44" y="25"/>
                  <a:pt x="43" y="23"/>
                  <a:pt x="42" y="21"/>
                </a:cubicBezTo>
                <a:lnTo>
                  <a:pt x="40" y="23"/>
                </a:lnTo>
                <a:lnTo>
                  <a:pt x="41" y="26"/>
                </a:lnTo>
                <a:cubicBezTo>
                  <a:pt x="36" y="30"/>
                  <a:pt x="25" y="39"/>
                  <a:pt x="25" y="39"/>
                </a:cubicBezTo>
                <a:cubicBezTo>
                  <a:pt x="28" y="30"/>
                  <a:pt x="31" y="20"/>
                  <a:pt x="34" y="9"/>
                </a:cubicBezTo>
                <a:cubicBezTo>
                  <a:pt x="33" y="8"/>
                  <a:pt x="32" y="6"/>
                  <a:pt x="31" y="5"/>
                </a:cubicBezTo>
                <a:cubicBezTo>
                  <a:pt x="30" y="4"/>
                  <a:pt x="30" y="2"/>
                  <a:pt x="29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1" y="11"/>
                </a:cubicBezTo>
                <a:lnTo>
                  <a:pt x="13" y="18"/>
                </a:lnTo>
                <a:cubicBezTo>
                  <a:pt x="9" y="19"/>
                  <a:pt x="7" y="21"/>
                  <a:pt x="4" y="23"/>
                </a:cubicBezTo>
                <a:lnTo>
                  <a:pt x="2" y="20"/>
                </a:lnTo>
                <a:lnTo>
                  <a:pt x="0" y="21"/>
                </a:lnTo>
                <a:cubicBezTo>
                  <a:pt x="2" y="24"/>
                  <a:pt x="3" y="25"/>
                  <a:pt x="4" y="26"/>
                </a:cubicBezTo>
                <a:cubicBezTo>
                  <a:pt x="6" y="28"/>
                  <a:pt x="7" y="31"/>
                  <a:pt x="8" y="32"/>
                </a:cubicBezTo>
                <a:lnTo>
                  <a:pt x="9" y="31"/>
                </a:lnTo>
                <a:lnTo>
                  <a:pt x="8" y="27"/>
                </a:lnTo>
                <a:cubicBezTo>
                  <a:pt x="13" y="24"/>
                  <a:pt x="20" y="19"/>
                  <a:pt x="25" y="14"/>
                </a:cubicBezTo>
                <a:cubicBezTo>
                  <a:pt x="22" y="24"/>
                  <a:pt x="19" y="33"/>
                  <a:pt x="15" y="43"/>
                </a:cubicBezTo>
                <a:cubicBezTo>
                  <a:pt x="17" y="44"/>
                  <a:pt x="17" y="45"/>
                  <a:pt x="18" y="46"/>
                </a:cubicBezTo>
                <a:cubicBezTo>
                  <a:pt x="19" y="47"/>
                  <a:pt x="19" y="49"/>
                  <a:pt x="20" y="50"/>
                </a:cubicBezTo>
                <a:cubicBezTo>
                  <a:pt x="22" y="47"/>
                  <a:pt x="25" y="45"/>
                  <a:pt x="30" y="41"/>
                </a:cubicBezTo>
                <a:lnTo>
                  <a:pt x="37" y="36"/>
                </a:lnTo>
                <a:cubicBezTo>
                  <a:pt x="40" y="33"/>
                  <a:pt x="42" y="32"/>
                  <a:pt x="44" y="31"/>
                </a:cubicBezTo>
                <a:lnTo>
                  <a:pt x="46" y="3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8"/>
          <p:cNvSpPr/>
          <p:nvPr/>
        </p:nvSpPr>
        <p:spPr>
          <a:xfrm>
            <a:off x="8902800" y="5437080"/>
            <a:ext cx="15480" cy="15480"/>
          </a:xfrm>
          <a:custGeom>
            <a:rect b="b" l="l" r="r" t="t"/>
            <a:pathLst>
              <a:path extrusionOk="0" h="43" w="43">
                <a:moveTo>
                  <a:pt x="8" y="8"/>
                </a:moveTo>
                <a:cubicBezTo>
                  <a:pt x="0" y="15"/>
                  <a:pt x="0" y="26"/>
                  <a:pt x="8" y="34"/>
                </a:cubicBezTo>
                <a:cubicBezTo>
                  <a:pt x="11" y="39"/>
                  <a:pt x="16" y="41"/>
                  <a:pt x="23" y="42"/>
                </a:cubicBezTo>
                <a:lnTo>
                  <a:pt x="24" y="39"/>
                </a:lnTo>
                <a:cubicBezTo>
                  <a:pt x="20" y="38"/>
                  <a:pt x="17" y="37"/>
                  <a:pt x="14" y="33"/>
                </a:cubicBezTo>
                <a:cubicBezTo>
                  <a:pt x="10" y="27"/>
                  <a:pt x="10" y="20"/>
                  <a:pt x="16" y="14"/>
                </a:cubicBezTo>
                <a:cubicBezTo>
                  <a:pt x="21" y="8"/>
                  <a:pt x="28" y="9"/>
                  <a:pt x="32" y="14"/>
                </a:cubicBezTo>
                <a:cubicBezTo>
                  <a:pt x="33" y="16"/>
                  <a:pt x="35" y="20"/>
                  <a:pt x="35" y="22"/>
                </a:cubicBezTo>
                <a:lnTo>
                  <a:pt x="34" y="25"/>
                </a:lnTo>
                <a:lnTo>
                  <a:pt x="35" y="26"/>
                </a:lnTo>
                <a:cubicBezTo>
                  <a:pt x="38" y="25"/>
                  <a:pt x="40" y="22"/>
                  <a:pt x="42" y="21"/>
                </a:cubicBezTo>
                <a:cubicBezTo>
                  <a:pt x="41" y="18"/>
                  <a:pt x="39" y="14"/>
                  <a:pt x="35" y="12"/>
                </a:cubicBezTo>
                <a:cubicBezTo>
                  <a:pt x="28" y="2"/>
                  <a:pt x="16" y="0"/>
                  <a:pt x="8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8"/>
          <p:cNvSpPr/>
          <p:nvPr/>
        </p:nvSpPr>
        <p:spPr>
          <a:xfrm>
            <a:off x="8916840" y="5451840"/>
            <a:ext cx="16560" cy="17280"/>
          </a:xfrm>
          <a:custGeom>
            <a:rect b="b" l="l" r="r" t="t"/>
            <a:pathLst>
              <a:path extrusionOk="0" h="48" w="46">
                <a:moveTo>
                  <a:pt x="31" y="31"/>
                </a:moveTo>
                <a:cubicBezTo>
                  <a:pt x="26" y="37"/>
                  <a:pt x="19" y="38"/>
                  <a:pt x="14" y="35"/>
                </a:cubicBezTo>
                <a:cubicBezTo>
                  <a:pt x="10" y="29"/>
                  <a:pt x="10" y="22"/>
                  <a:pt x="14" y="16"/>
                </a:cubicBezTo>
                <a:cubicBezTo>
                  <a:pt x="19" y="10"/>
                  <a:pt x="26" y="9"/>
                  <a:pt x="31" y="12"/>
                </a:cubicBezTo>
                <a:cubicBezTo>
                  <a:pt x="36" y="17"/>
                  <a:pt x="35" y="24"/>
                  <a:pt x="31" y="31"/>
                </a:cubicBezTo>
                <a:moveTo>
                  <a:pt x="34" y="9"/>
                </a:moveTo>
                <a:cubicBezTo>
                  <a:pt x="24" y="0"/>
                  <a:pt x="13" y="2"/>
                  <a:pt x="8" y="10"/>
                </a:cubicBezTo>
                <a:cubicBezTo>
                  <a:pt x="0" y="19"/>
                  <a:pt x="2" y="29"/>
                  <a:pt x="11" y="38"/>
                </a:cubicBezTo>
                <a:cubicBezTo>
                  <a:pt x="21" y="47"/>
                  <a:pt x="32" y="44"/>
                  <a:pt x="37" y="37"/>
                </a:cubicBezTo>
                <a:cubicBezTo>
                  <a:pt x="45" y="28"/>
                  <a:pt x="43" y="17"/>
                  <a:pt x="3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8"/>
          <p:cNvSpPr/>
          <p:nvPr/>
        </p:nvSpPr>
        <p:spPr>
          <a:xfrm>
            <a:off x="8933400" y="5464080"/>
            <a:ext cx="15840" cy="18720"/>
          </a:xfrm>
          <a:custGeom>
            <a:rect b="b" l="l" r="r" t="t"/>
            <a:pathLst>
              <a:path extrusionOk="0" h="52" w="44">
                <a:moveTo>
                  <a:pt x="32" y="21"/>
                </a:moveTo>
                <a:cubicBezTo>
                  <a:pt x="30" y="25"/>
                  <a:pt x="28" y="25"/>
                  <a:pt x="23" y="23"/>
                </a:cubicBezTo>
                <a:cubicBezTo>
                  <a:pt x="22" y="21"/>
                  <a:pt x="21" y="21"/>
                  <a:pt x="21" y="20"/>
                </a:cubicBezTo>
                <a:lnTo>
                  <a:pt x="22" y="18"/>
                </a:lnTo>
                <a:cubicBezTo>
                  <a:pt x="23" y="15"/>
                  <a:pt x="25" y="13"/>
                  <a:pt x="25" y="12"/>
                </a:cubicBezTo>
                <a:cubicBezTo>
                  <a:pt x="28" y="13"/>
                  <a:pt x="29" y="13"/>
                  <a:pt x="30" y="14"/>
                </a:cubicBezTo>
                <a:cubicBezTo>
                  <a:pt x="33" y="17"/>
                  <a:pt x="34" y="19"/>
                  <a:pt x="32" y="21"/>
                </a:cubicBezTo>
                <a:moveTo>
                  <a:pt x="35" y="12"/>
                </a:moveTo>
                <a:cubicBezTo>
                  <a:pt x="33" y="11"/>
                  <a:pt x="31" y="9"/>
                  <a:pt x="29" y="8"/>
                </a:cubicBezTo>
                <a:cubicBezTo>
                  <a:pt x="26" y="7"/>
                  <a:pt x="25" y="5"/>
                  <a:pt x="23" y="4"/>
                </a:cubicBezTo>
                <a:cubicBezTo>
                  <a:pt x="21" y="2"/>
                  <a:pt x="20" y="1"/>
                  <a:pt x="18" y="0"/>
                </a:cubicBezTo>
                <a:lnTo>
                  <a:pt x="17" y="2"/>
                </a:lnTo>
                <a:lnTo>
                  <a:pt x="19" y="5"/>
                </a:lnTo>
                <a:cubicBezTo>
                  <a:pt x="18" y="8"/>
                  <a:pt x="17" y="11"/>
                  <a:pt x="14" y="13"/>
                </a:cubicBezTo>
                <a:lnTo>
                  <a:pt x="10" y="23"/>
                </a:lnTo>
                <a:cubicBezTo>
                  <a:pt x="8" y="25"/>
                  <a:pt x="7" y="28"/>
                  <a:pt x="3" y="31"/>
                </a:cubicBezTo>
                <a:lnTo>
                  <a:pt x="1" y="28"/>
                </a:lnTo>
                <a:lnTo>
                  <a:pt x="0" y="31"/>
                </a:lnTo>
                <a:cubicBezTo>
                  <a:pt x="1" y="32"/>
                  <a:pt x="6" y="33"/>
                  <a:pt x="7" y="36"/>
                </a:cubicBezTo>
                <a:cubicBezTo>
                  <a:pt x="10" y="37"/>
                  <a:pt x="11" y="38"/>
                  <a:pt x="13" y="40"/>
                </a:cubicBezTo>
                <a:lnTo>
                  <a:pt x="14" y="38"/>
                </a:lnTo>
                <a:lnTo>
                  <a:pt x="12" y="36"/>
                </a:lnTo>
                <a:cubicBezTo>
                  <a:pt x="13" y="33"/>
                  <a:pt x="15" y="30"/>
                  <a:pt x="17" y="27"/>
                </a:cubicBezTo>
                <a:lnTo>
                  <a:pt x="19" y="25"/>
                </a:lnTo>
                <a:lnTo>
                  <a:pt x="21" y="26"/>
                </a:lnTo>
                <a:cubicBezTo>
                  <a:pt x="21" y="31"/>
                  <a:pt x="21" y="40"/>
                  <a:pt x="22" y="46"/>
                </a:cubicBezTo>
                <a:cubicBezTo>
                  <a:pt x="25" y="47"/>
                  <a:pt x="28" y="49"/>
                  <a:pt x="31" y="51"/>
                </a:cubicBezTo>
                <a:lnTo>
                  <a:pt x="32" y="49"/>
                </a:lnTo>
                <a:lnTo>
                  <a:pt x="31" y="49"/>
                </a:lnTo>
                <a:cubicBezTo>
                  <a:pt x="31" y="45"/>
                  <a:pt x="29" y="33"/>
                  <a:pt x="29" y="30"/>
                </a:cubicBezTo>
                <a:cubicBezTo>
                  <a:pt x="33" y="32"/>
                  <a:pt x="37" y="31"/>
                  <a:pt x="40" y="26"/>
                </a:cubicBezTo>
                <a:cubicBezTo>
                  <a:pt x="43" y="23"/>
                  <a:pt x="43" y="18"/>
                  <a:pt x="35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8"/>
          <p:cNvSpPr/>
          <p:nvPr/>
        </p:nvSpPr>
        <p:spPr>
          <a:xfrm>
            <a:off x="8950320" y="5476680"/>
            <a:ext cx="12960" cy="15840"/>
          </a:xfrm>
          <a:custGeom>
            <a:rect b="b" l="l" r="r" t="t"/>
            <a:pathLst>
              <a:path extrusionOk="0" h="44" w="36">
                <a:moveTo>
                  <a:pt x="25" y="19"/>
                </a:moveTo>
                <a:lnTo>
                  <a:pt x="18" y="15"/>
                </a:lnTo>
                <a:lnTo>
                  <a:pt x="26" y="5"/>
                </a:lnTo>
                <a:lnTo>
                  <a:pt x="25" y="19"/>
                </a:lnTo>
                <a:moveTo>
                  <a:pt x="35" y="4"/>
                </a:moveTo>
                <a:lnTo>
                  <a:pt x="32" y="1"/>
                </a:lnTo>
                <a:cubicBezTo>
                  <a:pt x="30" y="0"/>
                  <a:pt x="28" y="0"/>
                  <a:pt x="25" y="0"/>
                </a:cubicBezTo>
                <a:cubicBezTo>
                  <a:pt x="19" y="7"/>
                  <a:pt x="8" y="20"/>
                  <a:pt x="3" y="24"/>
                </a:cubicBezTo>
                <a:lnTo>
                  <a:pt x="0" y="24"/>
                </a:lnTo>
                <a:lnTo>
                  <a:pt x="0" y="25"/>
                </a:lnTo>
                <a:cubicBezTo>
                  <a:pt x="1" y="26"/>
                  <a:pt x="2" y="27"/>
                  <a:pt x="4" y="28"/>
                </a:cubicBezTo>
                <a:cubicBezTo>
                  <a:pt x="7" y="28"/>
                  <a:pt x="8" y="30"/>
                  <a:pt x="10" y="31"/>
                </a:cubicBezTo>
                <a:lnTo>
                  <a:pt x="11" y="28"/>
                </a:lnTo>
                <a:lnTo>
                  <a:pt x="9" y="27"/>
                </a:lnTo>
                <a:lnTo>
                  <a:pt x="15" y="19"/>
                </a:lnTo>
                <a:lnTo>
                  <a:pt x="24" y="24"/>
                </a:lnTo>
                <a:cubicBezTo>
                  <a:pt x="24" y="26"/>
                  <a:pt x="24" y="31"/>
                  <a:pt x="23" y="34"/>
                </a:cubicBezTo>
                <a:lnTo>
                  <a:pt x="21" y="33"/>
                </a:lnTo>
                <a:lnTo>
                  <a:pt x="20" y="36"/>
                </a:lnTo>
                <a:cubicBezTo>
                  <a:pt x="22" y="37"/>
                  <a:pt x="24" y="38"/>
                  <a:pt x="26" y="39"/>
                </a:cubicBezTo>
                <a:cubicBezTo>
                  <a:pt x="29" y="39"/>
                  <a:pt x="31" y="40"/>
                  <a:pt x="34" y="43"/>
                </a:cubicBezTo>
                <a:lnTo>
                  <a:pt x="35" y="40"/>
                </a:lnTo>
                <a:lnTo>
                  <a:pt x="32" y="38"/>
                </a:lnTo>
                <a:cubicBezTo>
                  <a:pt x="32" y="36"/>
                  <a:pt x="32" y="25"/>
                  <a:pt x="34" y="19"/>
                </a:cubicBezTo>
                <a:lnTo>
                  <a:pt x="35" y="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8"/>
          <p:cNvSpPr/>
          <p:nvPr/>
        </p:nvSpPr>
        <p:spPr>
          <a:xfrm>
            <a:off x="8988120" y="5476680"/>
            <a:ext cx="10800" cy="14400"/>
          </a:xfrm>
          <a:custGeom>
            <a:rect b="b" l="l" r="r" t="t"/>
            <a:pathLst>
              <a:path extrusionOk="0" h="40" w="30">
                <a:moveTo>
                  <a:pt x="25" y="31"/>
                </a:moveTo>
                <a:cubicBezTo>
                  <a:pt x="23" y="27"/>
                  <a:pt x="22" y="25"/>
                  <a:pt x="20" y="21"/>
                </a:cubicBezTo>
                <a:lnTo>
                  <a:pt x="15" y="12"/>
                </a:lnTo>
                <a:cubicBezTo>
                  <a:pt x="14" y="8"/>
                  <a:pt x="13" y="6"/>
                  <a:pt x="13" y="4"/>
                </a:cubicBezTo>
                <a:lnTo>
                  <a:pt x="15" y="1"/>
                </a:lnTo>
                <a:lnTo>
                  <a:pt x="14" y="0"/>
                </a:lnTo>
                <a:cubicBezTo>
                  <a:pt x="12" y="0"/>
                  <a:pt x="10" y="1"/>
                  <a:pt x="8" y="2"/>
                </a:cubicBezTo>
                <a:cubicBezTo>
                  <a:pt x="6" y="4"/>
                  <a:pt x="2" y="5"/>
                  <a:pt x="0" y="6"/>
                </a:cubicBezTo>
                <a:lnTo>
                  <a:pt x="1" y="8"/>
                </a:lnTo>
                <a:lnTo>
                  <a:pt x="4" y="7"/>
                </a:lnTo>
                <a:cubicBezTo>
                  <a:pt x="6" y="9"/>
                  <a:pt x="7" y="12"/>
                  <a:pt x="8" y="15"/>
                </a:cubicBezTo>
                <a:lnTo>
                  <a:pt x="12" y="25"/>
                </a:lnTo>
                <a:cubicBezTo>
                  <a:pt x="13" y="28"/>
                  <a:pt x="14" y="31"/>
                  <a:pt x="15" y="34"/>
                </a:cubicBezTo>
                <a:lnTo>
                  <a:pt x="13" y="37"/>
                </a:lnTo>
                <a:lnTo>
                  <a:pt x="13" y="39"/>
                </a:lnTo>
                <a:cubicBezTo>
                  <a:pt x="15" y="38"/>
                  <a:pt x="18" y="37"/>
                  <a:pt x="22" y="34"/>
                </a:cubicBezTo>
                <a:cubicBezTo>
                  <a:pt x="24" y="33"/>
                  <a:pt x="26" y="32"/>
                  <a:pt x="29" y="31"/>
                </a:cubicBezTo>
                <a:lnTo>
                  <a:pt x="28" y="30"/>
                </a:lnTo>
                <a:lnTo>
                  <a:pt x="25" y="31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8"/>
          <p:cNvSpPr/>
          <p:nvPr/>
        </p:nvSpPr>
        <p:spPr>
          <a:xfrm>
            <a:off x="9000000" y="5464800"/>
            <a:ext cx="20520" cy="20160"/>
          </a:xfrm>
          <a:custGeom>
            <a:rect b="b" l="l" r="r" t="t"/>
            <a:pathLst>
              <a:path extrusionOk="0" h="56" w="57">
                <a:moveTo>
                  <a:pt x="51" y="30"/>
                </a:moveTo>
                <a:cubicBezTo>
                  <a:pt x="49" y="27"/>
                  <a:pt x="47" y="25"/>
                  <a:pt x="45" y="23"/>
                </a:cubicBezTo>
                <a:lnTo>
                  <a:pt x="41" y="13"/>
                </a:lnTo>
                <a:cubicBezTo>
                  <a:pt x="39" y="11"/>
                  <a:pt x="37" y="7"/>
                  <a:pt x="36" y="4"/>
                </a:cubicBezTo>
                <a:lnTo>
                  <a:pt x="39" y="1"/>
                </a:lnTo>
                <a:lnTo>
                  <a:pt x="37" y="0"/>
                </a:lnTo>
                <a:cubicBezTo>
                  <a:pt x="36" y="1"/>
                  <a:pt x="34" y="2"/>
                  <a:pt x="32" y="4"/>
                </a:cubicBezTo>
                <a:cubicBezTo>
                  <a:pt x="30" y="5"/>
                  <a:pt x="29" y="7"/>
                  <a:pt x="26" y="8"/>
                </a:cubicBezTo>
                <a:cubicBezTo>
                  <a:pt x="28" y="13"/>
                  <a:pt x="31" y="30"/>
                  <a:pt x="31" y="34"/>
                </a:cubicBezTo>
                <a:cubicBezTo>
                  <a:pt x="28" y="31"/>
                  <a:pt x="15" y="20"/>
                  <a:pt x="12" y="17"/>
                </a:cubicBezTo>
                <a:cubicBezTo>
                  <a:pt x="11" y="19"/>
                  <a:pt x="9" y="19"/>
                  <a:pt x="7" y="21"/>
                </a:cubicBezTo>
                <a:cubicBezTo>
                  <a:pt x="4" y="23"/>
                  <a:pt x="3" y="23"/>
                  <a:pt x="0" y="25"/>
                </a:cubicBezTo>
                <a:lnTo>
                  <a:pt x="2" y="26"/>
                </a:lnTo>
                <a:lnTo>
                  <a:pt x="4" y="25"/>
                </a:lnTo>
                <a:lnTo>
                  <a:pt x="7" y="30"/>
                </a:lnTo>
                <a:cubicBezTo>
                  <a:pt x="9" y="33"/>
                  <a:pt x="17" y="47"/>
                  <a:pt x="19" y="51"/>
                </a:cubicBezTo>
                <a:lnTo>
                  <a:pt x="15" y="53"/>
                </a:lnTo>
                <a:lnTo>
                  <a:pt x="18" y="55"/>
                </a:lnTo>
                <a:cubicBezTo>
                  <a:pt x="19" y="53"/>
                  <a:pt x="20" y="53"/>
                  <a:pt x="22" y="52"/>
                </a:cubicBezTo>
                <a:cubicBezTo>
                  <a:pt x="23" y="51"/>
                  <a:pt x="25" y="50"/>
                  <a:pt x="26" y="49"/>
                </a:cubicBezTo>
                <a:lnTo>
                  <a:pt x="26" y="46"/>
                </a:lnTo>
                <a:lnTo>
                  <a:pt x="23" y="47"/>
                </a:lnTo>
                <a:cubicBezTo>
                  <a:pt x="22" y="45"/>
                  <a:pt x="20" y="43"/>
                  <a:pt x="19" y="40"/>
                </a:cubicBezTo>
                <a:lnTo>
                  <a:pt x="15" y="34"/>
                </a:lnTo>
                <a:cubicBezTo>
                  <a:pt x="13" y="31"/>
                  <a:pt x="11" y="27"/>
                  <a:pt x="11" y="26"/>
                </a:cubicBezTo>
                <a:cubicBezTo>
                  <a:pt x="22" y="37"/>
                  <a:pt x="29" y="43"/>
                  <a:pt x="32" y="45"/>
                </a:cubicBezTo>
                <a:lnTo>
                  <a:pt x="36" y="43"/>
                </a:lnTo>
                <a:lnTo>
                  <a:pt x="31" y="13"/>
                </a:lnTo>
                <a:cubicBezTo>
                  <a:pt x="32" y="14"/>
                  <a:pt x="33" y="17"/>
                  <a:pt x="36" y="21"/>
                </a:cubicBezTo>
                <a:lnTo>
                  <a:pt x="39" y="26"/>
                </a:lnTo>
                <a:cubicBezTo>
                  <a:pt x="41" y="30"/>
                  <a:pt x="42" y="32"/>
                  <a:pt x="43" y="34"/>
                </a:cubicBezTo>
                <a:lnTo>
                  <a:pt x="41" y="37"/>
                </a:lnTo>
                <a:lnTo>
                  <a:pt x="42" y="39"/>
                </a:lnTo>
                <a:cubicBezTo>
                  <a:pt x="44" y="38"/>
                  <a:pt x="46" y="36"/>
                  <a:pt x="49" y="34"/>
                </a:cubicBezTo>
                <a:cubicBezTo>
                  <a:pt x="51" y="33"/>
                  <a:pt x="53" y="32"/>
                  <a:pt x="56" y="31"/>
                </a:cubicBezTo>
                <a:lnTo>
                  <a:pt x="54" y="28"/>
                </a:lnTo>
                <a:lnTo>
                  <a:pt x="51" y="3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8"/>
          <p:cNvSpPr/>
          <p:nvPr/>
        </p:nvSpPr>
        <p:spPr>
          <a:xfrm>
            <a:off x="9019080" y="5453280"/>
            <a:ext cx="12960" cy="17280"/>
          </a:xfrm>
          <a:custGeom>
            <a:rect b="b" l="l" r="r" t="t"/>
            <a:pathLst>
              <a:path extrusionOk="0" h="48" w="36">
                <a:moveTo>
                  <a:pt x="29" y="37"/>
                </a:moveTo>
                <a:cubicBezTo>
                  <a:pt x="26" y="34"/>
                  <a:pt x="24" y="32"/>
                  <a:pt x="22" y="29"/>
                </a:cubicBezTo>
                <a:lnTo>
                  <a:pt x="18" y="24"/>
                </a:lnTo>
                <a:cubicBezTo>
                  <a:pt x="17" y="21"/>
                  <a:pt x="14" y="19"/>
                  <a:pt x="12" y="15"/>
                </a:cubicBezTo>
                <a:cubicBezTo>
                  <a:pt x="13" y="15"/>
                  <a:pt x="14" y="14"/>
                  <a:pt x="15" y="13"/>
                </a:cubicBezTo>
                <a:cubicBezTo>
                  <a:pt x="19" y="9"/>
                  <a:pt x="22" y="10"/>
                  <a:pt x="24" y="13"/>
                </a:cubicBezTo>
                <a:cubicBezTo>
                  <a:pt x="25" y="15"/>
                  <a:pt x="26" y="19"/>
                  <a:pt x="23" y="22"/>
                </a:cubicBezTo>
                <a:cubicBezTo>
                  <a:pt x="22" y="22"/>
                  <a:pt x="22" y="24"/>
                  <a:pt x="21" y="24"/>
                </a:cubicBezTo>
                <a:lnTo>
                  <a:pt x="23" y="28"/>
                </a:lnTo>
                <a:cubicBezTo>
                  <a:pt x="24" y="27"/>
                  <a:pt x="25" y="26"/>
                  <a:pt x="26" y="25"/>
                </a:cubicBezTo>
                <a:cubicBezTo>
                  <a:pt x="35" y="19"/>
                  <a:pt x="35" y="12"/>
                  <a:pt x="30" y="5"/>
                </a:cubicBezTo>
                <a:cubicBezTo>
                  <a:pt x="26" y="0"/>
                  <a:pt x="21" y="0"/>
                  <a:pt x="15" y="5"/>
                </a:cubicBezTo>
                <a:cubicBezTo>
                  <a:pt x="14" y="6"/>
                  <a:pt x="13" y="8"/>
                  <a:pt x="11" y="10"/>
                </a:cubicBezTo>
                <a:cubicBezTo>
                  <a:pt x="9" y="12"/>
                  <a:pt x="7" y="14"/>
                  <a:pt x="6" y="15"/>
                </a:cubicBezTo>
                <a:cubicBezTo>
                  <a:pt x="4" y="16"/>
                  <a:pt x="2" y="18"/>
                  <a:pt x="0" y="20"/>
                </a:cubicBezTo>
                <a:lnTo>
                  <a:pt x="1" y="21"/>
                </a:lnTo>
                <a:lnTo>
                  <a:pt x="4" y="20"/>
                </a:lnTo>
                <a:cubicBezTo>
                  <a:pt x="6" y="22"/>
                  <a:pt x="8" y="25"/>
                  <a:pt x="10" y="27"/>
                </a:cubicBezTo>
                <a:lnTo>
                  <a:pt x="15" y="35"/>
                </a:lnTo>
                <a:cubicBezTo>
                  <a:pt x="18" y="38"/>
                  <a:pt x="20" y="40"/>
                  <a:pt x="21" y="42"/>
                </a:cubicBezTo>
                <a:lnTo>
                  <a:pt x="20" y="45"/>
                </a:lnTo>
                <a:lnTo>
                  <a:pt x="21" y="47"/>
                </a:lnTo>
                <a:cubicBezTo>
                  <a:pt x="23" y="45"/>
                  <a:pt x="24" y="44"/>
                  <a:pt x="26" y="41"/>
                </a:cubicBezTo>
                <a:cubicBezTo>
                  <a:pt x="29" y="40"/>
                  <a:pt x="32" y="39"/>
                  <a:pt x="34" y="35"/>
                </a:cubicBezTo>
                <a:lnTo>
                  <a:pt x="33" y="34"/>
                </a:lnTo>
                <a:lnTo>
                  <a:pt x="29" y="37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8"/>
          <p:cNvSpPr/>
          <p:nvPr/>
        </p:nvSpPr>
        <p:spPr>
          <a:xfrm>
            <a:off x="9035280" y="5442120"/>
            <a:ext cx="14760" cy="16200"/>
          </a:xfrm>
          <a:custGeom>
            <a:rect b="b" l="l" r="r" t="t"/>
            <a:pathLst>
              <a:path extrusionOk="0" h="45" w="41">
                <a:moveTo>
                  <a:pt x="11" y="23"/>
                </a:moveTo>
                <a:lnTo>
                  <a:pt x="4" y="9"/>
                </a:lnTo>
                <a:lnTo>
                  <a:pt x="17" y="15"/>
                </a:lnTo>
                <a:lnTo>
                  <a:pt x="11" y="23"/>
                </a:lnTo>
                <a:moveTo>
                  <a:pt x="35" y="14"/>
                </a:moveTo>
                <a:cubicBezTo>
                  <a:pt x="32" y="13"/>
                  <a:pt x="24" y="9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5"/>
                  <a:pt x="1" y="7"/>
                  <a:pt x="0" y="8"/>
                </a:cubicBezTo>
                <a:cubicBezTo>
                  <a:pt x="4" y="18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8" y="38"/>
                  <a:pt x="20" y="37"/>
                  <a:pt x="21" y="36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7"/>
                </a:lnTo>
                <a:cubicBezTo>
                  <a:pt x="22" y="18"/>
                  <a:pt x="26" y="20"/>
                  <a:pt x="29" y="23"/>
                </a:cubicBezTo>
                <a:lnTo>
                  <a:pt x="28" y="26"/>
                </a:lnTo>
                <a:lnTo>
                  <a:pt x="29" y="27"/>
                </a:lnTo>
                <a:cubicBezTo>
                  <a:pt x="31" y="25"/>
                  <a:pt x="32" y="23"/>
                  <a:pt x="34" y="20"/>
                </a:cubicBezTo>
                <a:cubicBezTo>
                  <a:pt x="35" y="18"/>
                  <a:pt x="37" y="17"/>
                  <a:pt x="40" y="14"/>
                </a:cubicBezTo>
                <a:lnTo>
                  <a:pt x="37" y="13"/>
                </a:lnTo>
                <a:lnTo>
                  <a:pt x="35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8"/>
          <p:cNvSpPr/>
          <p:nvPr/>
        </p:nvSpPr>
        <p:spPr>
          <a:xfrm>
            <a:off x="9045360" y="542376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19" y="23"/>
                  <a:pt x="19" y="24"/>
                  <a:pt x="18" y="24"/>
                </a:cubicBezTo>
                <a:lnTo>
                  <a:pt x="15" y="23"/>
                </a:lnTo>
                <a:cubicBezTo>
                  <a:pt x="13" y="20"/>
                  <a:pt x="12" y="19"/>
                  <a:pt x="11" y="18"/>
                </a:cubicBezTo>
                <a:cubicBezTo>
                  <a:pt x="11" y="17"/>
                  <a:pt x="12" y="16"/>
                  <a:pt x="13" y="14"/>
                </a:cubicBezTo>
                <a:cubicBezTo>
                  <a:pt x="15" y="11"/>
                  <a:pt x="18" y="10"/>
                  <a:pt x="20" y="12"/>
                </a:cubicBezTo>
                <a:cubicBezTo>
                  <a:pt x="24" y="14"/>
                  <a:pt x="23" y="18"/>
                  <a:pt x="20" y="22"/>
                </a:cubicBezTo>
                <a:moveTo>
                  <a:pt x="45" y="16"/>
                </a:moveTo>
                <a:cubicBezTo>
                  <a:pt x="43" y="16"/>
                  <a:pt x="31" y="17"/>
                  <a:pt x="28" y="17"/>
                </a:cubicBezTo>
                <a:cubicBezTo>
                  <a:pt x="31" y="12"/>
                  <a:pt x="30" y="7"/>
                  <a:pt x="26" y="4"/>
                </a:cubicBezTo>
                <a:cubicBezTo>
                  <a:pt x="23" y="1"/>
                  <a:pt x="18" y="0"/>
                  <a:pt x="11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4" y="18"/>
                  <a:pt x="3" y="20"/>
                </a:cubicBezTo>
                <a:cubicBezTo>
                  <a:pt x="2" y="22"/>
                  <a:pt x="1" y="24"/>
                  <a:pt x="0" y="25"/>
                </a:cubicBezTo>
                <a:lnTo>
                  <a:pt x="1" y="26"/>
                </a:lnTo>
                <a:lnTo>
                  <a:pt x="3" y="24"/>
                </a:lnTo>
                <a:cubicBezTo>
                  <a:pt x="7" y="26"/>
                  <a:pt x="8" y="27"/>
                  <a:pt x="11" y="30"/>
                </a:cubicBezTo>
                <a:lnTo>
                  <a:pt x="19" y="36"/>
                </a:lnTo>
                <a:cubicBezTo>
                  <a:pt x="22" y="38"/>
                  <a:pt x="24" y="40"/>
                  <a:pt x="26" y="42"/>
                </a:cubicBezTo>
                <a:lnTo>
                  <a:pt x="25" y="46"/>
                </a:lnTo>
                <a:lnTo>
                  <a:pt x="26" y="48"/>
                </a:lnTo>
                <a:cubicBezTo>
                  <a:pt x="29" y="45"/>
                  <a:pt x="30" y="42"/>
                  <a:pt x="31" y="40"/>
                </a:cubicBezTo>
                <a:cubicBezTo>
                  <a:pt x="33" y="38"/>
                  <a:pt x="34" y="36"/>
                  <a:pt x="36" y="33"/>
                </a:cubicBezTo>
                <a:lnTo>
                  <a:pt x="34" y="32"/>
                </a:lnTo>
                <a:lnTo>
                  <a:pt x="32" y="35"/>
                </a:lnTo>
                <a:cubicBezTo>
                  <a:pt x="30" y="33"/>
                  <a:pt x="28" y="31"/>
                  <a:pt x="24" y="29"/>
                </a:cubicBezTo>
                <a:lnTo>
                  <a:pt x="22" y="26"/>
                </a:lnTo>
                <a:lnTo>
                  <a:pt x="24" y="25"/>
                </a:lnTo>
                <a:cubicBezTo>
                  <a:pt x="29" y="25"/>
                  <a:pt x="37" y="25"/>
                  <a:pt x="43" y="25"/>
                </a:cubicBezTo>
                <a:cubicBezTo>
                  <a:pt x="44" y="22"/>
                  <a:pt x="46" y="19"/>
                  <a:pt x="49" y="17"/>
                </a:cubicBezTo>
                <a:lnTo>
                  <a:pt x="46" y="14"/>
                </a:lnTo>
                <a:lnTo>
                  <a:pt x="45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8"/>
          <p:cNvSpPr/>
          <p:nvPr/>
        </p:nvSpPr>
        <p:spPr>
          <a:xfrm>
            <a:off x="9057240" y="5405400"/>
            <a:ext cx="15480" cy="17280"/>
          </a:xfrm>
          <a:custGeom>
            <a:rect b="b" l="l" r="r" t="t"/>
            <a:pathLst>
              <a:path extrusionOk="0" h="48" w="43">
                <a:moveTo>
                  <a:pt x="32" y="31"/>
                </a:moveTo>
                <a:cubicBezTo>
                  <a:pt x="29" y="37"/>
                  <a:pt x="22" y="38"/>
                  <a:pt x="17" y="33"/>
                </a:cubicBezTo>
                <a:cubicBezTo>
                  <a:pt x="10" y="30"/>
                  <a:pt x="7" y="24"/>
                  <a:pt x="11" y="17"/>
                </a:cubicBezTo>
                <a:cubicBezTo>
                  <a:pt x="15" y="11"/>
                  <a:pt x="21" y="9"/>
                  <a:pt x="27" y="14"/>
                </a:cubicBezTo>
                <a:cubicBezTo>
                  <a:pt x="33" y="19"/>
                  <a:pt x="35" y="25"/>
                  <a:pt x="32" y="31"/>
                </a:cubicBezTo>
                <a:moveTo>
                  <a:pt x="31" y="6"/>
                </a:moveTo>
                <a:cubicBezTo>
                  <a:pt x="22" y="0"/>
                  <a:pt x="13" y="3"/>
                  <a:pt x="6" y="14"/>
                </a:cubicBezTo>
                <a:cubicBezTo>
                  <a:pt x="0" y="26"/>
                  <a:pt x="3" y="37"/>
                  <a:pt x="12" y="41"/>
                </a:cubicBezTo>
                <a:cubicBezTo>
                  <a:pt x="21" y="47"/>
                  <a:pt x="30" y="44"/>
                  <a:pt x="37" y="33"/>
                </a:cubicBezTo>
                <a:cubicBezTo>
                  <a:pt x="42" y="22"/>
                  <a:pt x="40" y="11"/>
                  <a:pt x="31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8"/>
          <p:cNvSpPr/>
          <p:nvPr/>
        </p:nvSpPr>
        <p:spPr>
          <a:xfrm>
            <a:off x="8974080" y="5486040"/>
            <a:ext cx="5760" cy="6480"/>
          </a:xfrm>
          <a:custGeom>
            <a:rect b="b" l="l" r="r" t="t"/>
            <a:pathLst>
              <a:path extrusionOk="0" h="18" w="16">
                <a:moveTo>
                  <a:pt x="7" y="0"/>
                </a:moveTo>
                <a:cubicBezTo>
                  <a:pt x="3" y="0"/>
                  <a:pt x="0" y="5"/>
                  <a:pt x="0" y="8"/>
                </a:cubicBezTo>
                <a:cubicBezTo>
                  <a:pt x="0" y="13"/>
                  <a:pt x="3" y="17"/>
                  <a:pt x="7" y="17"/>
                </a:cubicBezTo>
                <a:cubicBezTo>
                  <a:pt x="11" y="17"/>
                  <a:pt x="15" y="13"/>
                  <a:pt x="15" y="8"/>
                </a:cubicBezTo>
                <a:cubicBezTo>
                  <a:pt x="15" y="5"/>
                  <a:pt x="11" y="0"/>
                  <a:pt x="7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8"/>
          <p:cNvSpPr/>
          <p:nvPr/>
        </p:nvSpPr>
        <p:spPr>
          <a:xfrm>
            <a:off x="8877240" y="5391360"/>
            <a:ext cx="5760" cy="6840"/>
          </a:xfrm>
          <a:custGeom>
            <a:rect b="b" l="l" r="r" t="t"/>
            <a:pathLst>
              <a:path extrusionOk="0" h="19" w="16">
                <a:moveTo>
                  <a:pt x="7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7" y="0"/>
                </a:cubicBezTo>
                <a:cubicBezTo>
                  <a:pt x="3" y="0"/>
                  <a:pt x="0" y="5"/>
                  <a:pt x="0" y="9"/>
                </a:cubicBezTo>
                <a:cubicBezTo>
                  <a:pt x="0" y="14"/>
                  <a:pt x="3" y="18"/>
                  <a:pt x="7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8"/>
          <p:cNvSpPr/>
          <p:nvPr/>
        </p:nvSpPr>
        <p:spPr>
          <a:xfrm>
            <a:off x="9071280" y="539136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5"/>
                  <a:pt x="12" y="0"/>
                  <a:pt x="9" y="0"/>
                </a:cubicBezTo>
                <a:cubicBezTo>
                  <a:pt x="4" y="0"/>
                  <a:pt x="0" y="5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8"/>
          <p:cNvSpPr/>
          <p:nvPr/>
        </p:nvSpPr>
        <p:spPr>
          <a:xfrm>
            <a:off x="8883360" y="5211360"/>
            <a:ext cx="187200" cy="256320"/>
          </a:xfrm>
          <a:custGeom>
            <a:rect b="b" l="l" r="r" t="t"/>
            <a:pathLst>
              <a:path extrusionOk="0" h="712" w="520">
                <a:moveTo>
                  <a:pt x="508" y="286"/>
                </a:moveTo>
                <a:cubicBezTo>
                  <a:pt x="508" y="331"/>
                  <a:pt x="503" y="377"/>
                  <a:pt x="491" y="421"/>
                </a:cubicBezTo>
                <a:lnTo>
                  <a:pt x="489" y="424"/>
                </a:lnTo>
                <a:cubicBezTo>
                  <a:pt x="489" y="424"/>
                  <a:pt x="488" y="427"/>
                  <a:pt x="488" y="429"/>
                </a:cubicBezTo>
                <a:cubicBezTo>
                  <a:pt x="461" y="403"/>
                  <a:pt x="267" y="215"/>
                  <a:pt x="259" y="209"/>
                </a:cubicBezTo>
                <a:cubicBezTo>
                  <a:pt x="259" y="209"/>
                  <a:pt x="258" y="210"/>
                  <a:pt x="256" y="211"/>
                </a:cubicBezTo>
                <a:cubicBezTo>
                  <a:pt x="256" y="212"/>
                  <a:pt x="255" y="212"/>
                  <a:pt x="255" y="213"/>
                </a:cubicBezTo>
                <a:cubicBezTo>
                  <a:pt x="224" y="243"/>
                  <a:pt x="75" y="388"/>
                  <a:pt x="32" y="429"/>
                </a:cubicBezTo>
                <a:cubicBezTo>
                  <a:pt x="31" y="427"/>
                  <a:pt x="31" y="424"/>
                  <a:pt x="31" y="424"/>
                </a:cubicBezTo>
                <a:cubicBezTo>
                  <a:pt x="31" y="424"/>
                  <a:pt x="30" y="422"/>
                  <a:pt x="30" y="421"/>
                </a:cubicBezTo>
                <a:cubicBezTo>
                  <a:pt x="18" y="377"/>
                  <a:pt x="11" y="332"/>
                  <a:pt x="11" y="286"/>
                </a:cubicBezTo>
                <a:cubicBezTo>
                  <a:pt x="11" y="286"/>
                  <a:pt x="11" y="23"/>
                  <a:pt x="11" y="12"/>
                </a:cubicBezTo>
                <a:cubicBezTo>
                  <a:pt x="32" y="12"/>
                  <a:pt x="488" y="12"/>
                  <a:pt x="508" y="12"/>
                </a:cubicBezTo>
                <a:cubicBezTo>
                  <a:pt x="508" y="33"/>
                  <a:pt x="508" y="286"/>
                  <a:pt x="508" y="286"/>
                </a:cubicBezTo>
                <a:moveTo>
                  <a:pt x="455" y="512"/>
                </a:moveTo>
                <a:lnTo>
                  <a:pt x="452" y="519"/>
                </a:lnTo>
                <a:cubicBezTo>
                  <a:pt x="407" y="603"/>
                  <a:pt x="337" y="667"/>
                  <a:pt x="259" y="699"/>
                </a:cubicBezTo>
                <a:cubicBezTo>
                  <a:pt x="181" y="667"/>
                  <a:pt x="114" y="603"/>
                  <a:pt x="68" y="519"/>
                </a:cubicBezTo>
                <a:lnTo>
                  <a:pt x="65" y="512"/>
                </a:lnTo>
                <a:lnTo>
                  <a:pt x="63" y="509"/>
                </a:lnTo>
                <a:cubicBezTo>
                  <a:pt x="63" y="507"/>
                  <a:pt x="62" y="506"/>
                  <a:pt x="62" y="506"/>
                </a:cubicBezTo>
                <a:lnTo>
                  <a:pt x="216" y="357"/>
                </a:lnTo>
                <a:cubicBezTo>
                  <a:pt x="241" y="332"/>
                  <a:pt x="259" y="315"/>
                  <a:pt x="259" y="315"/>
                </a:cubicBezTo>
                <a:lnTo>
                  <a:pt x="459" y="506"/>
                </a:lnTo>
                <a:cubicBezTo>
                  <a:pt x="457" y="506"/>
                  <a:pt x="457" y="507"/>
                  <a:pt x="457" y="509"/>
                </a:cubicBezTo>
                <a:lnTo>
                  <a:pt x="455" y="512"/>
                </a:lnTo>
                <a:moveTo>
                  <a:pt x="519" y="0"/>
                </a:moveTo>
                <a:lnTo>
                  <a:pt x="0" y="0"/>
                </a:lnTo>
                <a:lnTo>
                  <a:pt x="0" y="286"/>
                </a:lnTo>
                <a:cubicBezTo>
                  <a:pt x="0" y="333"/>
                  <a:pt x="7" y="379"/>
                  <a:pt x="19" y="424"/>
                </a:cubicBezTo>
                <a:lnTo>
                  <a:pt x="20" y="429"/>
                </a:lnTo>
                <a:lnTo>
                  <a:pt x="23" y="437"/>
                </a:lnTo>
                <a:cubicBezTo>
                  <a:pt x="31" y="463"/>
                  <a:pt x="41" y="490"/>
                  <a:pt x="53" y="513"/>
                </a:cubicBezTo>
                <a:lnTo>
                  <a:pt x="55" y="518"/>
                </a:lnTo>
                <a:lnTo>
                  <a:pt x="58" y="525"/>
                </a:lnTo>
                <a:cubicBezTo>
                  <a:pt x="105" y="613"/>
                  <a:pt x="175" y="679"/>
                  <a:pt x="258" y="711"/>
                </a:cubicBezTo>
                <a:lnTo>
                  <a:pt x="259" y="711"/>
                </a:lnTo>
                <a:lnTo>
                  <a:pt x="261" y="711"/>
                </a:lnTo>
                <a:cubicBezTo>
                  <a:pt x="344" y="679"/>
                  <a:pt x="414" y="613"/>
                  <a:pt x="461" y="525"/>
                </a:cubicBezTo>
                <a:lnTo>
                  <a:pt x="462" y="525"/>
                </a:lnTo>
                <a:lnTo>
                  <a:pt x="465" y="518"/>
                </a:lnTo>
                <a:lnTo>
                  <a:pt x="466" y="513"/>
                </a:lnTo>
                <a:cubicBezTo>
                  <a:pt x="478" y="490"/>
                  <a:pt x="488" y="463"/>
                  <a:pt x="497" y="437"/>
                </a:cubicBezTo>
                <a:lnTo>
                  <a:pt x="499" y="429"/>
                </a:lnTo>
                <a:lnTo>
                  <a:pt x="500" y="424"/>
                </a:lnTo>
                <a:cubicBezTo>
                  <a:pt x="514" y="379"/>
                  <a:pt x="519" y="332"/>
                  <a:pt x="519" y="286"/>
                </a:cubicBezTo>
                <a:lnTo>
                  <a:pt x="519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8"/>
          <p:cNvSpPr/>
          <p:nvPr/>
        </p:nvSpPr>
        <p:spPr>
          <a:xfrm>
            <a:off x="8934120" y="5349960"/>
            <a:ext cx="79560" cy="102240"/>
          </a:xfrm>
          <a:custGeom>
            <a:rect b="b" l="l" r="r" t="t"/>
            <a:pathLst>
              <a:path extrusionOk="0" h="284" w="221">
                <a:moveTo>
                  <a:pt x="220" y="109"/>
                </a:moveTo>
                <a:lnTo>
                  <a:pt x="205" y="109"/>
                </a:lnTo>
                <a:lnTo>
                  <a:pt x="197" y="123"/>
                </a:lnTo>
                <a:lnTo>
                  <a:pt x="190" y="109"/>
                </a:lnTo>
                <a:lnTo>
                  <a:pt x="174" y="109"/>
                </a:lnTo>
                <a:lnTo>
                  <a:pt x="182" y="95"/>
                </a:lnTo>
                <a:lnTo>
                  <a:pt x="174" y="78"/>
                </a:lnTo>
                <a:lnTo>
                  <a:pt x="190" y="79"/>
                </a:lnTo>
                <a:lnTo>
                  <a:pt x="197" y="64"/>
                </a:lnTo>
                <a:lnTo>
                  <a:pt x="205" y="79"/>
                </a:lnTo>
                <a:lnTo>
                  <a:pt x="220" y="78"/>
                </a:lnTo>
                <a:lnTo>
                  <a:pt x="213" y="95"/>
                </a:lnTo>
                <a:lnTo>
                  <a:pt x="220" y="109"/>
                </a:lnTo>
                <a:moveTo>
                  <a:pt x="164" y="170"/>
                </a:moveTo>
                <a:lnTo>
                  <a:pt x="151" y="162"/>
                </a:lnTo>
                <a:lnTo>
                  <a:pt x="137" y="170"/>
                </a:lnTo>
                <a:lnTo>
                  <a:pt x="139" y="153"/>
                </a:lnTo>
                <a:lnTo>
                  <a:pt x="129" y="141"/>
                </a:lnTo>
                <a:lnTo>
                  <a:pt x="143" y="139"/>
                </a:lnTo>
                <a:lnTo>
                  <a:pt x="151" y="124"/>
                </a:lnTo>
                <a:lnTo>
                  <a:pt x="158" y="139"/>
                </a:lnTo>
                <a:lnTo>
                  <a:pt x="173" y="141"/>
                </a:lnTo>
                <a:lnTo>
                  <a:pt x="162" y="153"/>
                </a:lnTo>
                <a:lnTo>
                  <a:pt x="164" y="170"/>
                </a:lnTo>
                <a:moveTo>
                  <a:pt x="94" y="13"/>
                </a:moveTo>
                <a:lnTo>
                  <a:pt x="111" y="17"/>
                </a:lnTo>
                <a:lnTo>
                  <a:pt x="119" y="0"/>
                </a:lnTo>
                <a:lnTo>
                  <a:pt x="128" y="17"/>
                </a:lnTo>
                <a:lnTo>
                  <a:pt x="146" y="13"/>
                </a:lnTo>
                <a:lnTo>
                  <a:pt x="138" y="31"/>
                </a:lnTo>
                <a:lnTo>
                  <a:pt x="151" y="43"/>
                </a:lnTo>
                <a:lnTo>
                  <a:pt x="134" y="47"/>
                </a:lnTo>
                <a:lnTo>
                  <a:pt x="133" y="66"/>
                </a:lnTo>
                <a:lnTo>
                  <a:pt x="119" y="55"/>
                </a:lnTo>
                <a:lnTo>
                  <a:pt x="105" y="66"/>
                </a:lnTo>
                <a:lnTo>
                  <a:pt x="105" y="47"/>
                </a:lnTo>
                <a:lnTo>
                  <a:pt x="87" y="43"/>
                </a:lnTo>
                <a:lnTo>
                  <a:pt x="101" y="31"/>
                </a:lnTo>
                <a:lnTo>
                  <a:pt x="94" y="13"/>
                </a:lnTo>
                <a:moveTo>
                  <a:pt x="146" y="271"/>
                </a:moveTo>
                <a:lnTo>
                  <a:pt x="128" y="264"/>
                </a:lnTo>
                <a:lnTo>
                  <a:pt x="120" y="283"/>
                </a:lnTo>
                <a:lnTo>
                  <a:pt x="112" y="264"/>
                </a:lnTo>
                <a:lnTo>
                  <a:pt x="94" y="271"/>
                </a:lnTo>
                <a:lnTo>
                  <a:pt x="101" y="252"/>
                </a:lnTo>
                <a:lnTo>
                  <a:pt x="84" y="243"/>
                </a:lnTo>
                <a:lnTo>
                  <a:pt x="101" y="235"/>
                </a:lnTo>
                <a:lnTo>
                  <a:pt x="94" y="216"/>
                </a:lnTo>
                <a:lnTo>
                  <a:pt x="112" y="223"/>
                </a:lnTo>
                <a:lnTo>
                  <a:pt x="120" y="204"/>
                </a:lnTo>
                <a:lnTo>
                  <a:pt x="128" y="223"/>
                </a:lnTo>
                <a:lnTo>
                  <a:pt x="146" y="216"/>
                </a:lnTo>
                <a:lnTo>
                  <a:pt x="139" y="235"/>
                </a:lnTo>
                <a:lnTo>
                  <a:pt x="157" y="243"/>
                </a:lnTo>
                <a:lnTo>
                  <a:pt x="139" y="252"/>
                </a:lnTo>
                <a:lnTo>
                  <a:pt x="146" y="271"/>
                </a:lnTo>
                <a:moveTo>
                  <a:pt x="46" y="136"/>
                </a:moveTo>
                <a:lnTo>
                  <a:pt x="46" y="155"/>
                </a:lnTo>
                <a:lnTo>
                  <a:pt x="32" y="143"/>
                </a:lnTo>
                <a:lnTo>
                  <a:pt x="18" y="155"/>
                </a:lnTo>
                <a:lnTo>
                  <a:pt x="18" y="136"/>
                </a:lnTo>
                <a:lnTo>
                  <a:pt x="0" y="132"/>
                </a:lnTo>
                <a:lnTo>
                  <a:pt x="14" y="120"/>
                </a:lnTo>
                <a:lnTo>
                  <a:pt x="7" y="102"/>
                </a:lnTo>
                <a:lnTo>
                  <a:pt x="24" y="105"/>
                </a:lnTo>
                <a:lnTo>
                  <a:pt x="32" y="88"/>
                </a:lnTo>
                <a:lnTo>
                  <a:pt x="40" y="105"/>
                </a:lnTo>
                <a:lnTo>
                  <a:pt x="57" y="102"/>
                </a:lnTo>
                <a:lnTo>
                  <a:pt x="51" y="120"/>
                </a:lnTo>
                <a:lnTo>
                  <a:pt x="64" y="132"/>
                </a:lnTo>
                <a:lnTo>
                  <a:pt x="46" y="13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783" name="Google Shape;783;p38"/>
          <p:cNvSpPr/>
          <p:nvPr/>
        </p:nvSpPr>
        <p:spPr>
          <a:xfrm>
            <a:off x="8894880" y="5232600"/>
            <a:ext cx="68760" cy="56520"/>
          </a:xfrm>
          <a:custGeom>
            <a:rect b="b" l="l" r="r" t="t"/>
            <a:pathLst>
              <a:path extrusionOk="0" h="157" w="191">
                <a:moveTo>
                  <a:pt x="0" y="0"/>
                </a:moveTo>
                <a:lnTo>
                  <a:pt x="11" y="0"/>
                </a:lnTo>
                <a:lnTo>
                  <a:pt x="10" y="2"/>
                </a:lnTo>
                <a:lnTo>
                  <a:pt x="10" y="4"/>
                </a:lnTo>
                <a:lnTo>
                  <a:pt x="10" y="138"/>
                </a:lnTo>
                <a:cubicBezTo>
                  <a:pt x="22" y="138"/>
                  <a:pt x="85" y="138"/>
                  <a:pt x="88" y="138"/>
                </a:cubicBezTo>
                <a:cubicBezTo>
                  <a:pt x="89" y="140"/>
                  <a:pt x="90" y="140"/>
                  <a:pt x="94" y="140"/>
                </a:cubicBezTo>
                <a:cubicBezTo>
                  <a:pt x="97" y="140"/>
                  <a:pt x="99" y="140"/>
                  <a:pt x="101" y="138"/>
                </a:cubicBezTo>
                <a:cubicBezTo>
                  <a:pt x="105" y="138"/>
                  <a:pt x="173" y="138"/>
                  <a:pt x="180" y="138"/>
                </a:cubicBezTo>
                <a:lnTo>
                  <a:pt x="180" y="4"/>
                </a:lnTo>
                <a:lnTo>
                  <a:pt x="180" y="2"/>
                </a:lnTo>
                <a:lnTo>
                  <a:pt x="179" y="0"/>
                </a:lnTo>
                <a:lnTo>
                  <a:pt x="190" y="0"/>
                </a:lnTo>
                <a:lnTo>
                  <a:pt x="190" y="149"/>
                </a:lnTo>
                <a:cubicBezTo>
                  <a:pt x="190" y="149"/>
                  <a:pt x="107" y="149"/>
                  <a:pt x="105" y="149"/>
                </a:cubicBezTo>
                <a:cubicBezTo>
                  <a:pt x="103" y="153"/>
                  <a:pt x="99" y="156"/>
                  <a:pt x="94" y="156"/>
                </a:cubicBezTo>
                <a:cubicBezTo>
                  <a:pt x="89" y="156"/>
                  <a:pt x="86" y="153"/>
                  <a:pt x="84" y="149"/>
                </a:cubicBezTo>
                <a:cubicBezTo>
                  <a:pt x="82" y="149"/>
                  <a:pt x="0" y="149"/>
                  <a:pt x="0" y="149"/>
                </a:cubicBezTo>
                <a:lnTo>
                  <a:pt x="0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8"/>
          <p:cNvSpPr/>
          <p:nvPr/>
        </p:nvSpPr>
        <p:spPr>
          <a:xfrm>
            <a:off x="890172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66" y="25"/>
                </a:moveTo>
                <a:cubicBezTo>
                  <a:pt x="64" y="24"/>
                  <a:pt x="60" y="23"/>
                  <a:pt x="55" y="23"/>
                </a:cubicBezTo>
                <a:cubicBezTo>
                  <a:pt x="47" y="23"/>
                  <a:pt x="40" y="25"/>
                  <a:pt x="31" y="27"/>
                </a:cubicBezTo>
                <a:cubicBezTo>
                  <a:pt x="22" y="28"/>
                  <a:pt x="15" y="31"/>
                  <a:pt x="8" y="32"/>
                </a:cubicBezTo>
                <a:lnTo>
                  <a:pt x="8" y="25"/>
                </a:lnTo>
                <a:cubicBezTo>
                  <a:pt x="14" y="25"/>
                  <a:pt x="22" y="23"/>
                  <a:pt x="29" y="20"/>
                </a:cubicBezTo>
                <a:cubicBezTo>
                  <a:pt x="39" y="19"/>
                  <a:pt x="46" y="17"/>
                  <a:pt x="55" y="17"/>
                </a:cubicBezTo>
                <a:cubicBezTo>
                  <a:pt x="60" y="17"/>
                  <a:pt x="63" y="17"/>
                  <a:pt x="66" y="19"/>
                </a:cubicBezTo>
                <a:lnTo>
                  <a:pt x="66" y="25"/>
                </a:lnTo>
                <a:moveTo>
                  <a:pt x="66" y="40"/>
                </a:moveTo>
                <a:cubicBezTo>
                  <a:pt x="64" y="39"/>
                  <a:pt x="60" y="38"/>
                  <a:pt x="55" y="38"/>
                </a:cubicBezTo>
                <a:cubicBezTo>
                  <a:pt x="47" y="38"/>
                  <a:pt x="40" y="39"/>
                  <a:pt x="31" y="41"/>
                </a:cubicBezTo>
                <a:cubicBezTo>
                  <a:pt x="22" y="44"/>
                  <a:pt x="15" y="46"/>
                  <a:pt x="8" y="46"/>
                </a:cubicBezTo>
                <a:lnTo>
                  <a:pt x="8" y="40"/>
                </a:lnTo>
                <a:cubicBezTo>
                  <a:pt x="14" y="39"/>
                  <a:pt x="22" y="38"/>
                  <a:pt x="29" y="36"/>
                </a:cubicBezTo>
                <a:cubicBezTo>
                  <a:pt x="39" y="33"/>
                  <a:pt x="46" y="31"/>
                  <a:pt x="55" y="32"/>
                </a:cubicBezTo>
                <a:cubicBezTo>
                  <a:pt x="60" y="32"/>
                  <a:pt x="63" y="32"/>
                  <a:pt x="66" y="33"/>
                </a:cubicBezTo>
                <a:lnTo>
                  <a:pt x="66" y="40"/>
                </a:lnTo>
                <a:moveTo>
                  <a:pt x="66" y="55"/>
                </a:moveTo>
                <a:cubicBezTo>
                  <a:pt x="64" y="55"/>
                  <a:pt x="60" y="53"/>
                  <a:pt x="55" y="53"/>
                </a:cubicBezTo>
                <a:cubicBezTo>
                  <a:pt x="47" y="52"/>
                  <a:pt x="40" y="55"/>
                  <a:pt x="31" y="57"/>
                </a:cubicBezTo>
                <a:cubicBezTo>
                  <a:pt x="22" y="59"/>
                  <a:pt x="15" y="62"/>
                  <a:pt x="8" y="62"/>
                </a:cubicBezTo>
                <a:lnTo>
                  <a:pt x="8" y="56"/>
                </a:lnTo>
                <a:cubicBezTo>
                  <a:pt x="14" y="55"/>
                  <a:pt x="22" y="53"/>
                  <a:pt x="29" y="51"/>
                </a:cubicBezTo>
                <a:cubicBezTo>
                  <a:pt x="39" y="49"/>
                  <a:pt x="46" y="46"/>
                  <a:pt x="55" y="46"/>
                </a:cubicBezTo>
                <a:cubicBezTo>
                  <a:pt x="60" y="47"/>
                  <a:pt x="63" y="47"/>
                  <a:pt x="66" y="49"/>
                </a:cubicBezTo>
                <a:lnTo>
                  <a:pt x="66" y="55"/>
                </a:lnTo>
                <a:moveTo>
                  <a:pt x="66" y="71"/>
                </a:moveTo>
                <a:cubicBezTo>
                  <a:pt x="64" y="69"/>
                  <a:pt x="60" y="69"/>
                  <a:pt x="55" y="68"/>
                </a:cubicBezTo>
                <a:cubicBezTo>
                  <a:pt x="47" y="68"/>
                  <a:pt x="40" y="70"/>
                  <a:pt x="31" y="72"/>
                </a:cubicBezTo>
                <a:cubicBezTo>
                  <a:pt x="22" y="75"/>
                  <a:pt x="15" y="76"/>
                  <a:pt x="8" y="77"/>
                </a:cubicBezTo>
                <a:lnTo>
                  <a:pt x="8" y="71"/>
                </a:lnTo>
                <a:cubicBezTo>
                  <a:pt x="14" y="70"/>
                  <a:pt x="22" y="68"/>
                  <a:pt x="29" y="66"/>
                </a:cubicBezTo>
                <a:cubicBezTo>
                  <a:pt x="39" y="64"/>
                  <a:pt x="46" y="62"/>
                  <a:pt x="55" y="62"/>
                </a:cubicBezTo>
                <a:cubicBezTo>
                  <a:pt x="60" y="62"/>
                  <a:pt x="63" y="63"/>
                  <a:pt x="66" y="64"/>
                </a:cubicBezTo>
                <a:lnTo>
                  <a:pt x="66" y="71"/>
                </a:lnTo>
                <a:moveTo>
                  <a:pt x="66" y="85"/>
                </a:moveTo>
                <a:cubicBezTo>
                  <a:pt x="64" y="84"/>
                  <a:pt x="60" y="83"/>
                  <a:pt x="55" y="83"/>
                </a:cubicBezTo>
                <a:cubicBezTo>
                  <a:pt x="47" y="83"/>
                  <a:pt x="40" y="85"/>
                  <a:pt x="31" y="89"/>
                </a:cubicBezTo>
                <a:cubicBezTo>
                  <a:pt x="22" y="91"/>
                  <a:pt x="15" y="92"/>
                  <a:pt x="8" y="94"/>
                </a:cubicBezTo>
                <a:lnTo>
                  <a:pt x="8" y="85"/>
                </a:lnTo>
                <a:cubicBezTo>
                  <a:pt x="14" y="85"/>
                  <a:pt x="22" y="83"/>
                  <a:pt x="29" y="82"/>
                </a:cubicBezTo>
                <a:cubicBezTo>
                  <a:pt x="39" y="78"/>
                  <a:pt x="46" y="77"/>
                  <a:pt x="55" y="77"/>
                </a:cubicBezTo>
                <a:cubicBezTo>
                  <a:pt x="60" y="77"/>
                  <a:pt x="63" y="78"/>
                  <a:pt x="66" y="78"/>
                </a:cubicBezTo>
                <a:lnTo>
                  <a:pt x="66" y="85"/>
                </a:lnTo>
                <a:moveTo>
                  <a:pt x="66" y="102"/>
                </a:moveTo>
                <a:cubicBezTo>
                  <a:pt x="64" y="101"/>
                  <a:pt x="60" y="100"/>
                  <a:pt x="55" y="100"/>
                </a:cubicBezTo>
                <a:cubicBezTo>
                  <a:pt x="47" y="98"/>
                  <a:pt x="40" y="102"/>
                  <a:pt x="31" y="103"/>
                </a:cubicBezTo>
                <a:cubicBezTo>
                  <a:pt x="22" y="105"/>
                  <a:pt x="15" y="108"/>
                  <a:pt x="8" y="108"/>
                </a:cubicBezTo>
                <a:lnTo>
                  <a:pt x="8" y="102"/>
                </a:lnTo>
                <a:cubicBezTo>
                  <a:pt x="14" y="102"/>
                  <a:pt x="22" y="100"/>
                  <a:pt x="29" y="97"/>
                </a:cubicBezTo>
                <a:cubicBezTo>
                  <a:pt x="39" y="95"/>
                  <a:pt x="46" y="92"/>
                  <a:pt x="55" y="94"/>
                </a:cubicBezTo>
                <a:cubicBezTo>
                  <a:pt x="60" y="94"/>
                  <a:pt x="63" y="94"/>
                  <a:pt x="66" y="95"/>
                </a:cubicBezTo>
                <a:lnTo>
                  <a:pt x="66" y="102"/>
                </a:lnTo>
                <a:moveTo>
                  <a:pt x="66" y="117"/>
                </a:moveTo>
                <a:cubicBezTo>
                  <a:pt x="64" y="116"/>
                  <a:pt x="60" y="115"/>
                  <a:pt x="55" y="115"/>
                </a:cubicBezTo>
                <a:cubicBezTo>
                  <a:pt x="47" y="115"/>
                  <a:pt x="40" y="116"/>
                  <a:pt x="31" y="119"/>
                </a:cubicBezTo>
                <a:cubicBezTo>
                  <a:pt x="22" y="121"/>
                  <a:pt x="15" y="123"/>
                  <a:pt x="8" y="123"/>
                </a:cubicBezTo>
                <a:lnTo>
                  <a:pt x="8" y="117"/>
                </a:lnTo>
                <a:cubicBezTo>
                  <a:pt x="14" y="116"/>
                  <a:pt x="22" y="115"/>
                  <a:pt x="29" y="113"/>
                </a:cubicBezTo>
                <a:cubicBezTo>
                  <a:pt x="39" y="110"/>
                  <a:pt x="46" y="108"/>
                  <a:pt x="55" y="108"/>
                </a:cubicBezTo>
                <a:cubicBezTo>
                  <a:pt x="60" y="109"/>
                  <a:pt x="63" y="109"/>
                  <a:pt x="66" y="110"/>
                </a:cubicBezTo>
                <a:lnTo>
                  <a:pt x="66" y="117"/>
                </a:lnTo>
                <a:moveTo>
                  <a:pt x="55" y="0"/>
                </a:moveTo>
                <a:cubicBezTo>
                  <a:pt x="47" y="0"/>
                  <a:pt x="40" y="2"/>
                  <a:pt x="31" y="5"/>
                </a:cubicBezTo>
                <a:cubicBezTo>
                  <a:pt x="20" y="7"/>
                  <a:pt x="10" y="9"/>
                  <a:pt x="0" y="8"/>
                </a:cubicBezTo>
                <a:cubicBezTo>
                  <a:pt x="0" y="9"/>
                  <a:pt x="0" y="11"/>
                  <a:pt x="0" y="12"/>
                </a:cubicBezTo>
                <a:cubicBezTo>
                  <a:pt x="0" y="30"/>
                  <a:pt x="0" y="135"/>
                  <a:pt x="0" y="141"/>
                </a:cubicBezTo>
                <a:cubicBezTo>
                  <a:pt x="9" y="141"/>
                  <a:pt x="19" y="139"/>
                  <a:pt x="29" y="136"/>
                </a:cubicBezTo>
                <a:cubicBezTo>
                  <a:pt x="39" y="134"/>
                  <a:pt x="46" y="132"/>
                  <a:pt x="55" y="132"/>
                </a:cubicBezTo>
                <a:cubicBezTo>
                  <a:pt x="63" y="132"/>
                  <a:pt x="68" y="134"/>
                  <a:pt x="74" y="138"/>
                </a:cubicBezTo>
                <a:lnTo>
                  <a:pt x="74" y="7"/>
                </a:lnTo>
                <a:cubicBezTo>
                  <a:pt x="69" y="4"/>
                  <a:pt x="65" y="0"/>
                  <a:pt x="55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8"/>
          <p:cNvSpPr/>
          <p:nvPr/>
        </p:nvSpPr>
        <p:spPr>
          <a:xfrm>
            <a:off x="8929800" y="5228280"/>
            <a:ext cx="27000" cy="51120"/>
          </a:xfrm>
          <a:custGeom>
            <a:rect b="b" l="l" r="r" t="t"/>
            <a:pathLst>
              <a:path extrusionOk="0" h="142" w="75">
                <a:moveTo>
                  <a:pt x="8" y="19"/>
                </a:moveTo>
                <a:cubicBezTo>
                  <a:pt x="11" y="17"/>
                  <a:pt x="14" y="17"/>
                  <a:pt x="19" y="17"/>
                </a:cubicBezTo>
                <a:cubicBezTo>
                  <a:pt x="28" y="17"/>
                  <a:pt x="36" y="19"/>
                  <a:pt x="45" y="20"/>
                </a:cubicBezTo>
                <a:cubicBezTo>
                  <a:pt x="52" y="23"/>
                  <a:pt x="60" y="25"/>
                  <a:pt x="66" y="25"/>
                </a:cubicBezTo>
                <a:lnTo>
                  <a:pt x="66" y="32"/>
                </a:lnTo>
                <a:cubicBezTo>
                  <a:pt x="58" y="31"/>
                  <a:pt x="51" y="28"/>
                  <a:pt x="44" y="27"/>
                </a:cubicBezTo>
                <a:cubicBezTo>
                  <a:pt x="35" y="25"/>
                  <a:pt x="28" y="23"/>
                  <a:pt x="19" y="23"/>
                </a:cubicBezTo>
                <a:cubicBezTo>
                  <a:pt x="14" y="23"/>
                  <a:pt x="10" y="24"/>
                  <a:pt x="8" y="25"/>
                </a:cubicBezTo>
                <a:lnTo>
                  <a:pt x="8" y="19"/>
                </a:lnTo>
                <a:moveTo>
                  <a:pt x="8" y="33"/>
                </a:moveTo>
                <a:cubicBezTo>
                  <a:pt x="11" y="32"/>
                  <a:pt x="14" y="32"/>
                  <a:pt x="19" y="32"/>
                </a:cubicBezTo>
                <a:cubicBezTo>
                  <a:pt x="28" y="31"/>
                  <a:pt x="36" y="33"/>
                  <a:pt x="45" y="36"/>
                </a:cubicBezTo>
                <a:cubicBezTo>
                  <a:pt x="52" y="38"/>
                  <a:pt x="60" y="39"/>
                  <a:pt x="66" y="40"/>
                </a:cubicBezTo>
                <a:lnTo>
                  <a:pt x="66" y="46"/>
                </a:lnTo>
                <a:cubicBezTo>
                  <a:pt x="58" y="46"/>
                  <a:pt x="51" y="44"/>
                  <a:pt x="44" y="41"/>
                </a:cubicBezTo>
                <a:cubicBezTo>
                  <a:pt x="35" y="39"/>
                  <a:pt x="28" y="38"/>
                  <a:pt x="19" y="38"/>
                </a:cubicBezTo>
                <a:cubicBezTo>
                  <a:pt x="14" y="38"/>
                  <a:pt x="10" y="39"/>
                  <a:pt x="8" y="40"/>
                </a:cubicBezTo>
                <a:lnTo>
                  <a:pt x="8" y="33"/>
                </a:lnTo>
                <a:moveTo>
                  <a:pt x="8" y="49"/>
                </a:moveTo>
                <a:cubicBezTo>
                  <a:pt x="11" y="47"/>
                  <a:pt x="14" y="47"/>
                  <a:pt x="19" y="46"/>
                </a:cubicBezTo>
                <a:cubicBezTo>
                  <a:pt x="28" y="46"/>
                  <a:pt x="36" y="49"/>
                  <a:pt x="45" y="51"/>
                </a:cubicBezTo>
                <a:cubicBezTo>
                  <a:pt x="52" y="53"/>
                  <a:pt x="60" y="55"/>
                  <a:pt x="66" y="56"/>
                </a:cubicBezTo>
                <a:lnTo>
                  <a:pt x="66" y="62"/>
                </a:lnTo>
                <a:cubicBezTo>
                  <a:pt x="58" y="62"/>
                  <a:pt x="51" y="59"/>
                  <a:pt x="44" y="57"/>
                </a:cubicBezTo>
                <a:cubicBezTo>
                  <a:pt x="35" y="55"/>
                  <a:pt x="28" y="52"/>
                  <a:pt x="19" y="53"/>
                </a:cubicBezTo>
                <a:cubicBezTo>
                  <a:pt x="14" y="53"/>
                  <a:pt x="10" y="55"/>
                  <a:pt x="8" y="55"/>
                </a:cubicBezTo>
                <a:lnTo>
                  <a:pt x="8" y="49"/>
                </a:lnTo>
                <a:moveTo>
                  <a:pt x="8" y="64"/>
                </a:moveTo>
                <a:cubicBezTo>
                  <a:pt x="11" y="63"/>
                  <a:pt x="14" y="62"/>
                  <a:pt x="19" y="62"/>
                </a:cubicBezTo>
                <a:cubicBezTo>
                  <a:pt x="28" y="62"/>
                  <a:pt x="36" y="64"/>
                  <a:pt x="45" y="66"/>
                </a:cubicBezTo>
                <a:cubicBezTo>
                  <a:pt x="52" y="68"/>
                  <a:pt x="60" y="70"/>
                  <a:pt x="66" y="71"/>
                </a:cubicBezTo>
                <a:lnTo>
                  <a:pt x="66" y="77"/>
                </a:lnTo>
                <a:cubicBezTo>
                  <a:pt x="58" y="76"/>
                  <a:pt x="51" y="75"/>
                  <a:pt x="44" y="72"/>
                </a:cubicBezTo>
                <a:cubicBezTo>
                  <a:pt x="35" y="70"/>
                  <a:pt x="28" y="68"/>
                  <a:pt x="19" y="68"/>
                </a:cubicBezTo>
                <a:cubicBezTo>
                  <a:pt x="14" y="69"/>
                  <a:pt x="10" y="69"/>
                  <a:pt x="8" y="71"/>
                </a:cubicBezTo>
                <a:lnTo>
                  <a:pt x="8" y="64"/>
                </a:lnTo>
                <a:moveTo>
                  <a:pt x="8" y="78"/>
                </a:moveTo>
                <a:cubicBezTo>
                  <a:pt x="11" y="78"/>
                  <a:pt x="14" y="77"/>
                  <a:pt x="19" y="77"/>
                </a:cubicBezTo>
                <a:cubicBezTo>
                  <a:pt x="28" y="77"/>
                  <a:pt x="36" y="78"/>
                  <a:pt x="45" y="82"/>
                </a:cubicBezTo>
                <a:cubicBezTo>
                  <a:pt x="52" y="83"/>
                  <a:pt x="60" y="85"/>
                  <a:pt x="66" y="85"/>
                </a:cubicBezTo>
                <a:lnTo>
                  <a:pt x="66" y="94"/>
                </a:lnTo>
                <a:cubicBezTo>
                  <a:pt x="58" y="92"/>
                  <a:pt x="51" y="91"/>
                  <a:pt x="44" y="89"/>
                </a:cubicBezTo>
                <a:cubicBezTo>
                  <a:pt x="35" y="85"/>
                  <a:pt x="28" y="83"/>
                  <a:pt x="19" y="83"/>
                </a:cubicBezTo>
                <a:cubicBezTo>
                  <a:pt x="14" y="83"/>
                  <a:pt x="10" y="84"/>
                  <a:pt x="8" y="85"/>
                </a:cubicBezTo>
                <a:lnTo>
                  <a:pt x="8" y="78"/>
                </a:lnTo>
                <a:moveTo>
                  <a:pt x="8" y="95"/>
                </a:moveTo>
                <a:cubicBezTo>
                  <a:pt x="11" y="94"/>
                  <a:pt x="14" y="94"/>
                  <a:pt x="19" y="94"/>
                </a:cubicBezTo>
                <a:cubicBezTo>
                  <a:pt x="28" y="92"/>
                  <a:pt x="36" y="95"/>
                  <a:pt x="45" y="97"/>
                </a:cubicBezTo>
                <a:cubicBezTo>
                  <a:pt x="52" y="100"/>
                  <a:pt x="60" y="102"/>
                  <a:pt x="66" y="102"/>
                </a:cubicBezTo>
                <a:lnTo>
                  <a:pt x="66" y="108"/>
                </a:lnTo>
                <a:cubicBezTo>
                  <a:pt x="58" y="108"/>
                  <a:pt x="51" y="105"/>
                  <a:pt x="44" y="103"/>
                </a:cubicBezTo>
                <a:cubicBezTo>
                  <a:pt x="35" y="102"/>
                  <a:pt x="28" y="98"/>
                  <a:pt x="19" y="100"/>
                </a:cubicBezTo>
                <a:cubicBezTo>
                  <a:pt x="14" y="100"/>
                  <a:pt x="10" y="101"/>
                  <a:pt x="8" y="102"/>
                </a:cubicBezTo>
                <a:lnTo>
                  <a:pt x="8" y="95"/>
                </a:lnTo>
                <a:moveTo>
                  <a:pt x="8" y="110"/>
                </a:moveTo>
                <a:cubicBezTo>
                  <a:pt x="11" y="109"/>
                  <a:pt x="14" y="109"/>
                  <a:pt x="19" y="108"/>
                </a:cubicBezTo>
                <a:cubicBezTo>
                  <a:pt x="28" y="108"/>
                  <a:pt x="36" y="110"/>
                  <a:pt x="45" y="113"/>
                </a:cubicBezTo>
                <a:cubicBezTo>
                  <a:pt x="52" y="115"/>
                  <a:pt x="60" y="116"/>
                  <a:pt x="66" y="117"/>
                </a:cubicBezTo>
                <a:lnTo>
                  <a:pt x="66" y="123"/>
                </a:lnTo>
                <a:cubicBezTo>
                  <a:pt x="58" y="123"/>
                  <a:pt x="51" y="121"/>
                  <a:pt x="44" y="119"/>
                </a:cubicBezTo>
                <a:cubicBezTo>
                  <a:pt x="35" y="116"/>
                  <a:pt x="28" y="115"/>
                  <a:pt x="19" y="115"/>
                </a:cubicBezTo>
                <a:cubicBezTo>
                  <a:pt x="14" y="115"/>
                  <a:pt x="10" y="116"/>
                  <a:pt x="8" y="117"/>
                </a:cubicBezTo>
                <a:lnTo>
                  <a:pt x="8" y="110"/>
                </a:lnTo>
                <a:moveTo>
                  <a:pt x="0" y="7"/>
                </a:moveTo>
                <a:lnTo>
                  <a:pt x="0" y="138"/>
                </a:lnTo>
                <a:cubicBezTo>
                  <a:pt x="6" y="134"/>
                  <a:pt x="11" y="132"/>
                  <a:pt x="19" y="132"/>
                </a:cubicBezTo>
                <a:cubicBezTo>
                  <a:pt x="28" y="132"/>
                  <a:pt x="36" y="134"/>
                  <a:pt x="45" y="136"/>
                </a:cubicBezTo>
                <a:cubicBezTo>
                  <a:pt x="55" y="139"/>
                  <a:pt x="65" y="141"/>
                  <a:pt x="74" y="141"/>
                </a:cubicBezTo>
                <a:cubicBezTo>
                  <a:pt x="74" y="135"/>
                  <a:pt x="74" y="30"/>
                  <a:pt x="74" y="12"/>
                </a:cubicBezTo>
                <a:cubicBezTo>
                  <a:pt x="74" y="11"/>
                  <a:pt x="74" y="9"/>
                  <a:pt x="74" y="8"/>
                </a:cubicBezTo>
                <a:cubicBezTo>
                  <a:pt x="64" y="9"/>
                  <a:pt x="54" y="7"/>
                  <a:pt x="44" y="5"/>
                </a:cubicBezTo>
                <a:cubicBezTo>
                  <a:pt x="35" y="2"/>
                  <a:pt x="28" y="0"/>
                  <a:pt x="19" y="0"/>
                </a:cubicBezTo>
                <a:cubicBezTo>
                  <a:pt x="9" y="0"/>
                  <a:pt x="4" y="4"/>
                  <a:pt x="0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8"/>
          <p:cNvSpPr/>
          <p:nvPr/>
        </p:nvSpPr>
        <p:spPr>
          <a:xfrm>
            <a:off x="9049680" y="5255280"/>
            <a:ext cx="5400" cy="9360"/>
          </a:xfrm>
          <a:custGeom>
            <a:rect b="b" l="l" r="r" t="t"/>
            <a:pathLst>
              <a:path extrusionOk="0" h="26" w="15">
                <a:moveTo>
                  <a:pt x="14" y="5"/>
                </a:moveTo>
                <a:cubicBezTo>
                  <a:pt x="14" y="8"/>
                  <a:pt x="13" y="12"/>
                  <a:pt x="12" y="15"/>
                </a:cubicBezTo>
                <a:cubicBezTo>
                  <a:pt x="11" y="18"/>
                  <a:pt x="10" y="19"/>
                  <a:pt x="8" y="20"/>
                </a:cubicBezTo>
                <a:cubicBezTo>
                  <a:pt x="4" y="21"/>
                  <a:pt x="2" y="24"/>
                  <a:pt x="1" y="25"/>
                </a:cubicBezTo>
                <a:cubicBezTo>
                  <a:pt x="0" y="24"/>
                  <a:pt x="0" y="24"/>
                  <a:pt x="0" y="23"/>
                </a:cubicBezTo>
                <a:cubicBezTo>
                  <a:pt x="0" y="18"/>
                  <a:pt x="1" y="14"/>
                  <a:pt x="2" y="11"/>
                </a:cubicBezTo>
                <a:cubicBezTo>
                  <a:pt x="7" y="7"/>
                  <a:pt x="10" y="2"/>
                  <a:pt x="14" y="0"/>
                </a:cubicBezTo>
                <a:cubicBezTo>
                  <a:pt x="14" y="1"/>
                  <a:pt x="14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8"/>
          <p:cNvSpPr/>
          <p:nvPr/>
        </p:nvSpPr>
        <p:spPr>
          <a:xfrm>
            <a:off x="9034920" y="5283000"/>
            <a:ext cx="9720" cy="5040"/>
          </a:xfrm>
          <a:custGeom>
            <a:rect b="b" l="l" r="r" t="t"/>
            <a:pathLst>
              <a:path extrusionOk="0" h="14" w="27">
                <a:moveTo>
                  <a:pt x="12" y="1"/>
                </a:moveTo>
                <a:cubicBezTo>
                  <a:pt x="18" y="0"/>
                  <a:pt x="22" y="1"/>
                  <a:pt x="26" y="4"/>
                </a:cubicBezTo>
                <a:cubicBezTo>
                  <a:pt x="22" y="7"/>
                  <a:pt x="19" y="11"/>
                  <a:pt x="13" y="12"/>
                </a:cubicBezTo>
                <a:cubicBezTo>
                  <a:pt x="9" y="13"/>
                  <a:pt x="4" y="12"/>
                  <a:pt x="0" y="9"/>
                </a:cubicBezTo>
                <a:cubicBezTo>
                  <a:pt x="3" y="5"/>
                  <a:pt x="7" y="3"/>
                  <a:pt x="12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8"/>
          <p:cNvSpPr/>
          <p:nvPr/>
        </p:nvSpPr>
        <p:spPr>
          <a:xfrm>
            <a:off x="9030960" y="5277960"/>
            <a:ext cx="6480" cy="9000"/>
          </a:xfrm>
          <a:custGeom>
            <a:rect b="b" l="l" r="r" t="t"/>
            <a:pathLst>
              <a:path extrusionOk="0" h="25" w="18">
                <a:moveTo>
                  <a:pt x="0" y="24"/>
                </a:moveTo>
                <a:lnTo>
                  <a:pt x="0" y="23"/>
                </a:lnTo>
                <a:cubicBezTo>
                  <a:pt x="0" y="19"/>
                  <a:pt x="1" y="14"/>
                  <a:pt x="4" y="11"/>
                </a:cubicBezTo>
                <a:cubicBezTo>
                  <a:pt x="8" y="6"/>
                  <a:pt x="11" y="2"/>
                  <a:pt x="17" y="0"/>
                </a:cubicBezTo>
                <a:cubicBezTo>
                  <a:pt x="17" y="1"/>
                  <a:pt x="17" y="1"/>
                  <a:pt x="17" y="2"/>
                </a:cubicBezTo>
                <a:cubicBezTo>
                  <a:pt x="17" y="7"/>
                  <a:pt x="14" y="12"/>
                  <a:pt x="12" y="15"/>
                </a:cubicBezTo>
                <a:cubicBezTo>
                  <a:pt x="10" y="19"/>
                  <a:pt x="6" y="23"/>
                  <a:pt x="0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8"/>
          <p:cNvSpPr/>
          <p:nvPr/>
        </p:nvSpPr>
        <p:spPr>
          <a:xfrm>
            <a:off x="90367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" y="8"/>
                </a:moveTo>
                <a:cubicBezTo>
                  <a:pt x="2" y="5"/>
                  <a:pt x="4" y="2"/>
                  <a:pt x="8" y="0"/>
                </a:cubicBezTo>
                <a:cubicBezTo>
                  <a:pt x="10" y="2"/>
                  <a:pt x="10" y="5"/>
                  <a:pt x="10" y="7"/>
                </a:cubicBezTo>
                <a:cubicBezTo>
                  <a:pt x="10" y="9"/>
                  <a:pt x="10" y="12"/>
                  <a:pt x="8" y="15"/>
                </a:cubicBezTo>
                <a:cubicBezTo>
                  <a:pt x="7" y="19"/>
                  <a:pt x="4" y="21"/>
                  <a:pt x="2" y="24"/>
                </a:cubicBezTo>
                <a:cubicBezTo>
                  <a:pt x="1" y="25"/>
                  <a:pt x="1" y="25"/>
                  <a:pt x="0" y="25"/>
                </a:cubicBezTo>
                <a:cubicBezTo>
                  <a:pt x="1" y="20"/>
                  <a:pt x="2" y="13"/>
                  <a:pt x="1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8"/>
          <p:cNvSpPr/>
          <p:nvPr/>
        </p:nvSpPr>
        <p:spPr>
          <a:xfrm>
            <a:off x="9041040" y="5269320"/>
            <a:ext cx="3600" cy="9720"/>
          </a:xfrm>
          <a:custGeom>
            <a:rect b="b" l="l" r="r" t="t"/>
            <a:pathLst>
              <a:path extrusionOk="0" h="27" w="10">
                <a:moveTo>
                  <a:pt x="0" y="9"/>
                </a:moveTo>
                <a:cubicBezTo>
                  <a:pt x="1" y="6"/>
                  <a:pt x="2" y="4"/>
                  <a:pt x="6" y="0"/>
                </a:cubicBezTo>
                <a:cubicBezTo>
                  <a:pt x="8" y="4"/>
                  <a:pt x="9" y="7"/>
                  <a:pt x="9" y="13"/>
                </a:cubicBezTo>
                <a:lnTo>
                  <a:pt x="9" y="14"/>
                </a:lnTo>
                <a:cubicBezTo>
                  <a:pt x="9" y="18"/>
                  <a:pt x="8" y="21"/>
                  <a:pt x="6" y="25"/>
                </a:cubicBezTo>
                <a:cubicBezTo>
                  <a:pt x="4" y="25"/>
                  <a:pt x="2" y="26"/>
                  <a:pt x="1" y="26"/>
                </a:cubicBezTo>
                <a:cubicBezTo>
                  <a:pt x="2" y="20"/>
                  <a:pt x="1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8"/>
          <p:cNvSpPr/>
          <p:nvPr/>
        </p:nvSpPr>
        <p:spPr>
          <a:xfrm>
            <a:off x="9043200" y="5263920"/>
            <a:ext cx="4320" cy="10080"/>
          </a:xfrm>
          <a:custGeom>
            <a:rect b="b" l="l" r="r" t="t"/>
            <a:pathLst>
              <a:path extrusionOk="0" h="28" w="12">
                <a:moveTo>
                  <a:pt x="0" y="12"/>
                </a:moveTo>
                <a:cubicBezTo>
                  <a:pt x="0" y="8"/>
                  <a:pt x="2" y="5"/>
                  <a:pt x="3" y="0"/>
                </a:cubicBezTo>
                <a:cubicBezTo>
                  <a:pt x="7" y="5"/>
                  <a:pt x="9" y="9"/>
                  <a:pt x="11" y="14"/>
                </a:cubicBezTo>
                <a:cubicBezTo>
                  <a:pt x="11" y="15"/>
                  <a:pt x="11" y="17"/>
                  <a:pt x="11" y="18"/>
                </a:cubicBezTo>
                <a:cubicBezTo>
                  <a:pt x="11" y="20"/>
                  <a:pt x="11" y="23"/>
                  <a:pt x="9" y="25"/>
                </a:cubicBezTo>
                <a:cubicBezTo>
                  <a:pt x="8" y="25"/>
                  <a:pt x="7" y="26"/>
                  <a:pt x="7" y="27"/>
                </a:cubicBezTo>
                <a:lnTo>
                  <a:pt x="7" y="26"/>
                </a:lnTo>
                <a:cubicBezTo>
                  <a:pt x="6" y="21"/>
                  <a:pt x="4" y="17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8"/>
          <p:cNvSpPr/>
          <p:nvPr/>
        </p:nvSpPr>
        <p:spPr>
          <a:xfrm>
            <a:off x="9044280" y="5258160"/>
            <a:ext cx="4680" cy="9360"/>
          </a:xfrm>
          <a:custGeom>
            <a:rect b="b" l="l" r="r" t="t"/>
            <a:pathLst>
              <a:path extrusionOk="0" h="26" w="13">
                <a:moveTo>
                  <a:pt x="0" y="11"/>
                </a:moveTo>
                <a:cubicBezTo>
                  <a:pt x="0" y="9"/>
                  <a:pt x="0" y="7"/>
                  <a:pt x="0" y="6"/>
                </a:cubicBezTo>
                <a:cubicBezTo>
                  <a:pt x="0" y="4"/>
                  <a:pt x="0" y="2"/>
                  <a:pt x="0" y="0"/>
                </a:cubicBezTo>
                <a:cubicBezTo>
                  <a:pt x="6" y="4"/>
                  <a:pt x="9" y="7"/>
                  <a:pt x="10" y="11"/>
                </a:cubicBezTo>
                <a:cubicBezTo>
                  <a:pt x="11" y="15"/>
                  <a:pt x="12" y="18"/>
                  <a:pt x="12" y="20"/>
                </a:cubicBezTo>
                <a:cubicBezTo>
                  <a:pt x="12" y="21"/>
                  <a:pt x="11" y="21"/>
                  <a:pt x="11" y="23"/>
                </a:cubicBezTo>
                <a:cubicBezTo>
                  <a:pt x="11" y="24"/>
                  <a:pt x="11" y="24"/>
                  <a:pt x="10" y="25"/>
                </a:cubicBezTo>
                <a:lnTo>
                  <a:pt x="9" y="25"/>
                </a:lnTo>
                <a:cubicBezTo>
                  <a:pt x="8" y="20"/>
                  <a:pt x="6" y="15"/>
                  <a:pt x="0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8"/>
          <p:cNvSpPr/>
          <p:nvPr/>
        </p:nvSpPr>
        <p:spPr>
          <a:xfrm>
            <a:off x="9043560" y="5252760"/>
            <a:ext cx="6480" cy="8640"/>
          </a:xfrm>
          <a:custGeom>
            <a:rect b="b" l="l" r="r" t="t"/>
            <a:pathLst>
              <a:path extrusionOk="0" h="24" w="18">
                <a:moveTo>
                  <a:pt x="2" y="12"/>
                </a:moveTo>
                <a:cubicBezTo>
                  <a:pt x="1" y="7"/>
                  <a:pt x="0" y="4"/>
                  <a:pt x="0" y="0"/>
                </a:cubicBezTo>
                <a:cubicBezTo>
                  <a:pt x="4" y="2"/>
                  <a:pt x="10" y="5"/>
                  <a:pt x="12" y="9"/>
                </a:cubicBezTo>
                <a:cubicBezTo>
                  <a:pt x="14" y="12"/>
                  <a:pt x="15" y="15"/>
                  <a:pt x="17" y="19"/>
                </a:cubicBezTo>
                <a:cubicBezTo>
                  <a:pt x="15" y="20"/>
                  <a:pt x="15" y="21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2" y="18"/>
                  <a:pt x="9" y="14"/>
                  <a:pt x="2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8"/>
          <p:cNvSpPr/>
          <p:nvPr/>
        </p:nvSpPr>
        <p:spPr>
          <a:xfrm>
            <a:off x="9042120" y="5247720"/>
            <a:ext cx="7200" cy="7200"/>
          </a:xfrm>
          <a:custGeom>
            <a:rect b="b" l="l" r="r" t="t"/>
            <a:pathLst>
              <a:path extrusionOk="0" h="20" w="20">
                <a:moveTo>
                  <a:pt x="18" y="19"/>
                </a:moveTo>
                <a:lnTo>
                  <a:pt x="18" y="18"/>
                </a:lnTo>
                <a:cubicBezTo>
                  <a:pt x="14" y="14"/>
                  <a:pt x="10" y="12"/>
                  <a:pt x="4" y="11"/>
                </a:cubicBezTo>
                <a:cubicBezTo>
                  <a:pt x="2" y="7"/>
                  <a:pt x="1" y="4"/>
                  <a:pt x="0" y="0"/>
                </a:cubicBezTo>
                <a:cubicBezTo>
                  <a:pt x="4" y="1"/>
                  <a:pt x="10" y="2"/>
                  <a:pt x="13" y="6"/>
                </a:cubicBezTo>
                <a:cubicBezTo>
                  <a:pt x="15" y="7"/>
                  <a:pt x="18" y="12"/>
                  <a:pt x="19" y="15"/>
                </a:cubicBezTo>
                <a:cubicBezTo>
                  <a:pt x="18" y="17"/>
                  <a:pt x="18" y="18"/>
                  <a:pt x="18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8"/>
          <p:cNvSpPr/>
          <p:nvPr/>
        </p:nvSpPr>
        <p:spPr>
          <a:xfrm>
            <a:off x="9038880" y="5242320"/>
            <a:ext cx="8280" cy="6120"/>
          </a:xfrm>
          <a:custGeom>
            <a:rect b="b" l="l" r="r" t="t"/>
            <a:pathLst>
              <a:path extrusionOk="0" h="17" w="23">
                <a:moveTo>
                  <a:pt x="21" y="16"/>
                </a:moveTo>
                <a:cubicBezTo>
                  <a:pt x="18" y="13"/>
                  <a:pt x="12" y="11"/>
                  <a:pt x="8" y="11"/>
                </a:cubicBezTo>
                <a:cubicBezTo>
                  <a:pt x="4" y="7"/>
                  <a:pt x="3" y="5"/>
                  <a:pt x="0" y="1"/>
                </a:cubicBezTo>
                <a:cubicBezTo>
                  <a:pt x="6" y="0"/>
                  <a:pt x="10" y="1"/>
                  <a:pt x="14" y="4"/>
                </a:cubicBezTo>
                <a:cubicBezTo>
                  <a:pt x="17" y="5"/>
                  <a:pt x="19" y="9"/>
                  <a:pt x="21" y="12"/>
                </a:cubicBezTo>
                <a:cubicBezTo>
                  <a:pt x="21" y="13"/>
                  <a:pt x="22" y="15"/>
                  <a:pt x="22" y="16"/>
                </a:cubicBezTo>
                <a:lnTo>
                  <a:pt x="21" y="16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8"/>
          <p:cNvSpPr/>
          <p:nvPr/>
        </p:nvSpPr>
        <p:spPr>
          <a:xfrm>
            <a:off x="9040320" y="5277960"/>
            <a:ext cx="9000" cy="5040"/>
          </a:xfrm>
          <a:custGeom>
            <a:rect b="b" l="l" r="r" t="t"/>
            <a:pathLst>
              <a:path extrusionOk="0" h="14" w="25">
                <a:moveTo>
                  <a:pt x="7" y="13"/>
                </a:moveTo>
                <a:cubicBezTo>
                  <a:pt x="4" y="13"/>
                  <a:pt x="2" y="11"/>
                  <a:pt x="0" y="11"/>
                </a:cubicBezTo>
                <a:cubicBezTo>
                  <a:pt x="2" y="8"/>
                  <a:pt x="6" y="4"/>
                  <a:pt x="11" y="3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7"/>
                  <a:pt x="19" y="10"/>
                  <a:pt x="14" y="11"/>
                </a:cubicBezTo>
                <a:cubicBezTo>
                  <a:pt x="12" y="13"/>
                  <a:pt x="9" y="13"/>
                  <a:pt x="7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8"/>
          <p:cNvSpPr/>
          <p:nvPr/>
        </p:nvSpPr>
        <p:spPr>
          <a:xfrm>
            <a:off x="9045000" y="5271120"/>
            <a:ext cx="8280" cy="6480"/>
          </a:xfrm>
          <a:custGeom>
            <a:rect b="b" l="l" r="r" t="t"/>
            <a:pathLst>
              <a:path extrusionOk="0" h="18" w="23">
                <a:moveTo>
                  <a:pt x="9" y="17"/>
                </a:moveTo>
                <a:cubicBezTo>
                  <a:pt x="4" y="17"/>
                  <a:pt x="2" y="17"/>
                  <a:pt x="0" y="17"/>
                </a:cubicBezTo>
                <a:cubicBezTo>
                  <a:pt x="2" y="11"/>
                  <a:pt x="4" y="7"/>
                  <a:pt x="9" y="5"/>
                </a:cubicBezTo>
                <a:cubicBezTo>
                  <a:pt x="12" y="1"/>
                  <a:pt x="17" y="0"/>
                  <a:pt x="22" y="0"/>
                </a:cubicBezTo>
                <a:cubicBezTo>
                  <a:pt x="21" y="5"/>
                  <a:pt x="18" y="9"/>
                  <a:pt x="14" y="12"/>
                </a:cubicBezTo>
                <a:cubicBezTo>
                  <a:pt x="12" y="13"/>
                  <a:pt x="10" y="15"/>
                  <a:pt x="9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8"/>
          <p:cNvSpPr/>
          <p:nvPr/>
        </p:nvSpPr>
        <p:spPr>
          <a:xfrm>
            <a:off x="9047880" y="5263200"/>
            <a:ext cx="6840" cy="7920"/>
          </a:xfrm>
          <a:custGeom>
            <a:rect b="b" l="l" r="r" t="t"/>
            <a:pathLst>
              <a:path extrusionOk="0" h="22" w="19">
                <a:moveTo>
                  <a:pt x="13" y="14"/>
                </a:moveTo>
                <a:cubicBezTo>
                  <a:pt x="12" y="17"/>
                  <a:pt x="10" y="18"/>
                  <a:pt x="7" y="19"/>
                </a:cubicBezTo>
                <a:cubicBezTo>
                  <a:pt x="4" y="19"/>
                  <a:pt x="2" y="20"/>
                  <a:pt x="0" y="21"/>
                </a:cubicBezTo>
                <a:cubicBezTo>
                  <a:pt x="1" y="17"/>
                  <a:pt x="2" y="11"/>
                  <a:pt x="6" y="7"/>
                </a:cubicBezTo>
                <a:cubicBezTo>
                  <a:pt x="8" y="4"/>
                  <a:pt x="13" y="1"/>
                  <a:pt x="18" y="0"/>
                </a:cubicBezTo>
                <a:cubicBezTo>
                  <a:pt x="18" y="5"/>
                  <a:pt x="15" y="9"/>
                  <a:pt x="1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8"/>
          <p:cNvSpPr/>
          <p:nvPr/>
        </p:nvSpPr>
        <p:spPr>
          <a:xfrm>
            <a:off x="9049680" y="5247360"/>
            <a:ext cx="4320" cy="10440"/>
          </a:xfrm>
          <a:custGeom>
            <a:rect b="b" l="l" r="r" t="t"/>
            <a:pathLst>
              <a:path extrusionOk="0" h="29" w="12">
                <a:moveTo>
                  <a:pt x="11" y="9"/>
                </a:moveTo>
                <a:cubicBezTo>
                  <a:pt x="11" y="12"/>
                  <a:pt x="11" y="13"/>
                  <a:pt x="10" y="15"/>
                </a:cubicBezTo>
                <a:cubicBezTo>
                  <a:pt x="10" y="18"/>
                  <a:pt x="8" y="19"/>
                  <a:pt x="7" y="21"/>
                </a:cubicBezTo>
                <a:cubicBezTo>
                  <a:pt x="4" y="23"/>
                  <a:pt x="3" y="26"/>
                  <a:pt x="1" y="28"/>
                </a:cubicBezTo>
                <a:cubicBezTo>
                  <a:pt x="0" y="25"/>
                  <a:pt x="0" y="21"/>
                  <a:pt x="0" y="19"/>
                </a:cubicBezTo>
                <a:cubicBezTo>
                  <a:pt x="0" y="17"/>
                  <a:pt x="0" y="14"/>
                  <a:pt x="0" y="13"/>
                </a:cubicBezTo>
                <a:cubicBezTo>
                  <a:pt x="2" y="8"/>
                  <a:pt x="4" y="4"/>
                  <a:pt x="8" y="0"/>
                </a:cubicBezTo>
                <a:cubicBezTo>
                  <a:pt x="10" y="4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8"/>
          <p:cNvSpPr/>
          <p:nvPr/>
        </p:nvSpPr>
        <p:spPr>
          <a:xfrm>
            <a:off x="9047520" y="5239800"/>
            <a:ext cx="3600" cy="10440"/>
          </a:xfrm>
          <a:custGeom>
            <a:rect b="b" l="l" r="r" t="t"/>
            <a:pathLst>
              <a:path extrusionOk="0" h="29" w="10">
                <a:moveTo>
                  <a:pt x="0" y="14"/>
                </a:moveTo>
                <a:cubicBezTo>
                  <a:pt x="0" y="9"/>
                  <a:pt x="1" y="5"/>
                  <a:pt x="6" y="0"/>
                </a:cubicBezTo>
                <a:cubicBezTo>
                  <a:pt x="8" y="5"/>
                  <a:pt x="9" y="9"/>
                  <a:pt x="9" y="14"/>
                </a:cubicBezTo>
                <a:cubicBezTo>
                  <a:pt x="9" y="18"/>
                  <a:pt x="9" y="20"/>
                  <a:pt x="9" y="23"/>
                </a:cubicBezTo>
                <a:cubicBezTo>
                  <a:pt x="7" y="24"/>
                  <a:pt x="6" y="26"/>
                  <a:pt x="3" y="28"/>
                </a:cubicBezTo>
                <a:cubicBezTo>
                  <a:pt x="1" y="25"/>
                  <a:pt x="0" y="20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8"/>
          <p:cNvSpPr/>
          <p:nvPr/>
        </p:nvSpPr>
        <p:spPr>
          <a:xfrm>
            <a:off x="904356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0"/>
                </a:moveTo>
                <a:cubicBezTo>
                  <a:pt x="7" y="4"/>
                  <a:pt x="9" y="8"/>
                  <a:pt x="10" y="13"/>
                </a:cubicBezTo>
                <a:cubicBezTo>
                  <a:pt x="10" y="15"/>
                  <a:pt x="11" y="17"/>
                  <a:pt x="11" y="19"/>
                </a:cubicBezTo>
                <a:lnTo>
                  <a:pt x="10" y="20"/>
                </a:lnTo>
                <a:cubicBezTo>
                  <a:pt x="9" y="23"/>
                  <a:pt x="9" y="25"/>
                  <a:pt x="8" y="27"/>
                </a:cubicBezTo>
                <a:cubicBezTo>
                  <a:pt x="6" y="24"/>
                  <a:pt x="1" y="20"/>
                  <a:pt x="0" y="15"/>
                </a:cubicBezTo>
                <a:cubicBezTo>
                  <a:pt x="0" y="14"/>
                  <a:pt x="0" y="12"/>
                  <a:pt x="0" y="11"/>
                </a:cubicBezTo>
                <a:cubicBezTo>
                  <a:pt x="0" y="6"/>
                  <a:pt x="0" y="2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8"/>
          <p:cNvSpPr/>
          <p:nvPr/>
        </p:nvSpPr>
        <p:spPr>
          <a:xfrm>
            <a:off x="9034920" y="5238720"/>
            <a:ext cx="9000" cy="4320"/>
          </a:xfrm>
          <a:custGeom>
            <a:rect b="b" l="l" r="r" t="t"/>
            <a:pathLst>
              <a:path extrusionOk="0" h="12" w="25">
                <a:moveTo>
                  <a:pt x="24" y="9"/>
                </a:moveTo>
                <a:cubicBezTo>
                  <a:pt x="24" y="9"/>
                  <a:pt x="23" y="9"/>
                  <a:pt x="23" y="11"/>
                </a:cubicBezTo>
                <a:cubicBezTo>
                  <a:pt x="19" y="8"/>
                  <a:pt x="14" y="8"/>
                  <a:pt x="9" y="9"/>
                </a:cubicBezTo>
                <a:cubicBezTo>
                  <a:pt x="7" y="8"/>
                  <a:pt x="2" y="5"/>
                  <a:pt x="0" y="1"/>
                </a:cubicBezTo>
                <a:cubicBezTo>
                  <a:pt x="6" y="0"/>
                  <a:pt x="10" y="0"/>
                  <a:pt x="14" y="0"/>
                </a:cubicBezTo>
                <a:cubicBezTo>
                  <a:pt x="18" y="1"/>
                  <a:pt x="20" y="4"/>
                  <a:pt x="23" y="7"/>
                </a:cubicBezTo>
                <a:cubicBezTo>
                  <a:pt x="23" y="8"/>
                  <a:pt x="23" y="8"/>
                  <a:pt x="24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8"/>
          <p:cNvSpPr/>
          <p:nvPr/>
        </p:nvSpPr>
        <p:spPr>
          <a:xfrm>
            <a:off x="9038160" y="5229360"/>
            <a:ext cx="5040" cy="9360"/>
          </a:xfrm>
          <a:custGeom>
            <a:rect b="b" l="l" r="r" t="t"/>
            <a:pathLst>
              <a:path extrusionOk="0" h="26" w="14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2" y="13"/>
                  <a:pt x="13" y="15"/>
                  <a:pt x="13" y="18"/>
                </a:cubicBezTo>
                <a:cubicBezTo>
                  <a:pt x="12" y="20"/>
                  <a:pt x="12" y="23"/>
                  <a:pt x="12" y="25"/>
                </a:cubicBezTo>
                <a:cubicBezTo>
                  <a:pt x="9" y="23"/>
                  <a:pt x="6" y="19"/>
                  <a:pt x="3" y="15"/>
                </a:cubicBezTo>
                <a:cubicBezTo>
                  <a:pt x="2" y="12"/>
                  <a:pt x="0" y="8"/>
                  <a:pt x="0" y="4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8"/>
          <p:cNvSpPr/>
          <p:nvPr/>
        </p:nvSpPr>
        <p:spPr>
          <a:xfrm>
            <a:off x="9031680" y="5230800"/>
            <a:ext cx="7560" cy="6840"/>
          </a:xfrm>
          <a:custGeom>
            <a:rect b="b" l="l" r="r" t="t"/>
            <a:pathLst>
              <a:path extrusionOk="0" h="19" w="21">
                <a:moveTo>
                  <a:pt x="13" y="6"/>
                </a:moveTo>
                <a:cubicBezTo>
                  <a:pt x="13" y="6"/>
                  <a:pt x="15" y="6"/>
                  <a:pt x="15" y="7"/>
                </a:cubicBezTo>
                <a:cubicBezTo>
                  <a:pt x="17" y="8"/>
                  <a:pt x="17" y="11"/>
                  <a:pt x="18" y="12"/>
                </a:cubicBezTo>
                <a:lnTo>
                  <a:pt x="18" y="13"/>
                </a:lnTo>
                <a:cubicBezTo>
                  <a:pt x="18" y="14"/>
                  <a:pt x="20" y="15"/>
                  <a:pt x="20" y="18"/>
                </a:cubicBezTo>
                <a:cubicBezTo>
                  <a:pt x="17" y="18"/>
                  <a:pt x="11" y="15"/>
                  <a:pt x="8" y="13"/>
                </a:cubicBezTo>
                <a:cubicBezTo>
                  <a:pt x="4" y="11"/>
                  <a:pt x="1" y="6"/>
                  <a:pt x="0" y="0"/>
                </a:cubicBezTo>
                <a:cubicBezTo>
                  <a:pt x="4" y="0"/>
                  <a:pt x="9" y="1"/>
                  <a:pt x="13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8"/>
          <p:cNvSpPr/>
          <p:nvPr/>
        </p:nvSpPr>
        <p:spPr>
          <a:xfrm>
            <a:off x="9004320" y="5274000"/>
            <a:ext cx="3960" cy="9360"/>
          </a:xfrm>
          <a:custGeom>
            <a:rect b="b" l="l" r="r" t="t"/>
            <a:pathLst>
              <a:path extrusionOk="0" h="26" w="11">
                <a:moveTo>
                  <a:pt x="10" y="25"/>
                </a:moveTo>
                <a:cubicBezTo>
                  <a:pt x="10" y="25"/>
                  <a:pt x="9" y="25"/>
                  <a:pt x="8" y="24"/>
                </a:cubicBezTo>
                <a:cubicBezTo>
                  <a:pt x="6" y="21"/>
                  <a:pt x="3" y="19"/>
                  <a:pt x="1" y="15"/>
                </a:cubicBezTo>
                <a:cubicBezTo>
                  <a:pt x="0" y="12"/>
                  <a:pt x="0" y="9"/>
                  <a:pt x="0" y="7"/>
                </a:cubicBezTo>
                <a:cubicBezTo>
                  <a:pt x="0" y="5"/>
                  <a:pt x="1" y="2"/>
                  <a:pt x="1" y="0"/>
                </a:cubicBezTo>
                <a:cubicBezTo>
                  <a:pt x="6" y="2"/>
                  <a:pt x="7" y="5"/>
                  <a:pt x="9" y="8"/>
                </a:cubicBezTo>
                <a:cubicBezTo>
                  <a:pt x="8" y="13"/>
                  <a:pt x="9" y="20"/>
                  <a:pt x="1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8"/>
          <p:cNvSpPr/>
          <p:nvPr/>
        </p:nvSpPr>
        <p:spPr>
          <a:xfrm>
            <a:off x="8997840" y="5242320"/>
            <a:ext cx="8280" cy="6120"/>
          </a:xfrm>
          <a:custGeom>
            <a:rect b="b" l="l" r="r" t="t"/>
            <a:pathLst>
              <a:path extrusionOk="0" h="17" w="23">
                <a:moveTo>
                  <a:pt x="14" y="11"/>
                </a:moveTo>
                <a:cubicBezTo>
                  <a:pt x="9" y="11"/>
                  <a:pt x="4" y="13"/>
                  <a:pt x="1" y="16"/>
                </a:cubicBezTo>
                <a:lnTo>
                  <a:pt x="0" y="16"/>
                </a:lnTo>
                <a:cubicBezTo>
                  <a:pt x="1" y="15"/>
                  <a:pt x="1" y="13"/>
                  <a:pt x="1" y="12"/>
                </a:cubicBezTo>
                <a:cubicBezTo>
                  <a:pt x="2" y="9"/>
                  <a:pt x="4" y="5"/>
                  <a:pt x="8" y="4"/>
                </a:cubicBezTo>
                <a:cubicBezTo>
                  <a:pt x="12" y="1"/>
                  <a:pt x="18" y="0"/>
                  <a:pt x="22" y="1"/>
                </a:cubicBezTo>
                <a:cubicBezTo>
                  <a:pt x="20" y="5"/>
                  <a:pt x="19" y="7"/>
                  <a:pt x="14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8"/>
          <p:cNvSpPr/>
          <p:nvPr/>
        </p:nvSpPr>
        <p:spPr>
          <a:xfrm>
            <a:off x="9000720" y="5269320"/>
            <a:ext cx="3600" cy="9720"/>
          </a:xfrm>
          <a:custGeom>
            <a:rect b="b" l="l" r="r" t="t"/>
            <a:pathLst>
              <a:path extrusionOk="0" h="27" w="10">
                <a:moveTo>
                  <a:pt x="8" y="26"/>
                </a:moveTo>
                <a:lnTo>
                  <a:pt x="7" y="26"/>
                </a:lnTo>
                <a:cubicBezTo>
                  <a:pt x="7" y="26"/>
                  <a:pt x="6" y="25"/>
                  <a:pt x="4" y="25"/>
                </a:cubicBezTo>
                <a:cubicBezTo>
                  <a:pt x="1" y="21"/>
                  <a:pt x="0" y="18"/>
                  <a:pt x="0" y="14"/>
                </a:cubicBezTo>
                <a:lnTo>
                  <a:pt x="0" y="13"/>
                </a:lnTo>
                <a:cubicBezTo>
                  <a:pt x="0" y="7"/>
                  <a:pt x="1" y="4"/>
                  <a:pt x="4" y="0"/>
                </a:cubicBezTo>
                <a:cubicBezTo>
                  <a:pt x="7" y="4"/>
                  <a:pt x="9" y="6"/>
                  <a:pt x="9" y="9"/>
                </a:cubicBezTo>
                <a:cubicBezTo>
                  <a:pt x="7" y="15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8"/>
          <p:cNvSpPr/>
          <p:nvPr/>
        </p:nvSpPr>
        <p:spPr>
          <a:xfrm>
            <a:off x="8997840" y="5263920"/>
            <a:ext cx="3960" cy="10080"/>
          </a:xfrm>
          <a:custGeom>
            <a:rect b="b" l="l" r="r" t="t"/>
            <a:pathLst>
              <a:path extrusionOk="0" h="28" w="11">
                <a:moveTo>
                  <a:pt x="0" y="14"/>
                </a:moveTo>
                <a:cubicBezTo>
                  <a:pt x="1" y="9"/>
                  <a:pt x="4" y="5"/>
                  <a:pt x="8" y="0"/>
                </a:cubicBezTo>
                <a:cubicBezTo>
                  <a:pt x="9" y="5"/>
                  <a:pt x="10" y="8"/>
                  <a:pt x="10" y="12"/>
                </a:cubicBezTo>
                <a:cubicBezTo>
                  <a:pt x="7" y="17"/>
                  <a:pt x="6" y="21"/>
                  <a:pt x="6" y="26"/>
                </a:cubicBezTo>
                <a:lnTo>
                  <a:pt x="4" y="27"/>
                </a:lnTo>
                <a:cubicBezTo>
                  <a:pt x="4" y="26"/>
                  <a:pt x="2" y="25"/>
                  <a:pt x="1" y="25"/>
                </a:cubicBezTo>
                <a:cubicBezTo>
                  <a:pt x="1" y="23"/>
                  <a:pt x="0" y="20"/>
                  <a:pt x="0" y="18"/>
                </a:cubicBezTo>
                <a:cubicBezTo>
                  <a:pt x="0" y="17"/>
                  <a:pt x="0" y="15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8"/>
          <p:cNvSpPr/>
          <p:nvPr/>
        </p:nvSpPr>
        <p:spPr>
          <a:xfrm>
            <a:off x="8996040" y="5258160"/>
            <a:ext cx="4680" cy="9360"/>
          </a:xfrm>
          <a:custGeom>
            <a:rect b="b" l="l" r="r" t="t"/>
            <a:pathLst>
              <a:path extrusionOk="0" h="26" w="13">
                <a:moveTo>
                  <a:pt x="2" y="25"/>
                </a:moveTo>
                <a:cubicBezTo>
                  <a:pt x="2" y="24"/>
                  <a:pt x="1" y="24"/>
                  <a:pt x="1" y="23"/>
                </a:cubicBezTo>
                <a:cubicBezTo>
                  <a:pt x="0" y="21"/>
                  <a:pt x="0" y="21"/>
                  <a:pt x="0" y="20"/>
                </a:cubicBezTo>
                <a:cubicBezTo>
                  <a:pt x="0" y="18"/>
                  <a:pt x="1" y="15"/>
                  <a:pt x="2" y="11"/>
                </a:cubicBezTo>
                <a:cubicBezTo>
                  <a:pt x="3" y="7"/>
                  <a:pt x="8" y="4"/>
                  <a:pt x="11" y="0"/>
                </a:cubicBezTo>
                <a:cubicBezTo>
                  <a:pt x="12" y="2"/>
                  <a:pt x="12" y="4"/>
                  <a:pt x="12" y="6"/>
                </a:cubicBezTo>
                <a:cubicBezTo>
                  <a:pt x="12" y="7"/>
                  <a:pt x="12" y="9"/>
                  <a:pt x="12" y="11"/>
                </a:cubicBezTo>
                <a:cubicBezTo>
                  <a:pt x="8" y="15"/>
                  <a:pt x="4" y="20"/>
                  <a:pt x="2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8"/>
          <p:cNvSpPr/>
          <p:nvPr/>
        </p:nvSpPr>
        <p:spPr>
          <a:xfrm>
            <a:off x="8996040" y="5247720"/>
            <a:ext cx="7200" cy="7200"/>
          </a:xfrm>
          <a:custGeom>
            <a:rect b="b" l="l" r="r" t="t"/>
            <a:pathLst>
              <a:path extrusionOk="0" h="20" w="20">
                <a:moveTo>
                  <a:pt x="7" y="6"/>
                </a:moveTo>
                <a:cubicBezTo>
                  <a:pt x="10" y="2"/>
                  <a:pt x="14" y="1"/>
                  <a:pt x="19" y="0"/>
                </a:cubicBezTo>
                <a:cubicBezTo>
                  <a:pt x="19" y="4"/>
                  <a:pt x="17" y="7"/>
                  <a:pt x="14" y="11"/>
                </a:cubicBezTo>
                <a:cubicBezTo>
                  <a:pt x="10" y="12"/>
                  <a:pt x="6" y="14"/>
                  <a:pt x="1" y="18"/>
                </a:cubicBezTo>
                <a:cubicBezTo>
                  <a:pt x="1" y="19"/>
                  <a:pt x="1" y="19"/>
                  <a:pt x="1" y="19"/>
                </a:cubicBezTo>
                <a:cubicBezTo>
                  <a:pt x="1" y="18"/>
                  <a:pt x="0" y="17"/>
                  <a:pt x="0" y="15"/>
                </a:cubicBezTo>
                <a:cubicBezTo>
                  <a:pt x="2" y="12"/>
                  <a:pt x="3" y="7"/>
                  <a:pt x="7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8"/>
          <p:cNvSpPr/>
          <p:nvPr/>
        </p:nvSpPr>
        <p:spPr>
          <a:xfrm>
            <a:off x="8995680" y="5252760"/>
            <a:ext cx="5760" cy="8640"/>
          </a:xfrm>
          <a:custGeom>
            <a:rect b="b" l="l" r="r" t="t"/>
            <a:pathLst>
              <a:path extrusionOk="0" h="24" w="16">
                <a:moveTo>
                  <a:pt x="3" y="9"/>
                </a:moveTo>
                <a:cubicBezTo>
                  <a:pt x="6" y="5"/>
                  <a:pt x="10" y="2"/>
                  <a:pt x="15" y="0"/>
                </a:cubicBezTo>
                <a:cubicBezTo>
                  <a:pt x="15" y="4"/>
                  <a:pt x="14" y="7"/>
                  <a:pt x="13" y="12"/>
                </a:cubicBezTo>
                <a:cubicBezTo>
                  <a:pt x="8" y="14"/>
                  <a:pt x="3" y="18"/>
                  <a:pt x="1" y="23"/>
                </a:cubicBezTo>
                <a:lnTo>
                  <a:pt x="0" y="23"/>
                </a:lnTo>
                <a:cubicBezTo>
                  <a:pt x="0" y="21"/>
                  <a:pt x="0" y="20"/>
                  <a:pt x="0" y="19"/>
                </a:cubicBezTo>
                <a:cubicBezTo>
                  <a:pt x="0" y="15"/>
                  <a:pt x="1" y="12"/>
                  <a:pt x="3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8"/>
          <p:cNvSpPr/>
          <p:nvPr/>
        </p:nvSpPr>
        <p:spPr>
          <a:xfrm>
            <a:off x="8989920" y="5263200"/>
            <a:ext cx="7200" cy="7920"/>
          </a:xfrm>
          <a:custGeom>
            <a:rect b="b" l="l" r="r" t="t"/>
            <a:pathLst>
              <a:path extrusionOk="0" h="22" w="20">
                <a:moveTo>
                  <a:pt x="19" y="21"/>
                </a:moveTo>
                <a:cubicBezTo>
                  <a:pt x="17" y="20"/>
                  <a:pt x="14" y="19"/>
                  <a:pt x="12" y="19"/>
                </a:cubicBezTo>
                <a:cubicBezTo>
                  <a:pt x="10" y="18"/>
                  <a:pt x="9" y="17"/>
                  <a:pt x="7" y="14"/>
                </a:cubicBezTo>
                <a:cubicBezTo>
                  <a:pt x="3" y="9"/>
                  <a:pt x="1" y="5"/>
                  <a:pt x="0" y="0"/>
                </a:cubicBezTo>
                <a:cubicBezTo>
                  <a:pt x="7" y="1"/>
                  <a:pt x="11" y="4"/>
                  <a:pt x="13" y="7"/>
                </a:cubicBezTo>
                <a:cubicBezTo>
                  <a:pt x="17" y="11"/>
                  <a:pt x="18" y="17"/>
                  <a:pt x="19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8"/>
          <p:cNvSpPr/>
          <p:nvPr/>
        </p:nvSpPr>
        <p:spPr>
          <a:xfrm>
            <a:off x="8992080" y="5271120"/>
            <a:ext cx="8280" cy="6480"/>
          </a:xfrm>
          <a:custGeom>
            <a:rect b="b" l="l" r="r" t="t"/>
            <a:pathLst>
              <a:path extrusionOk="0" h="18" w="23">
                <a:moveTo>
                  <a:pt x="14" y="5"/>
                </a:moveTo>
                <a:cubicBezTo>
                  <a:pt x="18" y="7"/>
                  <a:pt x="20" y="11"/>
                  <a:pt x="22" y="17"/>
                </a:cubicBezTo>
                <a:cubicBezTo>
                  <a:pt x="20" y="17"/>
                  <a:pt x="18" y="17"/>
                  <a:pt x="14" y="17"/>
                </a:cubicBezTo>
                <a:cubicBezTo>
                  <a:pt x="12" y="15"/>
                  <a:pt x="10" y="13"/>
                  <a:pt x="8" y="12"/>
                </a:cubicBezTo>
                <a:cubicBezTo>
                  <a:pt x="4" y="9"/>
                  <a:pt x="2" y="5"/>
                  <a:pt x="0" y="0"/>
                </a:cubicBezTo>
                <a:cubicBezTo>
                  <a:pt x="6" y="0"/>
                  <a:pt x="10" y="1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8"/>
          <p:cNvSpPr/>
          <p:nvPr/>
        </p:nvSpPr>
        <p:spPr>
          <a:xfrm>
            <a:off x="8995680" y="5277960"/>
            <a:ext cx="9000" cy="5040"/>
          </a:xfrm>
          <a:custGeom>
            <a:rect b="b" l="l" r="r" t="t"/>
            <a:pathLst>
              <a:path extrusionOk="0" h="14" w="25">
                <a:moveTo>
                  <a:pt x="14" y="3"/>
                </a:moveTo>
                <a:cubicBezTo>
                  <a:pt x="19" y="4"/>
                  <a:pt x="22" y="8"/>
                  <a:pt x="24" y="11"/>
                </a:cubicBezTo>
                <a:cubicBezTo>
                  <a:pt x="22" y="11"/>
                  <a:pt x="20" y="13"/>
                  <a:pt x="18" y="13"/>
                </a:cubicBezTo>
                <a:cubicBezTo>
                  <a:pt x="15" y="13"/>
                  <a:pt x="13" y="13"/>
                  <a:pt x="11" y="11"/>
                </a:cubicBezTo>
                <a:cubicBezTo>
                  <a:pt x="7" y="10"/>
                  <a:pt x="3" y="7"/>
                  <a:pt x="0" y="1"/>
                </a:cubicBezTo>
                <a:cubicBezTo>
                  <a:pt x="6" y="0"/>
                  <a:pt x="10" y="0"/>
                  <a:pt x="14" y="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8"/>
          <p:cNvSpPr/>
          <p:nvPr/>
        </p:nvSpPr>
        <p:spPr>
          <a:xfrm>
            <a:off x="9000360" y="5283000"/>
            <a:ext cx="9720" cy="5040"/>
          </a:xfrm>
          <a:custGeom>
            <a:rect b="b" l="l" r="r" t="t"/>
            <a:pathLst>
              <a:path extrusionOk="0" h="14" w="27">
                <a:moveTo>
                  <a:pt x="14" y="1"/>
                </a:moveTo>
                <a:cubicBezTo>
                  <a:pt x="19" y="3"/>
                  <a:pt x="23" y="5"/>
                  <a:pt x="26" y="9"/>
                </a:cubicBezTo>
                <a:cubicBezTo>
                  <a:pt x="22" y="12"/>
                  <a:pt x="18" y="13"/>
                  <a:pt x="13" y="12"/>
                </a:cubicBezTo>
                <a:cubicBezTo>
                  <a:pt x="8" y="11"/>
                  <a:pt x="3" y="7"/>
                  <a:pt x="0" y="4"/>
                </a:cubicBezTo>
                <a:cubicBezTo>
                  <a:pt x="4" y="1"/>
                  <a:pt x="9" y="0"/>
                  <a:pt x="14" y="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8"/>
          <p:cNvSpPr/>
          <p:nvPr/>
        </p:nvSpPr>
        <p:spPr>
          <a:xfrm>
            <a:off x="9008280" y="5277960"/>
            <a:ext cx="5760" cy="9000"/>
          </a:xfrm>
          <a:custGeom>
            <a:rect b="b" l="l" r="r" t="t"/>
            <a:pathLst>
              <a:path extrusionOk="0" h="25" w="16">
                <a:moveTo>
                  <a:pt x="3" y="15"/>
                </a:moveTo>
                <a:cubicBezTo>
                  <a:pt x="1" y="12"/>
                  <a:pt x="0" y="7"/>
                  <a:pt x="0" y="2"/>
                </a:cubicBezTo>
                <a:cubicBezTo>
                  <a:pt x="0" y="1"/>
                  <a:pt x="0" y="1"/>
                  <a:pt x="0" y="0"/>
                </a:cubicBezTo>
                <a:cubicBezTo>
                  <a:pt x="4" y="2"/>
                  <a:pt x="9" y="6"/>
                  <a:pt x="12" y="11"/>
                </a:cubicBezTo>
                <a:cubicBezTo>
                  <a:pt x="14" y="14"/>
                  <a:pt x="15" y="19"/>
                  <a:pt x="15" y="23"/>
                </a:cubicBezTo>
                <a:cubicBezTo>
                  <a:pt x="15" y="24"/>
                  <a:pt x="15" y="24"/>
                  <a:pt x="15" y="24"/>
                </a:cubicBezTo>
                <a:cubicBezTo>
                  <a:pt x="9" y="23"/>
                  <a:pt x="6" y="19"/>
                  <a:pt x="3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8"/>
          <p:cNvSpPr/>
          <p:nvPr/>
        </p:nvSpPr>
        <p:spPr>
          <a:xfrm>
            <a:off x="9005400" y="5230800"/>
            <a:ext cx="7920" cy="6840"/>
          </a:xfrm>
          <a:custGeom>
            <a:rect b="b" l="l" r="r" t="t"/>
            <a:pathLst>
              <a:path extrusionOk="0" h="19" w="22">
                <a:moveTo>
                  <a:pt x="3" y="12"/>
                </a:moveTo>
                <a:cubicBezTo>
                  <a:pt x="4" y="11"/>
                  <a:pt x="6" y="8"/>
                  <a:pt x="6" y="7"/>
                </a:cubicBezTo>
                <a:cubicBezTo>
                  <a:pt x="6" y="6"/>
                  <a:pt x="7" y="6"/>
                  <a:pt x="7" y="6"/>
                </a:cubicBezTo>
                <a:cubicBezTo>
                  <a:pt x="11" y="1"/>
                  <a:pt x="17" y="0"/>
                  <a:pt x="21" y="0"/>
                </a:cubicBezTo>
                <a:cubicBezTo>
                  <a:pt x="20" y="6"/>
                  <a:pt x="17" y="11"/>
                  <a:pt x="13" y="13"/>
                </a:cubicBezTo>
                <a:cubicBezTo>
                  <a:pt x="9" y="15"/>
                  <a:pt x="4" y="18"/>
                  <a:pt x="0" y="18"/>
                </a:cubicBezTo>
                <a:cubicBezTo>
                  <a:pt x="2" y="15"/>
                  <a:pt x="2" y="14"/>
                  <a:pt x="3" y="13"/>
                </a:cubicBezTo>
                <a:lnTo>
                  <a:pt x="3" y="1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8"/>
          <p:cNvSpPr/>
          <p:nvPr/>
        </p:nvSpPr>
        <p:spPr>
          <a:xfrm>
            <a:off x="9001800" y="5229360"/>
            <a:ext cx="5400" cy="9360"/>
          </a:xfrm>
          <a:custGeom>
            <a:rect b="b" l="l" r="r" t="t"/>
            <a:pathLst>
              <a:path extrusionOk="0" h="26" w="15">
                <a:moveTo>
                  <a:pt x="3" y="11"/>
                </a:moveTo>
                <a:cubicBezTo>
                  <a:pt x="6" y="7"/>
                  <a:pt x="9" y="2"/>
                  <a:pt x="14" y="0"/>
                </a:cubicBezTo>
                <a:cubicBezTo>
                  <a:pt x="14" y="1"/>
                  <a:pt x="14" y="2"/>
                  <a:pt x="14" y="4"/>
                </a:cubicBezTo>
                <a:cubicBezTo>
                  <a:pt x="14" y="8"/>
                  <a:pt x="14" y="12"/>
                  <a:pt x="11" y="15"/>
                </a:cubicBezTo>
                <a:cubicBezTo>
                  <a:pt x="9" y="19"/>
                  <a:pt x="6" y="23"/>
                  <a:pt x="2" y="25"/>
                </a:cubicBezTo>
                <a:cubicBezTo>
                  <a:pt x="2" y="23"/>
                  <a:pt x="2" y="20"/>
                  <a:pt x="0" y="18"/>
                </a:cubicBezTo>
                <a:cubicBezTo>
                  <a:pt x="2" y="15"/>
                  <a:pt x="2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8"/>
          <p:cNvSpPr/>
          <p:nvPr/>
        </p:nvSpPr>
        <p:spPr>
          <a:xfrm>
            <a:off x="9001080" y="5238720"/>
            <a:ext cx="9000" cy="4320"/>
          </a:xfrm>
          <a:custGeom>
            <a:rect b="b" l="l" r="r" t="t"/>
            <a:pathLst>
              <a:path extrusionOk="0" h="12" w="25">
                <a:moveTo>
                  <a:pt x="1" y="7"/>
                </a:moveTo>
                <a:cubicBezTo>
                  <a:pt x="4" y="4"/>
                  <a:pt x="7" y="1"/>
                  <a:pt x="11" y="0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5"/>
                  <a:pt x="19" y="8"/>
                  <a:pt x="17" y="9"/>
                </a:cubicBezTo>
                <a:cubicBezTo>
                  <a:pt x="11" y="8"/>
                  <a:pt x="6" y="8"/>
                  <a:pt x="1" y="11"/>
                </a:cubicBezTo>
                <a:cubicBezTo>
                  <a:pt x="0" y="9"/>
                  <a:pt x="0" y="9"/>
                  <a:pt x="0" y="9"/>
                </a:cubicBezTo>
                <a:cubicBezTo>
                  <a:pt x="1" y="8"/>
                  <a:pt x="1" y="8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8"/>
          <p:cNvSpPr/>
          <p:nvPr/>
        </p:nvSpPr>
        <p:spPr>
          <a:xfrm>
            <a:off x="8997120" y="5234040"/>
            <a:ext cx="4320" cy="10080"/>
          </a:xfrm>
          <a:custGeom>
            <a:rect b="b" l="l" r="r" t="t"/>
            <a:pathLst>
              <a:path extrusionOk="0" h="28" w="12">
                <a:moveTo>
                  <a:pt x="1" y="13"/>
                </a:moveTo>
                <a:cubicBezTo>
                  <a:pt x="2" y="8"/>
                  <a:pt x="6" y="4"/>
                  <a:pt x="10" y="0"/>
                </a:cubicBezTo>
                <a:cubicBezTo>
                  <a:pt x="11" y="2"/>
                  <a:pt x="11" y="6"/>
                  <a:pt x="11" y="11"/>
                </a:cubicBezTo>
                <a:cubicBezTo>
                  <a:pt x="11" y="12"/>
                  <a:pt x="11" y="14"/>
                  <a:pt x="11" y="15"/>
                </a:cubicBezTo>
                <a:cubicBezTo>
                  <a:pt x="10" y="20"/>
                  <a:pt x="8" y="24"/>
                  <a:pt x="3" y="27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7"/>
                  <a:pt x="1" y="15"/>
                  <a:pt x="1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8"/>
          <p:cNvSpPr/>
          <p:nvPr/>
        </p:nvSpPr>
        <p:spPr>
          <a:xfrm>
            <a:off x="8993520" y="5239800"/>
            <a:ext cx="3960" cy="10440"/>
          </a:xfrm>
          <a:custGeom>
            <a:rect b="b" l="l" r="r" t="t"/>
            <a:pathLst>
              <a:path extrusionOk="0" h="29" w="11">
                <a:moveTo>
                  <a:pt x="0" y="14"/>
                </a:moveTo>
                <a:cubicBezTo>
                  <a:pt x="0" y="9"/>
                  <a:pt x="2" y="5"/>
                  <a:pt x="4" y="0"/>
                </a:cubicBezTo>
                <a:cubicBezTo>
                  <a:pt x="9" y="5"/>
                  <a:pt x="10" y="9"/>
                  <a:pt x="10" y="14"/>
                </a:cubicBezTo>
                <a:cubicBezTo>
                  <a:pt x="10" y="20"/>
                  <a:pt x="9" y="25"/>
                  <a:pt x="7" y="28"/>
                </a:cubicBezTo>
                <a:cubicBezTo>
                  <a:pt x="4" y="26"/>
                  <a:pt x="3" y="24"/>
                  <a:pt x="1" y="23"/>
                </a:cubicBezTo>
                <a:cubicBezTo>
                  <a:pt x="1" y="20"/>
                  <a:pt x="0" y="18"/>
                  <a:pt x="0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8"/>
          <p:cNvSpPr/>
          <p:nvPr/>
        </p:nvSpPr>
        <p:spPr>
          <a:xfrm>
            <a:off x="8991360" y="5247360"/>
            <a:ext cx="4320" cy="10440"/>
          </a:xfrm>
          <a:custGeom>
            <a:rect b="b" l="l" r="r" t="t"/>
            <a:pathLst>
              <a:path extrusionOk="0" h="29" w="12">
                <a:moveTo>
                  <a:pt x="2" y="0"/>
                </a:moveTo>
                <a:cubicBezTo>
                  <a:pt x="7" y="4"/>
                  <a:pt x="9" y="8"/>
                  <a:pt x="10" y="13"/>
                </a:cubicBezTo>
                <a:cubicBezTo>
                  <a:pt x="11" y="14"/>
                  <a:pt x="11" y="17"/>
                  <a:pt x="11" y="19"/>
                </a:cubicBezTo>
                <a:cubicBezTo>
                  <a:pt x="11" y="21"/>
                  <a:pt x="10" y="25"/>
                  <a:pt x="9" y="28"/>
                </a:cubicBezTo>
                <a:cubicBezTo>
                  <a:pt x="8" y="26"/>
                  <a:pt x="7" y="23"/>
                  <a:pt x="4" y="21"/>
                </a:cubicBezTo>
                <a:cubicBezTo>
                  <a:pt x="2" y="19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4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8"/>
          <p:cNvSpPr/>
          <p:nvPr/>
        </p:nvSpPr>
        <p:spPr>
          <a:xfrm>
            <a:off x="8989920" y="5255280"/>
            <a:ext cx="5760" cy="9360"/>
          </a:xfrm>
          <a:custGeom>
            <a:rect b="b" l="l" r="r" t="t"/>
            <a:pathLst>
              <a:path extrusionOk="0" h="26" w="16">
                <a:moveTo>
                  <a:pt x="0" y="0"/>
                </a:moveTo>
                <a:cubicBezTo>
                  <a:pt x="6" y="2"/>
                  <a:pt x="9" y="7"/>
                  <a:pt x="11" y="11"/>
                </a:cubicBezTo>
                <a:cubicBezTo>
                  <a:pt x="13" y="14"/>
                  <a:pt x="15" y="18"/>
                  <a:pt x="15" y="23"/>
                </a:cubicBezTo>
                <a:cubicBezTo>
                  <a:pt x="15" y="24"/>
                  <a:pt x="13" y="24"/>
                  <a:pt x="13" y="25"/>
                </a:cubicBezTo>
                <a:cubicBezTo>
                  <a:pt x="12" y="24"/>
                  <a:pt x="10" y="21"/>
                  <a:pt x="8" y="20"/>
                </a:cubicBezTo>
                <a:cubicBezTo>
                  <a:pt x="6" y="19"/>
                  <a:pt x="4" y="18"/>
                  <a:pt x="3" y="15"/>
                </a:cubicBezTo>
                <a:cubicBezTo>
                  <a:pt x="2" y="12"/>
                  <a:pt x="0" y="8"/>
                  <a:pt x="0" y="5"/>
                </a:cubicBezTo>
                <a:cubicBezTo>
                  <a:pt x="0" y="2"/>
                  <a:pt x="0" y="1"/>
                  <a:pt x="0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8"/>
          <p:cNvSpPr/>
          <p:nvPr/>
        </p:nvSpPr>
        <p:spPr>
          <a:xfrm>
            <a:off x="9011520" y="5223240"/>
            <a:ext cx="21960" cy="72000"/>
          </a:xfrm>
          <a:custGeom>
            <a:rect b="b" l="l" r="r" t="t"/>
            <a:pathLst>
              <a:path extrusionOk="0" h="200" w="61">
                <a:moveTo>
                  <a:pt x="36" y="138"/>
                </a:moveTo>
                <a:lnTo>
                  <a:pt x="31" y="138"/>
                </a:lnTo>
                <a:lnTo>
                  <a:pt x="31" y="12"/>
                </a:lnTo>
                <a:cubicBezTo>
                  <a:pt x="35" y="24"/>
                  <a:pt x="36" y="37"/>
                  <a:pt x="36" y="47"/>
                </a:cubicBezTo>
                <a:lnTo>
                  <a:pt x="36" y="138"/>
                </a:lnTo>
                <a:moveTo>
                  <a:pt x="58" y="179"/>
                </a:moveTo>
                <a:lnTo>
                  <a:pt x="57" y="179"/>
                </a:lnTo>
                <a:cubicBezTo>
                  <a:pt x="52" y="183"/>
                  <a:pt x="45" y="185"/>
                  <a:pt x="36" y="186"/>
                </a:cubicBezTo>
                <a:cubicBezTo>
                  <a:pt x="39" y="181"/>
                  <a:pt x="41" y="173"/>
                  <a:pt x="41" y="165"/>
                </a:cubicBezTo>
                <a:cubicBezTo>
                  <a:pt x="41" y="158"/>
                  <a:pt x="40" y="152"/>
                  <a:pt x="37" y="147"/>
                </a:cubicBezTo>
                <a:lnTo>
                  <a:pt x="50" y="147"/>
                </a:lnTo>
                <a:cubicBezTo>
                  <a:pt x="56" y="147"/>
                  <a:pt x="58" y="142"/>
                  <a:pt x="58" y="139"/>
                </a:cubicBezTo>
                <a:cubicBezTo>
                  <a:pt x="58" y="136"/>
                  <a:pt x="56" y="133"/>
                  <a:pt x="53" y="133"/>
                </a:cubicBezTo>
                <a:cubicBezTo>
                  <a:pt x="51" y="133"/>
                  <a:pt x="49" y="135"/>
                  <a:pt x="49" y="139"/>
                </a:cubicBezTo>
                <a:cubicBezTo>
                  <a:pt x="49" y="140"/>
                  <a:pt x="49" y="140"/>
                  <a:pt x="49" y="141"/>
                </a:cubicBezTo>
                <a:cubicBezTo>
                  <a:pt x="50" y="142"/>
                  <a:pt x="50" y="143"/>
                  <a:pt x="47" y="143"/>
                </a:cubicBezTo>
                <a:lnTo>
                  <a:pt x="41" y="143"/>
                </a:lnTo>
                <a:lnTo>
                  <a:pt x="41" y="47"/>
                </a:lnTo>
                <a:cubicBezTo>
                  <a:pt x="41" y="34"/>
                  <a:pt x="40" y="19"/>
                  <a:pt x="33" y="5"/>
                </a:cubicBezTo>
                <a:lnTo>
                  <a:pt x="31" y="0"/>
                </a:lnTo>
                <a:lnTo>
                  <a:pt x="29" y="5"/>
                </a:lnTo>
                <a:cubicBezTo>
                  <a:pt x="22" y="19"/>
                  <a:pt x="21" y="34"/>
                  <a:pt x="21" y="47"/>
                </a:cubicBezTo>
                <a:lnTo>
                  <a:pt x="21" y="143"/>
                </a:lnTo>
                <a:lnTo>
                  <a:pt x="14" y="143"/>
                </a:lnTo>
                <a:cubicBezTo>
                  <a:pt x="12" y="143"/>
                  <a:pt x="13" y="142"/>
                  <a:pt x="13" y="141"/>
                </a:cubicBezTo>
                <a:cubicBezTo>
                  <a:pt x="13" y="140"/>
                  <a:pt x="13" y="140"/>
                  <a:pt x="13" y="139"/>
                </a:cubicBezTo>
                <a:cubicBezTo>
                  <a:pt x="13" y="135"/>
                  <a:pt x="11" y="133"/>
                  <a:pt x="9" y="133"/>
                </a:cubicBezTo>
                <a:cubicBezTo>
                  <a:pt x="6" y="133"/>
                  <a:pt x="2" y="136"/>
                  <a:pt x="2" y="139"/>
                </a:cubicBezTo>
                <a:cubicBezTo>
                  <a:pt x="2" y="142"/>
                  <a:pt x="6" y="147"/>
                  <a:pt x="12" y="147"/>
                </a:cubicBezTo>
                <a:lnTo>
                  <a:pt x="23" y="147"/>
                </a:lnTo>
                <a:cubicBezTo>
                  <a:pt x="22" y="152"/>
                  <a:pt x="21" y="158"/>
                  <a:pt x="21" y="165"/>
                </a:cubicBezTo>
                <a:cubicBezTo>
                  <a:pt x="21" y="173"/>
                  <a:pt x="23" y="181"/>
                  <a:pt x="25" y="186"/>
                </a:cubicBezTo>
                <a:cubicBezTo>
                  <a:pt x="17" y="185"/>
                  <a:pt x="10" y="183"/>
                  <a:pt x="2" y="179"/>
                </a:cubicBezTo>
                <a:lnTo>
                  <a:pt x="0" y="183"/>
                </a:lnTo>
                <a:lnTo>
                  <a:pt x="1" y="183"/>
                </a:lnTo>
                <a:cubicBezTo>
                  <a:pt x="8" y="186"/>
                  <a:pt x="13" y="187"/>
                  <a:pt x="19" y="188"/>
                </a:cubicBezTo>
                <a:cubicBezTo>
                  <a:pt x="19" y="188"/>
                  <a:pt x="23" y="190"/>
                  <a:pt x="28" y="191"/>
                </a:cubicBezTo>
                <a:cubicBezTo>
                  <a:pt x="26" y="191"/>
                  <a:pt x="25" y="193"/>
                  <a:pt x="25" y="194"/>
                </a:cubicBezTo>
                <a:cubicBezTo>
                  <a:pt x="25" y="197"/>
                  <a:pt x="28" y="199"/>
                  <a:pt x="31" y="199"/>
                </a:cubicBezTo>
                <a:cubicBezTo>
                  <a:pt x="33" y="199"/>
                  <a:pt x="35" y="197"/>
                  <a:pt x="35" y="194"/>
                </a:cubicBezTo>
                <a:cubicBezTo>
                  <a:pt x="35" y="193"/>
                  <a:pt x="35" y="191"/>
                  <a:pt x="34" y="191"/>
                </a:cubicBezTo>
                <a:cubicBezTo>
                  <a:pt x="37" y="190"/>
                  <a:pt x="42" y="188"/>
                  <a:pt x="42" y="188"/>
                </a:cubicBezTo>
                <a:cubicBezTo>
                  <a:pt x="49" y="187"/>
                  <a:pt x="54" y="186"/>
                  <a:pt x="60" y="183"/>
                </a:cubicBezTo>
                <a:lnTo>
                  <a:pt x="58" y="179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8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sp>
        <p:nvSpPr>
          <p:cNvPr id="826" name="Google Shape;826;p38"/>
          <p:cNvSpPr/>
          <p:nvPr/>
        </p:nvSpPr>
        <p:spPr>
          <a:xfrm>
            <a:off x="8869680" y="5328000"/>
            <a:ext cx="95760" cy="136080"/>
          </a:xfrm>
          <a:custGeom>
            <a:rect b="b" l="l" r="r" t="t"/>
            <a:pathLst>
              <a:path extrusionOk="0" h="378" w="266">
                <a:moveTo>
                  <a:pt x="239" y="0"/>
                </a:moveTo>
                <a:lnTo>
                  <a:pt x="239" y="219"/>
                </a:lnTo>
                <a:cubicBezTo>
                  <a:pt x="239" y="311"/>
                  <a:pt x="204" y="353"/>
                  <a:pt x="129" y="353"/>
                </a:cubicBezTo>
                <a:cubicBezTo>
                  <a:pt x="43" y="353"/>
                  <a:pt x="25" y="281"/>
                  <a:pt x="25" y="219"/>
                </a:cubicBezTo>
                <a:lnTo>
                  <a:pt x="25" y="0"/>
                </a:lnTo>
                <a:lnTo>
                  <a:pt x="0" y="0"/>
                </a:lnTo>
                <a:lnTo>
                  <a:pt x="0" y="219"/>
                </a:lnTo>
                <a:cubicBezTo>
                  <a:pt x="0" y="325"/>
                  <a:pt x="44" y="377"/>
                  <a:pt x="129" y="377"/>
                </a:cubicBezTo>
                <a:cubicBezTo>
                  <a:pt x="219" y="377"/>
                  <a:pt x="265" y="325"/>
                  <a:pt x="265" y="219"/>
                </a:cubicBezTo>
                <a:lnTo>
                  <a:pt x="265" y="0"/>
                </a:lnTo>
                <a:lnTo>
                  <a:pt x="2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8"/>
          <p:cNvSpPr/>
          <p:nvPr/>
        </p:nvSpPr>
        <p:spPr>
          <a:xfrm>
            <a:off x="8984160" y="5361840"/>
            <a:ext cx="71280" cy="99000"/>
          </a:xfrm>
          <a:custGeom>
            <a:rect b="b" l="l" r="r" t="t"/>
            <a:pathLst>
              <a:path extrusionOk="0" h="275" w="198">
                <a:moveTo>
                  <a:pt x="109" y="0"/>
                </a:moveTo>
                <a:cubicBezTo>
                  <a:pt x="71" y="0"/>
                  <a:pt x="36" y="23"/>
                  <a:pt x="22" y="56"/>
                </a:cubicBezTo>
                <a:cubicBezTo>
                  <a:pt x="22" y="44"/>
                  <a:pt x="22" y="7"/>
                  <a:pt x="22" y="7"/>
                </a:cubicBezTo>
                <a:lnTo>
                  <a:pt x="0" y="7"/>
                </a:lnTo>
                <a:lnTo>
                  <a:pt x="0" y="274"/>
                </a:lnTo>
                <a:lnTo>
                  <a:pt x="22" y="274"/>
                </a:lnTo>
                <a:lnTo>
                  <a:pt x="22" y="128"/>
                </a:lnTo>
                <a:cubicBezTo>
                  <a:pt x="22" y="64"/>
                  <a:pt x="55" y="23"/>
                  <a:pt x="109" y="23"/>
                </a:cubicBezTo>
                <a:cubicBezTo>
                  <a:pt x="175" y="23"/>
                  <a:pt x="175" y="84"/>
                  <a:pt x="175" y="105"/>
                </a:cubicBezTo>
                <a:lnTo>
                  <a:pt x="175" y="274"/>
                </a:lnTo>
                <a:lnTo>
                  <a:pt x="197" y="274"/>
                </a:lnTo>
                <a:lnTo>
                  <a:pt x="197" y="109"/>
                </a:lnTo>
                <a:cubicBezTo>
                  <a:pt x="197" y="79"/>
                  <a:pt x="197" y="0"/>
                  <a:pt x="109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8"/>
          <p:cNvSpPr/>
          <p:nvPr/>
        </p:nvSpPr>
        <p:spPr>
          <a:xfrm>
            <a:off x="90745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829" name="Google Shape;829;p38"/>
          <p:cNvSpPr/>
          <p:nvPr/>
        </p:nvSpPr>
        <p:spPr>
          <a:xfrm>
            <a:off x="90745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830" name="Google Shape;830;p38"/>
          <p:cNvSpPr/>
          <p:nvPr/>
        </p:nvSpPr>
        <p:spPr>
          <a:xfrm>
            <a:off x="9092520" y="5364360"/>
            <a:ext cx="79200" cy="96480"/>
          </a:xfrm>
          <a:custGeom>
            <a:rect b="b" l="l" r="r" t="t"/>
            <a:pathLst>
              <a:path extrusionOk="0" h="268" w="220">
                <a:moveTo>
                  <a:pt x="195" y="0"/>
                </a:moveTo>
                <a:cubicBezTo>
                  <a:pt x="195" y="0"/>
                  <a:pt x="115" y="229"/>
                  <a:pt x="112" y="237"/>
                </a:cubicBezTo>
                <a:cubicBezTo>
                  <a:pt x="109" y="229"/>
                  <a:pt x="25" y="0"/>
                  <a:pt x="25" y="0"/>
                </a:cubicBezTo>
                <a:lnTo>
                  <a:pt x="0" y="0"/>
                </a:lnTo>
                <a:lnTo>
                  <a:pt x="99" y="267"/>
                </a:lnTo>
                <a:lnTo>
                  <a:pt x="125" y="267"/>
                </a:lnTo>
                <a:lnTo>
                  <a:pt x="219" y="0"/>
                </a:lnTo>
                <a:lnTo>
                  <a:pt x="19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8"/>
          <p:cNvSpPr/>
          <p:nvPr/>
        </p:nvSpPr>
        <p:spPr>
          <a:xfrm>
            <a:off x="9174960" y="5361840"/>
            <a:ext cx="79560" cy="101160"/>
          </a:xfrm>
          <a:custGeom>
            <a:rect b="b" l="l" r="r" t="t"/>
            <a:pathLst>
              <a:path extrusionOk="0" h="281" w="221">
                <a:moveTo>
                  <a:pt x="110" y="23"/>
                </a:moveTo>
                <a:cubicBezTo>
                  <a:pt x="166" y="23"/>
                  <a:pt x="196" y="73"/>
                  <a:pt x="197" y="124"/>
                </a:cubicBezTo>
                <a:cubicBezTo>
                  <a:pt x="193" y="124"/>
                  <a:pt x="28" y="124"/>
                  <a:pt x="23" y="124"/>
                </a:cubicBezTo>
                <a:cubicBezTo>
                  <a:pt x="28" y="73"/>
                  <a:pt x="58" y="23"/>
                  <a:pt x="110" y="23"/>
                </a:cubicBezTo>
                <a:moveTo>
                  <a:pt x="110" y="0"/>
                </a:moveTo>
                <a:cubicBezTo>
                  <a:pt x="80" y="0"/>
                  <a:pt x="56" y="12"/>
                  <a:pt x="37" y="32"/>
                </a:cubicBezTo>
                <a:cubicBezTo>
                  <a:pt x="13" y="58"/>
                  <a:pt x="0" y="101"/>
                  <a:pt x="0" y="145"/>
                </a:cubicBezTo>
                <a:cubicBezTo>
                  <a:pt x="0" y="187"/>
                  <a:pt x="12" y="223"/>
                  <a:pt x="34" y="248"/>
                </a:cubicBezTo>
                <a:cubicBezTo>
                  <a:pt x="53" y="268"/>
                  <a:pt x="79" y="280"/>
                  <a:pt x="110" y="280"/>
                </a:cubicBezTo>
                <a:cubicBezTo>
                  <a:pt x="171" y="280"/>
                  <a:pt x="208" y="245"/>
                  <a:pt x="218" y="184"/>
                </a:cubicBezTo>
                <a:lnTo>
                  <a:pt x="218" y="180"/>
                </a:lnTo>
                <a:lnTo>
                  <a:pt x="196" y="180"/>
                </a:lnTo>
                <a:lnTo>
                  <a:pt x="196" y="183"/>
                </a:lnTo>
                <a:cubicBezTo>
                  <a:pt x="187" y="230"/>
                  <a:pt x="154" y="258"/>
                  <a:pt x="110" y="258"/>
                </a:cubicBezTo>
                <a:cubicBezTo>
                  <a:pt x="86" y="258"/>
                  <a:pt x="66" y="250"/>
                  <a:pt x="52" y="234"/>
                </a:cubicBezTo>
                <a:cubicBezTo>
                  <a:pt x="33" y="213"/>
                  <a:pt x="22" y="181"/>
                  <a:pt x="22" y="146"/>
                </a:cubicBezTo>
                <a:cubicBezTo>
                  <a:pt x="26" y="146"/>
                  <a:pt x="220" y="146"/>
                  <a:pt x="220" y="146"/>
                </a:cubicBezTo>
                <a:lnTo>
                  <a:pt x="220" y="143"/>
                </a:lnTo>
                <a:cubicBezTo>
                  <a:pt x="220" y="140"/>
                  <a:pt x="220" y="136"/>
                  <a:pt x="220" y="133"/>
                </a:cubicBezTo>
                <a:cubicBezTo>
                  <a:pt x="220" y="92"/>
                  <a:pt x="209" y="57"/>
                  <a:pt x="189" y="33"/>
                </a:cubicBezTo>
                <a:cubicBezTo>
                  <a:pt x="169" y="12"/>
                  <a:pt x="142" y="0"/>
                  <a:pt x="110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8"/>
          <p:cNvSpPr/>
          <p:nvPr/>
        </p:nvSpPr>
        <p:spPr>
          <a:xfrm>
            <a:off x="9268200" y="5363280"/>
            <a:ext cx="42840" cy="97560"/>
          </a:xfrm>
          <a:custGeom>
            <a:rect b="b" l="l" r="r" t="t"/>
            <a:pathLst>
              <a:path extrusionOk="0" h="271" w="119">
                <a:moveTo>
                  <a:pt x="23" y="56"/>
                </a:moveTo>
                <a:cubicBezTo>
                  <a:pt x="23" y="44"/>
                  <a:pt x="23" y="3"/>
                  <a:pt x="23" y="3"/>
                </a:cubicBezTo>
                <a:lnTo>
                  <a:pt x="0" y="3"/>
                </a:lnTo>
                <a:lnTo>
                  <a:pt x="0" y="270"/>
                </a:lnTo>
                <a:lnTo>
                  <a:pt x="23" y="270"/>
                </a:lnTo>
                <a:lnTo>
                  <a:pt x="23" y="123"/>
                </a:lnTo>
                <a:cubicBezTo>
                  <a:pt x="25" y="84"/>
                  <a:pt x="33" y="69"/>
                  <a:pt x="50" y="50"/>
                </a:cubicBezTo>
                <a:cubicBezTo>
                  <a:pt x="76" y="22"/>
                  <a:pt x="107" y="24"/>
                  <a:pt x="116" y="26"/>
                </a:cubicBezTo>
                <a:lnTo>
                  <a:pt x="118" y="26"/>
                </a:lnTo>
                <a:lnTo>
                  <a:pt x="118" y="1"/>
                </a:lnTo>
                <a:lnTo>
                  <a:pt x="116" y="1"/>
                </a:lnTo>
                <a:cubicBezTo>
                  <a:pt x="75" y="0"/>
                  <a:pt x="36" y="22"/>
                  <a:pt x="23" y="5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8"/>
          <p:cNvSpPr/>
          <p:nvPr/>
        </p:nvSpPr>
        <p:spPr>
          <a:xfrm>
            <a:off x="9312840" y="5361840"/>
            <a:ext cx="72360" cy="101160"/>
          </a:xfrm>
          <a:custGeom>
            <a:rect b="b" l="l" r="r" t="t"/>
            <a:pathLst>
              <a:path extrusionOk="0" h="281" w="201">
                <a:moveTo>
                  <a:pt x="111" y="126"/>
                </a:moveTo>
                <a:lnTo>
                  <a:pt x="105" y="124"/>
                </a:lnTo>
                <a:cubicBezTo>
                  <a:pt x="66" y="116"/>
                  <a:pt x="31" y="108"/>
                  <a:pt x="31" y="71"/>
                </a:cubicBezTo>
                <a:cubicBezTo>
                  <a:pt x="31" y="34"/>
                  <a:pt x="66" y="23"/>
                  <a:pt x="100" y="23"/>
                </a:cubicBezTo>
                <a:cubicBezTo>
                  <a:pt x="127" y="23"/>
                  <a:pt x="170" y="30"/>
                  <a:pt x="170" y="88"/>
                </a:cubicBezTo>
                <a:lnTo>
                  <a:pt x="170" y="89"/>
                </a:lnTo>
                <a:lnTo>
                  <a:pt x="193" y="89"/>
                </a:lnTo>
                <a:lnTo>
                  <a:pt x="193" y="88"/>
                </a:lnTo>
                <a:cubicBezTo>
                  <a:pt x="193" y="31"/>
                  <a:pt x="160" y="0"/>
                  <a:pt x="100" y="0"/>
                </a:cubicBezTo>
                <a:cubicBezTo>
                  <a:pt x="78" y="0"/>
                  <a:pt x="9" y="6"/>
                  <a:pt x="9" y="71"/>
                </a:cubicBezTo>
                <a:cubicBezTo>
                  <a:pt x="9" y="129"/>
                  <a:pt x="58" y="140"/>
                  <a:pt x="96" y="147"/>
                </a:cubicBezTo>
                <a:lnTo>
                  <a:pt x="101" y="148"/>
                </a:lnTo>
                <a:cubicBezTo>
                  <a:pt x="141" y="158"/>
                  <a:pt x="177" y="165"/>
                  <a:pt x="177" y="205"/>
                </a:cubicBezTo>
                <a:cubicBezTo>
                  <a:pt x="177" y="254"/>
                  <a:pt x="125" y="258"/>
                  <a:pt x="103" y="258"/>
                </a:cubicBezTo>
                <a:cubicBezTo>
                  <a:pt x="56" y="258"/>
                  <a:pt x="25" y="229"/>
                  <a:pt x="23" y="184"/>
                </a:cubicBezTo>
                <a:lnTo>
                  <a:pt x="23" y="181"/>
                </a:lnTo>
                <a:lnTo>
                  <a:pt x="0" y="181"/>
                </a:lnTo>
                <a:lnTo>
                  <a:pt x="1" y="184"/>
                </a:lnTo>
                <a:cubicBezTo>
                  <a:pt x="2" y="243"/>
                  <a:pt x="41" y="280"/>
                  <a:pt x="103" y="280"/>
                </a:cubicBezTo>
                <a:cubicBezTo>
                  <a:pt x="126" y="280"/>
                  <a:pt x="200" y="274"/>
                  <a:pt x="200" y="205"/>
                </a:cubicBezTo>
                <a:cubicBezTo>
                  <a:pt x="200" y="148"/>
                  <a:pt x="160" y="136"/>
                  <a:pt x="111" y="12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8"/>
          <p:cNvSpPr/>
          <p:nvPr/>
        </p:nvSpPr>
        <p:spPr>
          <a:xfrm>
            <a:off x="9400320" y="5364360"/>
            <a:ext cx="9000" cy="96480"/>
          </a:xfrm>
          <a:custGeom>
            <a:rect b="b" l="l" r="r" t="t"/>
            <a:pathLst>
              <a:path extrusionOk="0" h="268" w="25">
                <a:moveTo>
                  <a:pt x="0" y="267"/>
                </a:moveTo>
                <a:lnTo>
                  <a:pt x="24" y="267"/>
                </a:lnTo>
                <a:lnTo>
                  <a:pt x="24" y="0"/>
                </a:lnTo>
                <a:lnTo>
                  <a:pt x="0" y="0"/>
                </a:lnTo>
                <a:lnTo>
                  <a:pt x="0" y="26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835" name="Google Shape;835;p38"/>
          <p:cNvSpPr/>
          <p:nvPr/>
        </p:nvSpPr>
        <p:spPr>
          <a:xfrm>
            <a:off x="9419040" y="5335200"/>
            <a:ext cx="123840" cy="159120"/>
          </a:xfrm>
          <a:custGeom>
            <a:rect b="b" l="l" r="r" t="t"/>
            <a:pathLst>
              <a:path extrusionOk="0" h="442" w="344">
                <a:moveTo>
                  <a:pt x="67" y="82"/>
                </a:moveTo>
                <a:cubicBezTo>
                  <a:pt x="67" y="77"/>
                  <a:pt x="67" y="0"/>
                  <a:pt x="67" y="0"/>
                </a:cubicBezTo>
                <a:lnTo>
                  <a:pt x="44" y="0"/>
                </a:lnTo>
                <a:cubicBezTo>
                  <a:pt x="44" y="0"/>
                  <a:pt x="44" y="77"/>
                  <a:pt x="44" y="82"/>
                </a:cubicBezTo>
                <a:cubicBezTo>
                  <a:pt x="41" y="82"/>
                  <a:pt x="0" y="82"/>
                  <a:pt x="0" y="82"/>
                </a:cubicBezTo>
                <a:lnTo>
                  <a:pt x="0" y="103"/>
                </a:lnTo>
                <a:cubicBezTo>
                  <a:pt x="0" y="103"/>
                  <a:pt x="41" y="103"/>
                  <a:pt x="44" y="103"/>
                </a:cubicBezTo>
                <a:cubicBezTo>
                  <a:pt x="44" y="107"/>
                  <a:pt x="44" y="283"/>
                  <a:pt x="44" y="283"/>
                </a:cubicBezTo>
                <a:cubicBezTo>
                  <a:pt x="44" y="284"/>
                  <a:pt x="44" y="286"/>
                  <a:pt x="44" y="287"/>
                </a:cubicBezTo>
                <a:cubicBezTo>
                  <a:pt x="44" y="308"/>
                  <a:pt x="50" y="322"/>
                  <a:pt x="58" y="332"/>
                </a:cubicBezTo>
                <a:cubicBezTo>
                  <a:pt x="74" y="347"/>
                  <a:pt x="98" y="348"/>
                  <a:pt x="117" y="347"/>
                </a:cubicBezTo>
                <a:lnTo>
                  <a:pt x="119" y="346"/>
                </a:lnTo>
                <a:lnTo>
                  <a:pt x="119" y="326"/>
                </a:lnTo>
                <a:lnTo>
                  <a:pt x="117" y="326"/>
                </a:lnTo>
                <a:cubicBezTo>
                  <a:pt x="97" y="326"/>
                  <a:pt x="84" y="325"/>
                  <a:pt x="76" y="316"/>
                </a:cubicBezTo>
                <a:cubicBezTo>
                  <a:pt x="69" y="311"/>
                  <a:pt x="67" y="299"/>
                  <a:pt x="67" y="283"/>
                </a:cubicBezTo>
                <a:cubicBezTo>
                  <a:pt x="67" y="283"/>
                  <a:pt x="67" y="107"/>
                  <a:pt x="67" y="103"/>
                </a:cubicBezTo>
                <a:cubicBezTo>
                  <a:pt x="71" y="103"/>
                  <a:pt x="115" y="103"/>
                  <a:pt x="128" y="103"/>
                </a:cubicBezTo>
                <a:cubicBezTo>
                  <a:pt x="152" y="165"/>
                  <a:pt x="223" y="341"/>
                  <a:pt x="223" y="343"/>
                </a:cubicBezTo>
                <a:cubicBezTo>
                  <a:pt x="212" y="376"/>
                  <a:pt x="205" y="396"/>
                  <a:pt x="198" y="404"/>
                </a:cubicBezTo>
                <a:cubicBezTo>
                  <a:pt x="187" y="416"/>
                  <a:pt x="175" y="420"/>
                  <a:pt x="149" y="420"/>
                </a:cubicBezTo>
                <a:lnTo>
                  <a:pt x="148" y="420"/>
                </a:lnTo>
                <a:lnTo>
                  <a:pt x="148" y="441"/>
                </a:lnTo>
                <a:lnTo>
                  <a:pt x="149" y="441"/>
                </a:lnTo>
                <a:cubicBezTo>
                  <a:pt x="176" y="441"/>
                  <a:pt x="194" y="441"/>
                  <a:pt x="207" y="429"/>
                </a:cubicBezTo>
                <a:cubicBezTo>
                  <a:pt x="218" y="421"/>
                  <a:pt x="226" y="401"/>
                  <a:pt x="237" y="373"/>
                </a:cubicBezTo>
                <a:lnTo>
                  <a:pt x="343" y="82"/>
                </a:lnTo>
                <a:lnTo>
                  <a:pt x="317" y="82"/>
                </a:lnTo>
                <a:cubicBezTo>
                  <a:pt x="317" y="82"/>
                  <a:pt x="238" y="305"/>
                  <a:pt x="235" y="315"/>
                </a:cubicBezTo>
                <a:cubicBezTo>
                  <a:pt x="231" y="305"/>
                  <a:pt x="146" y="82"/>
                  <a:pt x="146" y="82"/>
                </a:cubicBezTo>
                <a:lnTo>
                  <a:pt x="67" y="82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8"/>
          <p:cNvSpPr/>
          <p:nvPr/>
        </p:nvSpPr>
        <p:spPr>
          <a:xfrm>
            <a:off x="9400320" y="5335200"/>
            <a:ext cx="9000" cy="13680"/>
          </a:xfrm>
          <a:custGeom>
            <a:rect b="b" l="l" r="r" t="t"/>
            <a:pathLst>
              <a:path extrusionOk="0" h="38" w="25">
                <a:moveTo>
                  <a:pt x="0" y="37"/>
                </a:moveTo>
                <a:lnTo>
                  <a:pt x="24" y="37"/>
                </a:lnTo>
                <a:lnTo>
                  <a:pt x="24" y="0"/>
                </a:lnTo>
                <a:lnTo>
                  <a:pt x="0" y="0"/>
                </a:lnTo>
                <a:lnTo>
                  <a:pt x="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837" name="Google Shape;837;p38"/>
          <p:cNvSpPr/>
          <p:nvPr/>
        </p:nvSpPr>
        <p:spPr>
          <a:xfrm>
            <a:off x="9007200" y="5168880"/>
            <a:ext cx="133560" cy="139320"/>
          </a:xfrm>
          <a:custGeom>
            <a:rect b="b" l="l" r="r" t="t"/>
            <a:pathLst>
              <a:path extrusionOk="0" h="387" w="371">
                <a:moveTo>
                  <a:pt x="185" y="26"/>
                </a:moveTo>
                <a:cubicBezTo>
                  <a:pt x="109" y="26"/>
                  <a:pt x="57" y="85"/>
                  <a:pt x="57" y="186"/>
                </a:cubicBezTo>
                <a:cubicBezTo>
                  <a:pt x="57" y="304"/>
                  <a:pt x="123" y="359"/>
                  <a:pt x="186" y="359"/>
                </a:cubicBezTo>
                <a:cubicBezTo>
                  <a:pt x="261" y="359"/>
                  <a:pt x="312" y="297"/>
                  <a:pt x="312" y="199"/>
                </a:cubicBezTo>
                <a:cubicBezTo>
                  <a:pt x="313" y="92"/>
                  <a:pt x="261" y="26"/>
                  <a:pt x="185" y="26"/>
                </a:cubicBezTo>
                <a:moveTo>
                  <a:pt x="181" y="384"/>
                </a:moveTo>
                <a:cubicBezTo>
                  <a:pt x="83" y="381"/>
                  <a:pt x="0" y="301"/>
                  <a:pt x="2" y="188"/>
                </a:cubicBezTo>
                <a:cubicBezTo>
                  <a:pt x="5" y="99"/>
                  <a:pt x="70" y="0"/>
                  <a:pt x="192" y="3"/>
                </a:cubicBezTo>
                <a:cubicBezTo>
                  <a:pt x="275" y="4"/>
                  <a:pt x="370" y="72"/>
                  <a:pt x="367" y="197"/>
                </a:cubicBezTo>
                <a:cubicBezTo>
                  <a:pt x="365" y="321"/>
                  <a:pt x="267" y="386"/>
                  <a:pt x="181" y="38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8"/>
          <p:cNvSpPr/>
          <p:nvPr/>
        </p:nvSpPr>
        <p:spPr>
          <a:xfrm>
            <a:off x="9476640" y="5171760"/>
            <a:ext cx="117360" cy="133560"/>
          </a:xfrm>
          <a:custGeom>
            <a:rect b="b" l="l" r="r" t="t"/>
            <a:pathLst>
              <a:path extrusionOk="0" h="371" w="326">
                <a:moveTo>
                  <a:pt x="325" y="5"/>
                </a:moveTo>
                <a:lnTo>
                  <a:pt x="325" y="0"/>
                </a:lnTo>
                <a:lnTo>
                  <a:pt x="226" y="0"/>
                </a:lnTo>
                <a:lnTo>
                  <a:pt x="226" y="5"/>
                </a:lnTo>
                <a:cubicBezTo>
                  <a:pt x="245" y="7"/>
                  <a:pt x="250" y="11"/>
                  <a:pt x="250" y="41"/>
                </a:cubicBezTo>
                <a:lnTo>
                  <a:pt x="250" y="170"/>
                </a:lnTo>
                <a:lnTo>
                  <a:pt x="74" y="170"/>
                </a:lnTo>
                <a:lnTo>
                  <a:pt x="74" y="41"/>
                </a:lnTo>
                <a:cubicBezTo>
                  <a:pt x="74" y="11"/>
                  <a:pt x="79" y="7"/>
                  <a:pt x="99" y="5"/>
                </a:cubicBezTo>
                <a:lnTo>
                  <a:pt x="99" y="0"/>
                </a:lnTo>
                <a:lnTo>
                  <a:pt x="0" y="0"/>
                </a:lnTo>
                <a:lnTo>
                  <a:pt x="0" y="5"/>
                </a:lnTo>
                <a:cubicBezTo>
                  <a:pt x="20" y="7"/>
                  <a:pt x="25" y="11"/>
                  <a:pt x="25" y="41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99" y="370"/>
                </a:lnTo>
                <a:lnTo>
                  <a:pt x="99" y="365"/>
                </a:lnTo>
                <a:cubicBezTo>
                  <a:pt x="79" y="364"/>
                  <a:pt x="74" y="360"/>
                  <a:pt x="74" y="330"/>
                </a:cubicBezTo>
                <a:lnTo>
                  <a:pt x="74" y="192"/>
                </a:lnTo>
                <a:lnTo>
                  <a:pt x="250" y="192"/>
                </a:lnTo>
                <a:lnTo>
                  <a:pt x="250" y="330"/>
                </a:lnTo>
                <a:cubicBezTo>
                  <a:pt x="250" y="360"/>
                  <a:pt x="245" y="364"/>
                  <a:pt x="226" y="365"/>
                </a:cubicBezTo>
                <a:lnTo>
                  <a:pt x="226" y="370"/>
                </a:lnTo>
                <a:lnTo>
                  <a:pt x="325" y="370"/>
                </a:lnTo>
                <a:lnTo>
                  <a:pt x="325" y="365"/>
                </a:lnTo>
                <a:cubicBezTo>
                  <a:pt x="304" y="364"/>
                  <a:pt x="300" y="360"/>
                  <a:pt x="300" y="330"/>
                </a:cubicBezTo>
                <a:lnTo>
                  <a:pt x="300" y="41"/>
                </a:lnTo>
                <a:cubicBezTo>
                  <a:pt x="300" y="11"/>
                  <a:pt x="304" y="7"/>
                  <a:pt x="325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8"/>
          <p:cNvSpPr/>
          <p:nvPr/>
        </p:nvSpPr>
        <p:spPr>
          <a:xfrm>
            <a:off x="9148320" y="5171760"/>
            <a:ext cx="114120" cy="133560"/>
          </a:xfrm>
          <a:custGeom>
            <a:rect b="b" l="l" r="r" t="t"/>
            <a:pathLst>
              <a:path extrusionOk="0" h="371" w="317">
                <a:moveTo>
                  <a:pt x="0" y="0"/>
                </a:moveTo>
                <a:lnTo>
                  <a:pt x="0" y="5"/>
                </a:lnTo>
                <a:cubicBezTo>
                  <a:pt x="19" y="6"/>
                  <a:pt x="24" y="8"/>
                  <a:pt x="24" y="30"/>
                </a:cubicBezTo>
                <a:lnTo>
                  <a:pt x="24" y="330"/>
                </a:lnTo>
                <a:cubicBezTo>
                  <a:pt x="24" y="360"/>
                  <a:pt x="19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4" y="364"/>
                  <a:pt x="49" y="360"/>
                  <a:pt x="49" y="330"/>
                </a:cubicBezTo>
                <a:lnTo>
                  <a:pt x="49" y="62"/>
                </a:lnTo>
                <a:cubicBezTo>
                  <a:pt x="49" y="66"/>
                  <a:pt x="243" y="316"/>
                  <a:pt x="283" y="370"/>
                </a:cubicBezTo>
                <a:lnTo>
                  <a:pt x="292" y="370"/>
                </a:lnTo>
                <a:lnTo>
                  <a:pt x="292" y="30"/>
                </a:lnTo>
                <a:cubicBezTo>
                  <a:pt x="292" y="8"/>
                  <a:pt x="297" y="6"/>
                  <a:pt x="316" y="5"/>
                </a:cubicBezTo>
                <a:lnTo>
                  <a:pt x="316" y="0"/>
                </a:lnTo>
                <a:lnTo>
                  <a:pt x="243" y="0"/>
                </a:lnTo>
                <a:lnTo>
                  <a:pt x="243" y="5"/>
                </a:lnTo>
                <a:cubicBezTo>
                  <a:pt x="261" y="6"/>
                  <a:pt x="268" y="8"/>
                  <a:pt x="268" y="30"/>
                </a:cubicBezTo>
                <a:lnTo>
                  <a:pt x="268" y="266"/>
                </a:lnTo>
                <a:lnTo>
                  <a:pt x="65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8"/>
          <p:cNvSpPr/>
          <p:nvPr/>
        </p:nvSpPr>
        <p:spPr>
          <a:xfrm>
            <a:off x="9263520" y="5171760"/>
            <a:ext cx="116640" cy="133560"/>
          </a:xfrm>
          <a:custGeom>
            <a:rect b="b" l="l" r="r" t="t"/>
            <a:pathLst>
              <a:path extrusionOk="0" h="371" w="324">
                <a:moveTo>
                  <a:pt x="90" y="237"/>
                </a:moveTo>
                <a:cubicBezTo>
                  <a:pt x="112" y="179"/>
                  <a:pt x="148" y="85"/>
                  <a:pt x="148" y="85"/>
                </a:cubicBezTo>
                <a:cubicBezTo>
                  <a:pt x="148" y="85"/>
                  <a:pt x="179" y="168"/>
                  <a:pt x="206" y="237"/>
                </a:cubicBezTo>
                <a:lnTo>
                  <a:pt x="90" y="237"/>
                </a:lnTo>
                <a:moveTo>
                  <a:pt x="164" y="0"/>
                </a:moveTo>
                <a:lnTo>
                  <a:pt x="158" y="0"/>
                </a:lnTo>
                <a:cubicBezTo>
                  <a:pt x="140" y="45"/>
                  <a:pt x="60" y="250"/>
                  <a:pt x="31" y="321"/>
                </a:cubicBezTo>
                <a:cubicBezTo>
                  <a:pt x="26" y="333"/>
                  <a:pt x="19" y="352"/>
                  <a:pt x="13" y="359"/>
                </a:cubicBezTo>
                <a:cubicBezTo>
                  <a:pt x="8" y="365"/>
                  <a:pt x="4" y="365"/>
                  <a:pt x="0" y="365"/>
                </a:cubicBezTo>
                <a:lnTo>
                  <a:pt x="0" y="370"/>
                </a:lnTo>
                <a:lnTo>
                  <a:pt x="65" y="370"/>
                </a:lnTo>
                <a:lnTo>
                  <a:pt x="65" y="365"/>
                </a:lnTo>
                <a:cubicBezTo>
                  <a:pt x="61" y="365"/>
                  <a:pt x="49" y="365"/>
                  <a:pt x="49" y="354"/>
                </a:cubicBezTo>
                <a:cubicBezTo>
                  <a:pt x="47" y="351"/>
                  <a:pt x="49" y="347"/>
                  <a:pt x="50" y="344"/>
                </a:cubicBezTo>
                <a:cubicBezTo>
                  <a:pt x="52" y="337"/>
                  <a:pt x="65" y="301"/>
                  <a:pt x="82" y="261"/>
                </a:cubicBezTo>
                <a:lnTo>
                  <a:pt x="214" y="261"/>
                </a:lnTo>
                <a:cubicBezTo>
                  <a:pt x="227" y="295"/>
                  <a:pt x="239" y="325"/>
                  <a:pt x="245" y="338"/>
                </a:cubicBezTo>
                <a:cubicBezTo>
                  <a:pt x="246" y="341"/>
                  <a:pt x="249" y="351"/>
                  <a:pt x="249" y="354"/>
                </a:cubicBezTo>
                <a:cubicBezTo>
                  <a:pt x="249" y="365"/>
                  <a:pt x="241" y="365"/>
                  <a:pt x="231" y="365"/>
                </a:cubicBezTo>
                <a:lnTo>
                  <a:pt x="231" y="370"/>
                </a:lnTo>
                <a:lnTo>
                  <a:pt x="323" y="370"/>
                </a:lnTo>
                <a:lnTo>
                  <a:pt x="323" y="365"/>
                </a:lnTo>
                <a:cubicBezTo>
                  <a:pt x="312" y="365"/>
                  <a:pt x="309" y="362"/>
                  <a:pt x="300" y="341"/>
                </a:cubicBezTo>
                <a:lnTo>
                  <a:pt x="16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8"/>
          <p:cNvSpPr/>
          <p:nvPr/>
        </p:nvSpPr>
        <p:spPr>
          <a:xfrm>
            <a:off x="8863560" y="5171760"/>
            <a:ext cx="136080" cy="133560"/>
          </a:xfrm>
          <a:custGeom>
            <a:rect b="b" l="l" r="r" t="t"/>
            <a:pathLst>
              <a:path extrusionOk="0" h="371" w="378">
                <a:moveTo>
                  <a:pt x="0" y="0"/>
                </a:moveTo>
                <a:lnTo>
                  <a:pt x="0" y="5"/>
                </a:lnTo>
                <a:cubicBezTo>
                  <a:pt x="12" y="6"/>
                  <a:pt x="18" y="7"/>
                  <a:pt x="21" y="11"/>
                </a:cubicBezTo>
                <a:cubicBezTo>
                  <a:pt x="23" y="13"/>
                  <a:pt x="23" y="14"/>
                  <a:pt x="24" y="17"/>
                </a:cubicBezTo>
                <a:cubicBezTo>
                  <a:pt x="24" y="19"/>
                  <a:pt x="25" y="20"/>
                  <a:pt x="25" y="23"/>
                </a:cubicBezTo>
                <a:cubicBezTo>
                  <a:pt x="25" y="25"/>
                  <a:pt x="25" y="27"/>
                  <a:pt x="25" y="30"/>
                </a:cubicBezTo>
                <a:lnTo>
                  <a:pt x="25" y="330"/>
                </a:lnTo>
                <a:cubicBezTo>
                  <a:pt x="25" y="360"/>
                  <a:pt x="20" y="364"/>
                  <a:pt x="0" y="365"/>
                </a:cubicBezTo>
                <a:lnTo>
                  <a:pt x="0" y="370"/>
                </a:lnTo>
                <a:lnTo>
                  <a:pt x="74" y="370"/>
                </a:lnTo>
                <a:lnTo>
                  <a:pt x="74" y="365"/>
                </a:lnTo>
                <a:cubicBezTo>
                  <a:pt x="55" y="364"/>
                  <a:pt x="50" y="360"/>
                  <a:pt x="50" y="330"/>
                </a:cubicBezTo>
                <a:lnTo>
                  <a:pt x="50" y="73"/>
                </a:lnTo>
                <a:cubicBezTo>
                  <a:pt x="50" y="69"/>
                  <a:pt x="49" y="59"/>
                  <a:pt x="49" y="59"/>
                </a:cubicBezTo>
                <a:lnTo>
                  <a:pt x="53" y="73"/>
                </a:lnTo>
                <a:lnTo>
                  <a:pt x="172" y="370"/>
                </a:lnTo>
                <a:lnTo>
                  <a:pt x="180" y="370"/>
                </a:lnTo>
                <a:lnTo>
                  <a:pt x="301" y="65"/>
                </a:lnTo>
                <a:lnTo>
                  <a:pt x="304" y="52"/>
                </a:lnTo>
                <a:cubicBezTo>
                  <a:pt x="304" y="52"/>
                  <a:pt x="303" y="59"/>
                  <a:pt x="303" y="64"/>
                </a:cubicBezTo>
                <a:lnTo>
                  <a:pt x="303" y="330"/>
                </a:lnTo>
                <a:cubicBezTo>
                  <a:pt x="303" y="360"/>
                  <a:pt x="298" y="364"/>
                  <a:pt x="279" y="365"/>
                </a:cubicBezTo>
                <a:lnTo>
                  <a:pt x="279" y="370"/>
                </a:lnTo>
                <a:lnTo>
                  <a:pt x="377" y="370"/>
                </a:lnTo>
                <a:lnTo>
                  <a:pt x="377" y="365"/>
                </a:lnTo>
                <a:cubicBezTo>
                  <a:pt x="357" y="364"/>
                  <a:pt x="353" y="360"/>
                  <a:pt x="353" y="330"/>
                </a:cubicBezTo>
                <a:lnTo>
                  <a:pt x="353" y="30"/>
                </a:lnTo>
                <a:cubicBezTo>
                  <a:pt x="353" y="8"/>
                  <a:pt x="357" y="6"/>
                  <a:pt x="377" y="5"/>
                </a:cubicBezTo>
                <a:lnTo>
                  <a:pt x="377" y="0"/>
                </a:lnTo>
                <a:lnTo>
                  <a:pt x="300" y="0"/>
                </a:lnTo>
                <a:lnTo>
                  <a:pt x="190" y="280"/>
                </a:lnTo>
                <a:lnTo>
                  <a:pt x="78" y="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8"/>
          <p:cNvSpPr/>
          <p:nvPr/>
        </p:nvSpPr>
        <p:spPr>
          <a:xfrm>
            <a:off x="9385200" y="5169960"/>
            <a:ext cx="75240" cy="137520"/>
          </a:xfrm>
          <a:custGeom>
            <a:rect b="b" l="l" r="r" t="t"/>
            <a:pathLst>
              <a:path extrusionOk="0" h="382" w="209">
                <a:moveTo>
                  <a:pt x="1" y="351"/>
                </a:moveTo>
                <a:cubicBezTo>
                  <a:pt x="24" y="365"/>
                  <a:pt x="58" y="381"/>
                  <a:pt x="95" y="381"/>
                </a:cubicBezTo>
                <a:cubicBezTo>
                  <a:pt x="96" y="381"/>
                  <a:pt x="96" y="381"/>
                  <a:pt x="97" y="381"/>
                </a:cubicBezTo>
                <a:cubicBezTo>
                  <a:pt x="152" y="381"/>
                  <a:pt x="208" y="338"/>
                  <a:pt x="208" y="270"/>
                </a:cubicBezTo>
                <a:cubicBezTo>
                  <a:pt x="208" y="197"/>
                  <a:pt x="161" y="180"/>
                  <a:pt x="111" y="154"/>
                </a:cubicBezTo>
                <a:cubicBezTo>
                  <a:pt x="63" y="128"/>
                  <a:pt x="43" y="115"/>
                  <a:pt x="43" y="79"/>
                </a:cubicBezTo>
                <a:cubicBezTo>
                  <a:pt x="43" y="56"/>
                  <a:pt x="56" y="23"/>
                  <a:pt x="99" y="23"/>
                </a:cubicBezTo>
                <a:cubicBezTo>
                  <a:pt x="112" y="23"/>
                  <a:pt x="125" y="26"/>
                  <a:pt x="136" y="32"/>
                </a:cubicBezTo>
                <a:cubicBezTo>
                  <a:pt x="171" y="52"/>
                  <a:pt x="173" y="82"/>
                  <a:pt x="177" y="101"/>
                </a:cubicBezTo>
                <a:lnTo>
                  <a:pt x="183" y="101"/>
                </a:lnTo>
                <a:lnTo>
                  <a:pt x="180" y="18"/>
                </a:lnTo>
                <a:cubicBezTo>
                  <a:pt x="158" y="8"/>
                  <a:pt x="139" y="4"/>
                  <a:pt x="126" y="1"/>
                </a:cubicBezTo>
                <a:cubicBezTo>
                  <a:pt x="119" y="1"/>
                  <a:pt x="111" y="0"/>
                  <a:pt x="106" y="0"/>
                </a:cubicBezTo>
                <a:cubicBezTo>
                  <a:pt x="58" y="0"/>
                  <a:pt x="1" y="31"/>
                  <a:pt x="1" y="96"/>
                </a:cubicBezTo>
                <a:cubicBezTo>
                  <a:pt x="1" y="142"/>
                  <a:pt x="26" y="170"/>
                  <a:pt x="75" y="196"/>
                </a:cubicBezTo>
                <a:cubicBezTo>
                  <a:pt x="123" y="223"/>
                  <a:pt x="162" y="234"/>
                  <a:pt x="162" y="286"/>
                </a:cubicBezTo>
                <a:cubicBezTo>
                  <a:pt x="162" y="312"/>
                  <a:pt x="148" y="358"/>
                  <a:pt x="91" y="358"/>
                </a:cubicBezTo>
                <a:cubicBezTo>
                  <a:pt x="69" y="358"/>
                  <a:pt x="53" y="350"/>
                  <a:pt x="39" y="338"/>
                </a:cubicBezTo>
                <a:cubicBezTo>
                  <a:pt x="7" y="305"/>
                  <a:pt x="7" y="279"/>
                  <a:pt x="4" y="269"/>
                </a:cubicBezTo>
                <a:lnTo>
                  <a:pt x="0" y="269"/>
                </a:lnTo>
                <a:lnTo>
                  <a:pt x="1" y="35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8"/>
          <p:cNvSpPr/>
          <p:nvPr/>
        </p:nvSpPr>
        <p:spPr>
          <a:xfrm>
            <a:off x="8583840" y="5170680"/>
            <a:ext cx="188280" cy="256320"/>
          </a:xfrm>
          <a:custGeom>
            <a:rect b="b" l="l" r="r" t="t"/>
            <a:pathLst>
              <a:path extrusionOk="0" h="712" w="523">
                <a:moveTo>
                  <a:pt x="2" y="284"/>
                </a:moveTo>
                <a:cubicBezTo>
                  <a:pt x="2" y="300"/>
                  <a:pt x="0" y="418"/>
                  <a:pt x="68" y="539"/>
                </a:cubicBezTo>
                <a:cubicBezTo>
                  <a:pt x="130" y="648"/>
                  <a:pt x="222" y="697"/>
                  <a:pt x="261" y="711"/>
                </a:cubicBezTo>
                <a:cubicBezTo>
                  <a:pt x="301" y="697"/>
                  <a:pt x="392" y="648"/>
                  <a:pt x="454" y="539"/>
                </a:cubicBezTo>
                <a:cubicBezTo>
                  <a:pt x="522" y="418"/>
                  <a:pt x="521" y="300"/>
                  <a:pt x="521" y="284"/>
                </a:cubicBezTo>
                <a:lnTo>
                  <a:pt x="521" y="1"/>
                </a:lnTo>
                <a:lnTo>
                  <a:pt x="2" y="0"/>
                </a:lnTo>
                <a:lnTo>
                  <a:pt x="2" y="28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8"/>
          <p:cNvSpPr/>
          <p:nvPr/>
        </p:nvSpPr>
        <p:spPr>
          <a:xfrm>
            <a:off x="8550720" y="5321520"/>
            <a:ext cx="254520" cy="145080"/>
          </a:xfrm>
          <a:custGeom>
            <a:rect b="b" l="l" r="r" t="t"/>
            <a:pathLst>
              <a:path extrusionOk="0" h="403" w="707">
                <a:moveTo>
                  <a:pt x="644" y="0"/>
                </a:moveTo>
                <a:lnTo>
                  <a:pt x="642" y="9"/>
                </a:lnTo>
                <a:cubicBezTo>
                  <a:pt x="638" y="20"/>
                  <a:pt x="634" y="31"/>
                  <a:pt x="631" y="41"/>
                </a:cubicBezTo>
                <a:lnTo>
                  <a:pt x="609" y="20"/>
                </a:lnTo>
                <a:lnTo>
                  <a:pt x="606" y="28"/>
                </a:lnTo>
                <a:cubicBezTo>
                  <a:pt x="594" y="66"/>
                  <a:pt x="579" y="102"/>
                  <a:pt x="560" y="135"/>
                </a:cubicBezTo>
                <a:cubicBezTo>
                  <a:pt x="510" y="218"/>
                  <a:pt x="441" y="280"/>
                  <a:pt x="360" y="311"/>
                </a:cubicBezTo>
                <a:cubicBezTo>
                  <a:pt x="360" y="311"/>
                  <a:pt x="355" y="313"/>
                  <a:pt x="352" y="314"/>
                </a:cubicBezTo>
                <a:cubicBezTo>
                  <a:pt x="349" y="313"/>
                  <a:pt x="344" y="311"/>
                  <a:pt x="344" y="311"/>
                </a:cubicBezTo>
                <a:cubicBezTo>
                  <a:pt x="263" y="279"/>
                  <a:pt x="195" y="218"/>
                  <a:pt x="146" y="135"/>
                </a:cubicBezTo>
                <a:cubicBezTo>
                  <a:pt x="128" y="102"/>
                  <a:pt x="111" y="66"/>
                  <a:pt x="99" y="28"/>
                </a:cubicBezTo>
                <a:lnTo>
                  <a:pt x="97" y="20"/>
                </a:lnTo>
                <a:lnTo>
                  <a:pt x="90" y="26"/>
                </a:lnTo>
                <a:lnTo>
                  <a:pt x="75" y="41"/>
                </a:lnTo>
                <a:cubicBezTo>
                  <a:pt x="72" y="31"/>
                  <a:pt x="68" y="20"/>
                  <a:pt x="65" y="9"/>
                </a:cubicBezTo>
                <a:lnTo>
                  <a:pt x="63" y="0"/>
                </a:lnTo>
                <a:lnTo>
                  <a:pt x="56" y="7"/>
                </a:lnTo>
                <a:lnTo>
                  <a:pt x="0" y="60"/>
                </a:lnTo>
                <a:lnTo>
                  <a:pt x="1" y="64"/>
                </a:lnTo>
                <a:cubicBezTo>
                  <a:pt x="14" y="110"/>
                  <a:pt x="36" y="158"/>
                  <a:pt x="52" y="190"/>
                </a:cubicBezTo>
                <a:lnTo>
                  <a:pt x="55" y="196"/>
                </a:lnTo>
                <a:lnTo>
                  <a:pt x="78" y="173"/>
                </a:lnTo>
                <a:cubicBezTo>
                  <a:pt x="79" y="175"/>
                  <a:pt x="80" y="177"/>
                  <a:pt x="82" y="179"/>
                </a:cubicBezTo>
                <a:cubicBezTo>
                  <a:pt x="139" y="277"/>
                  <a:pt x="220" y="350"/>
                  <a:pt x="319" y="388"/>
                </a:cubicBezTo>
                <a:lnTo>
                  <a:pt x="352" y="402"/>
                </a:lnTo>
                <a:lnTo>
                  <a:pt x="387" y="388"/>
                </a:lnTo>
                <a:cubicBezTo>
                  <a:pt x="484" y="350"/>
                  <a:pt x="567" y="277"/>
                  <a:pt x="624" y="179"/>
                </a:cubicBezTo>
                <a:cubicBezTo>
                  <a:pt x="625" y="177"/>
                  <a:pt x="626" y="175"/>
                  <a:pt x="627" y="173"/>
                </a:cubicBezTo>
                <a:lnTo>
                  <a:pt x="650" y="196"/>
                </a:lnTo>
                <a:lnTo>
                  <a:pt x="654" y="190"/>
                </a:lnTo>
                <a:cubicBezTo>
                  <a:pt x="669" y="158"/>
                  <a:pt x="691" y="110"/>
                  <a:pt x="704" y="64"/>
                </a:cubicBezTo>
                <a:lnTo>
                  <a:pt x="706" y="60"/>
                </a:lnTo>
                <a:lnTo>
                  <a:pt x="64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8"/>
          <p:cNvSpPr/>
          <p:nvPr/>
        </p:nvSpPr>
        <p:spPr>
          <a:xfrm>
            <a:off x="8750880" y="5214600"/>
            <a:ext cx="5040" cy="9360"/>
          </a:xfrm>
          <a:custGeom>
            <a:rect b="b" l="l" r="r" t="t"/>
            <a:pathLst>
              <a:path extrusionOk="0" h="26" w="14">
                <a:moveTo>
                  <a:pt x="13" y="4"/>
                </a:moveTo>
                <a:cubicBezTo>
                  <a:pt x="13" y="7"/>
                  <a:pt x="12" y="12"/>
                  <a:pt x="10" y="14"/>
                </a:cubicBezTo>
                <a:cubicBezTo>
                  <a:pt x="9" y="17"/>
                  <a:pt x="8" y="19"/>
                  <a:pt x="7" y="20"/>
                </a:cubicBezTo>
                <a:cubicBezTo>
                  <a:pt x="3" y="23"/>
                  <a:pt x="2" y="24"/>
                  <a:pt x="0" y="25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18"/>
                  <a:pt x="0" y="14"/>
                  <a:pt x="2" y="11"/>
                </a:cubicBezTo>
                <a:cubicBezTo>
                  <a:pt x="4" y="6"/>
                  <a:pt x="8" y="2"/>
                  <a:pt x="13" y="0"/>
                </a:cubicBezTo>
                <a:cubicBezTo>
                  <a:pt x="13" y="1"/>
                  <a:pt x="13" y="2"/>
                  <a:pt x="13" y="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8"/>
          <p:cNvSpPr/>
          <p:nvPr/>
        </p:nvSpPr>
        <p:spPr>
          <a:xfrm>
            <a:off x="8735760" y="5243040"/>
            <a:ext cx="9720" cy="4680"/>
          </a:xfrm>
          <a:custGeom>
            <a:rect b="b" l="l" r="r" t="t"/>
            <a:pathLst>
              <a:path extrusionOk="0" h="13" w="27">
                <a:moveTo>
                  <a:pt x="12" y="0"/>
                </a:moveTo>
                <a:cubicBezTo>
                  <a:pt x="17" y="0"/>
                  <a:pt x="21" y="1"/>
                  <a:pt x="26" y="2"/>
                </a:cubicBezTo>
                <a:cubicBezTo>
                  <a:pt x="23" y="6"/>
                  <a:pt x="18" y="11"/>
                  <a:pt x="13" y="11"/>
                </a:cubicBezTo>
                <a:cubicBezTo>
                  <a:pt x="9" y="12"/>
                  <a:pt x="4" y="11"/>
                  <a:pt x="0" y="8"/>
                </a:cubicBezTo>
                <a:cubicBezTo>
                  <a:pt x="3" y="4"/>
                  <a:pt x="8" y="1"/>
                  <a:pt x="1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8"/>
          <p:cNvSpPr/>
          <p:nvPr/>
        </p:nvSpPr>
        <p:spPr>
          <a:xfrm>
            <a:off x="8732160" y="5237640"/>
            <a:ext cx="5400" cy="9360"/>
          </a:xfrm>
          <a:custGeom>
            <a:rect b="b" l="l" r="r" t="t"/>
            <a:pathLst>
              <a:path extrusionOk="0" h="26" w="15">
                <a:moveTo>
                  <a:pt x="0" y="25"/>
                </a:moveTo>
                <a:cubicBezTo>
                  <a:pt x="0" y="23"/>
                  <a:pt x="0" y="23"/>
                  <a:pt x="0" y="23"/>
                </a:cubicBezTo>
                <a:cubicBezTo>
                  <a:pt x="0" y="18"/>
                  <a:pt x="1" y="13"/>
                  <a:pt x="3" y="9"/>
                </a:cubicBezTo>
                <a:cubicBezTo>
                  <a:pt x="6" y="6"/>
                  <a:pt x="9" y="2"/>
                  <a:pt x="14" y="0"/>
                </a:cubicBezTo>
                <a:lnTo>
                  <a:pt x="14" y="2"/>
                </a:lnTo>
                <a:cubicBezTo>
                  <a:pt x="14" y="7"/>
                  <a:pt x="13" y="11"/>
                  <a:pt x="10" y="14"/>
                </a:cubicBezTo>
                <a:cubicBezTo>
                  <a:pt x="8" y="19"/>
                  <a:pt x="4" y="21"/>
                  <a:pt x="0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8"/>
          <p:cNvSpPr/>
          <p:nvPr/>
        </p:nvSpPr>
        <p:spPr>
          <a:xfrm>
            <a:off x="8737560" y="5234040"/>
            <a:ext cx="3960" cy="9360"/>
          </a:xfrm>
          <a:custGeom>
            <a:rect b="b" l="l" r="r" t="t"/>
            <a:pathLst>
              <a:path extrusionOk="0" h="26" w="11">
                <a:moveTo>
                  <a:pt x="1" y="7"/>
                </a:moveTo>
                <a:cubicBezTo>
                  <a:pt x="4" y="5"/>
                  <a:pt x="7" y="2"/>
                  <a:pt x="9" y="0"/>
                </a:cubicBezTo>
                <a:cubicBezTo>
                  <a:pt x="10" y="2"/>
                  <a:pt x="10" y="4"/>
                  <a:pt x="10" y="6"/>
                </a:cubicBezTo>
                <a:cubicBezTo>
                  <a:pt x="10" y="8"/>
                  <a:pt x="10" y="11"/>
                  <a:pt x="9" y="14"/>
                </a:cubicBezTo>
                <a:cubicBezTo>
                  <a:pt x="8" y="18"/>
                  <a:pt x="7" y="20"/>
                  <a:pt x="3" y="24"/>
                </a:cubicBezTo>
                <a:cubicBezTo>
                  <a:pt x="1" y="24"/>
                  <a:pt x="1" y="24"/>
                  <a:pt x="0" y="25"/>
                </a:cubicBezTo>
                <a:cubicBezTo>
                  <a:pt x="0" y="24"/>
                  <a:pt x="0" y="24"/>
                  <a:pt x="0" y="24"/>
                </a:cubicBezTo>
                <a:cubicBezTo>
                  <a:pt x="1" y="19"/>
                  <a:pt x="3" y="14"/>
                  <a:pt x="1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8"/>
          <p:cNvSpPr/>
          <p:nvPr/>
        </p:nvSpPr>
        <p:spPr>
          <a:xfrm>
            <a:off x="8741520" y="5229000"/>
            <a:ext cx="3600" cy="10080"/>
          </a:xfrm>
          <a:custGeom>
            <a:rect b="b" l="l" r="r" t="t"/>
            <a:pathLst>
              <a:path extrusionOk="0" h="28" w="10">
                <a:moveTo>
                  <a:pt x="0" y="9"/>
                </a:moveTo>
                <a:cubicBezTo>
                  <a:pt x="1" y="6"/>
                  <a:pt x="2" y="4"/>
                  <a:pt x="4" y="0"/>
                </a:cubicBezTo>
                <a:cubicBezTo>
                  <a:pt x="8" y="5"/>
                  <a:pt x="9" y="8"/>
                  <a:pt x="9" y="12"/>
                </a:cubicBezTo>
                <a:cubicBezTo>
                  <a:pt x="9" y="13"/>
                  <a:pt x="9" y="13"/>
                  <a:pt x="9" y="14"/>
                </a:cubicBezTo>
                <a:cubicBezTo>
                  <a:pt x="9" y="18"/>
                  <a:pt x="8" y="20"/>
                  <a:pt x="4" y="24"/>
                </a:cubicBezTo>
                <a:cubicBezTo>
                  <a:pt x="4" y="24"/>
                  <a:pt x="3" y="26"/>
                  <a:pt x="2" y="27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0"/>
                  <a:pt x="2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8"/>
          <p:cNvSpPr/>
          <p:nvPr/>
        </p:nvSpPr>
        <p:spPr>
          <a:xfrm>
            <a:off x="8744040" y="5223600"/>
            <a:ext cx="3960" cy="9720"/>
          </a:xfrm>
          <a:custGeom>
            <a:rect b="b" l="l" r="r" t="t"/>
            <a:pathLst>
              <a:path extrusionOk="0" h="27" w="11">
                <a:moveTo>
                  <a:pt x="0" y="9"/>
                </a:moveTo>
                <a:cubicBezTo>
                  <a:pt x="1" y="6"/>
                  <a:pt x="1" y="4"/>
                  <a:pt x="2" y="0"/>
                </a:cubicBezTo>
                <a:cubicBezTo>
                  <a:pt x="6" y="4"/>
                  <a:pt x="9" y="7"/>
                  <a:pt x="10" y="12"/>
                </a:cubicBezTo>
                <a:cubicBezTo>
                  <a:pt x="10" y="13"/>
                  <a:pt x="10" y="15"/>
                  <a:pt x="10" y="17"/>
                </a:cubicBezTo>
                <a:cubicBezTo>
                  <a:pt x="10" y="19"/>
                  <a:pt x="10" y="21"/>
                  <a:pt x="9" y="24"/>
                </a:cubicBezTo>
                <a:cubicBezTo>
                  <a:pt x="8" y="24"/>
                  <a:pt x="8" y="25"/>
                  <a:pt x="6" y="26"/>
                </a:cubicBezTo>
                <a:lnTo>
                  <a:pt x="4" y="25"/>
                </a:lnTo>
                <a:cubicBezTo>
                  <a:pt x="4" y="20"/>
                  <a:pt x="3" y="15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8"/>
          <p:cNvSpPr/>
          <p:nvPr/>
        </p:nvSpPr>
        <p:spPr>
          <a:xfrm>
            <a:off x="8745120" y="5218200"/>
            <a:ext cx="4680" cy="9360"/>
          </a:xfrm>
          <a:custGeom>
            <a:rect b="b" l="l" r="r" t="t"/>
            <a:pathLst>
              <a:path extrusionOk="0" h="26" w="13">
                <a:moveTo>
                  <a:pt x="0" y="9"/>
                </a:moveTo>
                <a:cubicBezTo>
                  <a:pt x="0" y="8"/>
                  <a:pt x="0" y="7"/>
                  <a:pt x="0" y="5"/>
                </a:cubicBezTo>
                <a:cubicBezTo>
                  <a:pt x="0" y="4"/>
                  <a:pt x="0" y="1"/>
                  <a:pt x="1" y="0"/>
                </a:cubicBezTo>
                <a:cubicBezTo>
                  <a:pt x="4" y="2"/>
                  <a:pt x="8" y="6"/>
                  <a:pt x="9" y="9"/>
                </a:cubicBezTo>
                <a:cubicBezTo>
                  <a:pt x="11" y="14"/>
                  <a:pt x="12" y="18"/>
                  <a:pt x="12" y="20"/>
                </a:cubicBezTo>
                <a:lnTo>
                  <a:pt x="12" y="21"/>
                </a:lnTo>
                <a:cubicBezTo>
                  <a:pt x="11" y="23"/>
                  <a:pt x="11" y="24"/>
                  <a:pt x="9" y="25"/>
                </a:cubicBezTo>
                <a:lnTo>
                  <a:pt x="9" y="24"/>
                </a:lnTo>
                <a:cubicBezTo>
                  <a:pt x="7" y="19"/>
                  <a:pt x="4" y="14"/>
                  <a:pt x="0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8"/>
          <p:cNvSpPr/>
          <p:nvPr/>
        </p:nvSpPr>
        <p:spPr>
          <a:xfrm>
            <a:off x="874476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11"/>
                </a:moveTo>
                <a:cubicBezTo>
                  <a:pt x="0" y="7"/>
                  <a:pt x="0" y="5"/>
                  <a:pt x="0" y="0"/>
                </a:cubicBezTo>
                <a:cubicBezTo>
                  <a:pt x="6" y="2"/>
                  <a:pt x="9" y="5"/>
                  <a:pt x="11" y="8"/>
                </a:cubicBezTo>
                <a:cubicBezTo>
                  <a:pt x="13" y="12"/>
                  <a:pt x="14" y="15"/>
                  <a:pt x="15" y="19"/>
                </a:cubicBezTo>
                <a:cubicBezTo>
                  <a:pt x="14" y="19"/>
                  <a:pt x="14" y="21"/>
                  <a:pt x="14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1" y="18"/>
                  <a:pt x="7" y="13"/>
                  <a:pt x="3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8"/>
          <p:cNvSpPr/>
          <p:nvPr/>
        </p:nvSpPr>
        <p:spPr>
          <a:xfrm>
            <a:off x="8742960" y="5207040"/>
            <a:ext cx="7200" cy="7200"/>
          </a:xfrm>
          <a:custGeom>
            <a:rect b="b" l="l" r="r" t="t"/>
            <a:pathLst>
              <a:path extrusionOk="0" h="20" w="20">
                <a:moveTo>
                  <a:pt x="1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4" y="15"/>
                  <a:pt x="9" y="12"/>
                  <a:pt x="4" y="11"/>
                </a:cubicBezTo>
                <a:cubicBezTo>
                  <a:pt x="2" y="8"/>
                  <a:pt x="1" y="4"/>
                  <a:pt x="0" y="0"/>
                </a:cubicBezTo>
                <a:cubicBezTo>
                  <a:pt x="4" y="1"/>
                  <a:pt x="9" y="2"/>
                  <a:pt x="12" y="7"/>
                </a:cubicBezTo>
                <a:cubicBezTo>
                  <a:pt x="15" y="9"/>
                  <a:pt x="18" y="12"/>
                  <a:pt x="19" y="15"/>
                </a:cubicBezTo>
                <a:cubicBezTo>
                  <a:pt x="19" y="17"/>
                  <a:pt x="19" y="18"/>
                  <a:pt x="19" y="1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8"/>
          <p:cNvSpPr/>
          <p:nvPr/>
        </p:nvSpPr>
        <p:spPr>
          <a:xfrm>
            <a:off x="8739720" y="5202360"/>
            <a:ext cx="8280" cy="5400"/>
          </a:xfrm>
          <a:custGeom>
            <a:rect b="b" l="l" r="r" t="t"/>
            <a:pathLst>
              <a:path extrusionOk="0" h="15" w="23">
                <a:moveTo>
                  <a:pt x="21" y="14"/>
                </a:moveTo>
                <a:cubicBezTo>
                  <a:pt x="17" y="12"/>
                  <a:pt x="12" y="11"/>
                  <a:pt x="7" y="11"/>
                </a:cubicBezTo>
                <a:cubicBezTo>
                  <a:pt x="4" y="7"/>
                  <a:pt x="2" y="5"/>
                  <a:pt x="0" y="0"/>
                </a:cubicBezTo>
                <a:cubicBezTo>
                  <a:pt x="6" y="0"/>
                  <a:pt x="10" y="1"/>
                  <a:pt x="13" y="4"/>
                </a:cubicBezTo>
                <a:cubicBezTo>
                  <a:pt x="17" y="6"/>
                  <a:pt x="19" y="8"/>
                  <a:pt x="21" y="11"/>
                </a:cubicBezTo>
                <a:cubicBezTo>
                  <a:pt x="21" y="12"/>
                  <a:pt x="22" y="13"/>
                  <a:pt x="22" y="14"/>
                </a:cubicBezTo>
                <a:lnTo>
                  <a:pt x="21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8"/>
          <p:cNvSpPr/>
          <p:nvPr/>
        </p:nvSpPr>
        <p:spPr>
          <a:xfrm>
            <a:off x="8741160" y="5237640"/>
            <a:ext cx="9000" cy="5400"/>
          </a:xfrm>
          <a:custGeom>
            <a:rect b="b" l="l" r="r" t="t"/>
            <a:pathLst>
              <a:path extrusionOk="0" h="15" w="25">
                <a:moveTo>
                  <a:pt x="8" y="14"/>
                </a:moveTo>
                <a:cubicBezTo>
                  <a:pt x="6" y="13"/>
                  <a:pt x="2" y="13"/>
                  <a:pt x="0" y="13"/>
                </a:cubicBezTo>
                <a:cubicBezTo>
                  <a:pt x="2" y="7"/>
                  <a:pt x="6" y="3"/>
                  <a:pt x="10" y="2"/>
                </a:cubicBezTo>
                <a:cubicBezTo>
                  <a:pt x="15" y="0"/>
                  <a:pt x="20" y="0"/>
                  <a:pt x="24" y="1"/>
                </a:cubicBezTo>
                <a:cubicBezTo>
                  <a:pt x="22" y="6"/>
                  <a:pt x="19" y="10"/>
                  <a:pt x="13" y="11"/>
                </a:cubicBezTo>
                <a:cubicBezTo>
                  <a:pt x="11" y="13"/>
                  <a:pt x="9" y="13"/>
                  <a:pt x="8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8"/>
          <p:cNvSpPr/>
          <p:nvPr/>
        </p:nvSpPr>
        <p:spPr>
          <a:xfrm>
            <a:off x="8745480" y="5230440"/>
            <a:ext cx="8280" cy="6480"/>
          </a:xfrm>
          <a:custGeom>
            <a:rect b="b" l="l" r="r" t="t"/>
            <a:pathLst>
              <a:path extrusionOk="0" h="18" w="23">
                <a:moveTo>
                  <a:pt x="8" y="17"/>
                </a:moveTo>
                <a:cubicBezTo>
                  <a:pt x="6" y="17"/>
                  <a:pt x="2" y="17"/>
                  <a:pt x="0" y="17"/>
                </a:cubicBezTo>
                <a:cubicBezTo>
                  <a:pt x="2" y="13"/>
                  <a:pt x="4" y="8"/>
                  <a:pt x="8" y="6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6"/>
                  <a:pt x="19" y="11"/>
                  <a:pt x="14" y="13"/>
                </a:cubicBezTo>
                <a:cubicBezTo>
                  <a:pt x="11" y="15"/>
                  <a:pt x="10" y="15"/>
                  <a:pt x="8" y="1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8"/>
          <p:cNvSpPr/>
          <p:nvPr/>
        </p:nvSpPr>
        <p:spPr>
          <a:xfrm>
            <a:off x="8749080" y="5222880"/>
            <a:ext cx="6480" cy="7920"/>
          </a:xfrm>
          <a:custGeom>
            <a:rect b="b" l="l" r="r" t="t"/>
            <a:pathLst>
              <a:path extrusionOk="0" h="22" w="18">
                <a:moveTo>
                  <a:pt x="12" y="15"/>
                </a:moveTo>
                <a:cubicBezTo>
                  <a:pt x="10" y="17"/>
                  <a:pt x="8" y="18"/>
                  <a:pt x="7" y="19"/>
                </a:cubicBezTo>
                <a:cubicBezTo>
                  <a:pt x="3" y="20"/>
                  <a:pt x="1" y="20"/>
                  <a:pt x="0" y="21"/>
                </a:cubicBezTo>
                <a:cubicBezTo>
                  <a:pt x="0" y="17"/>
                  <a:pt x="1" y="12"/>
                  <a:pt x="4" y="7"/>
                </a:cubicBezTo>
                <a:cubicBezTo>
                  <a:pt x="8" y="4"/>
                  <a:pt x="12" y="1"/>
                  <a:pt x="17" y="0"/>
                </a:cubicBezTo>
                <a:cubicBezTo>
                  <a:pt x="17" y="5"/>
                  <a:pt x="15" y="9"/>
                  <a:pt x="12" y="1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8"/>
          <p:cNvSpPr/>
          <p:nvPr/>
        </p:nvSpPr>
        <p:spPr>
          <a:xfrm>
            <a:off x="8750520" y="5207040"/>
            <a:ext cx="4320" cy="10080"/>
          </a:xfrm>
          <a:custGeom>
            <a:rect b="b" l="l" r="r" t="t"/>
            <a:pathLst>
              <a:path extrusionOk="0" h="28" w="12">
                <a:moveTo>
                  <a:pt x="11" y="9"/>
                </a:moveTo>
                <a:cubicBezTo>
                  <a:pt x="11" y="12"/>
                  <a:pt x="11" y="13"/>
                  <a:pt x="11" y="15"/>
                </a:cubicBezTo>
                <a:cubicBezTo>
                  <a:pt x="10" y="18"/>
                  <a:pt x="9" y="20"/>
                  <a:pt x="8" y="21"/>
                </a:cubicBezTo>
                <a:cubicBezTo>
                  <a:pt x="4" y="24"/>
                  <a:pt x="3" y="25"/>
                  <a:pt x="2" y="27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17"/>
                  <a:pt x="1" y="15"/>
                  <a:pt x="1" y="13"/>
                </a:cubicBezTo>
                <a:cubicBezTo>
                  <a:pt x="2" y="8"/>
                  <a:pt x="4" y="5"/>
                  <a:pt x="10" y="0"/>
                </a:cubicBezTo>
                <a:cubicBezTo>
                  <a:pt x="11" y="2"/>
                  <a:pt x="11" y="7"/>
                  <a:pt x="11" y="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8"/>
          <p:cNvSpPr/>
          <p:nvPr/>
        </p:nvSpPr>
        <p:spPr>
          <a:xfrm>
            <a:off x="8748360" y="5199840"/>
            <a:ext cx="3960" cy="10440"/>
          </a:xfrm>
          <a:custGeom>
            <a:rect b="b" l="l" r="r" t="t"/>
            <a:pathLst>
              <a:path extrusionOk="0" h="29" w="11">
                <a:moveTo>
                  <a:pt x="0" y="13"/>
                </a:moveTo>
                <a:cubicBezTo>
                  <a:pt x="0" y="9"/>
                  <a:pt x="2" y="4"/>
                  <a:pt x="4" y="0"/>
                </a:cubicBezTo>
                <a:cubicBezTo>
                  <a:pt x="7" y="4"/>
                  <a:pt x="10" y="8"/>
                  <a:pt x="10" y="13"/>
                </a:cubicBezTo>
                <a:cubicBezTo>
                  <a:pt x="10" y="17"/>
                  <a:pt x="10" y="18"/>
                  <a:pt x="9" y="20"/>
                </a:cubicBezTo>
                <a:cubicBezTo>
                  <a:pt x="7" y="23"/>
                  <a:pt x="4" y="26"/>
                  <a:pt x="3" y="28"/>
                </a:cubicBezTo>
                <a:cubicBezTo>
                  <a:pt x="1" y="23"/>
                  <a:pt x="0" y="18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8"/>
          <p:cNvSpPr/>
          <p:nvPr/>
        </p:nvSpPr>
        <p:spPr>
          <a:xfrm>
            <a:off x="8744400" y="5193360"/>
            <a:ext cx="4680" cy="10440"/>
          </a:xfrm>
          <a:custGeom>
            <a:rect b="b" l="l" r="r" t="t"/>
            <a:pathLst>
              <a:path extrusionOk="0" h="29" w="13">
                <a:moveTo>
                  <a:pt x="3" y="0"/>
                </a:moveTo>
                <a:cubicBezTo>
                  <a:pt x="7" y="4"/>
                  <a:pt x="9" y="8"/>
                  <a:pt x="10" y="13"/>
                </a:cubicBezTo>
                <a:cubicBezTo>
                  <a:pt x="12" y="14"/>
                  <a:pt x="12" y="18"/>
                  <a:pt x="12" y="19"/>
                </a:cubicBezTo>
                <a:lnTo>
                  <a:pt x="12" y="20"/>
                </a:lnTo>
                <a:cubicBezTo>
                  <a:pt x="10" y="23"/>
                  <a:pt x="9" y="25"/>
                  <a:pt x="8" y="28"/>
                </a:cubicBezTo>
                <a:cubicBezTo>
                  <a:pt x="4" y="25"/>
                  <a:pt x="2" y="21"/>
                  <a:pt x="0" y="17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2" y="4"/>
                  <a:pt x="3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8"/>
          <p:cNvSpPr/>
          <p:nvPr/>
        </p:nvSpPr>
        <p:spPr>
          <a:xfrm>
            <a:off x="8735760" y="5198400"/>
            <a:ext cx="9000" cy="3960"/>
          </a:xfrm>
          <a:custGeom>
            <a:rect b="b" l="l" r="r" t="t"/>
            <a:pathLst>
              <a:path extrusionOk="0" h="11" w="25">
                <a:moveTo>
                  <a:pt x="24" y="10"/>
                </a:moveTo>
                <a:cubicBezTo>
                  <a:pt x="19" y="8"/>
                  <a:pt x="14" y="8"/>
                  <a:pt x="9" y="9"/>
                </a:cubicBezTo>
                <a:cubicBezTo>
                  <a:pt x="6" y="8"/>
                  <a:pt x="2" y="5"/>
                  <a:pt x="0" y="3"/>
                </a:cubicBezTo>
                <a:cubicBezTo>
                  <a:pt x="4" y="0"/>
                  <a:pt x="11" y="0"/>
                  <a:pt x="14" y="1"/>
                </a:cubicBezTo>
                <a:cubicBezTo>
                  <a:pt x="18" y="3"/>
                  <a:pt x="21" y="4"/>
                  <a:pt x="23" y="7"/>
                </a:cubicBezTo>
                <a:cubicBezTo>
                  <a:pt x="23" y="8"/>
                  <a:pt x="24" y="9"/>
                  <a:pt x="24" y="1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8"/>
          <p:cNvSpPr/>
          <p:nvPr/>
        </p:nvSpPr>
        <p:spPr>
          <a:xfrm>
            <a:off x="8739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0"/>
                </a:moveTo>
                <a:cubicBezTo>
                  <a:pt x="4" y="2"/>
                  <a:pt x="9" y="6"/>
                  <a:pt x="11" y="11"/>
                </a:cubicBezTo>
                <a:cubicBezTo>
                  <a:pt x="12" y="12"/>
                  <a:pt x="13" y="14"/>
                  <a:pt x="13" y="17"/>
                </a:cubicBezTo>
                <a:cubicBezTo>
                  <a:pt x="13" y="19"/>
                  <a:pt x="13" y="21"/>
                  <a:pt x="13" y="26"/>
                </a:cubicBezTo>
                <a:cubicBezTo>
                  <a:pt x="9" y="21"/>
                  <a:pt x="4" y="19"/>
                  <a:pt x="2" y="14"/>
                </a:cubicBezTo>
                <a:cubicBezTo>
                  <a:pt x="1" y="11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8"/>
          <p:cNvSpPr/>
          <p:nvPr/>
        </p:nvSpPr>
        <p:spPr>
          <a:xfrm>
            <a:off x="8732520" y="5190480"/>
            <a:ext cx="7920" cy="6840"/>
          </a:xfrm>
          <a:custGeom>
            <a:rect b="b" l="l" r="r" t="t"/>
            <a:pathLst>
              <a:path extrusionOk="0" h="19" w="22">
                <a:moveTo>
                  <a:pt x="14" y="5"/>
                </a:moveTo>
                <a:cubicBezTo>
                  <a:pt x="14" y="6"/>
                  <a:pt x="15" y="6"/>
                  <a:pt x="15" y="6"/>
                </a:cubicBezTo>
                <a:cubicBezTo>
                  <a:pt x="17" y="9"/>
                  <a:pt x="17" y="11"/>
                  <a:pt x="18" y="13"/>
                </a:cubicBezTo>
                <a:cubicBezTo>
                  <a:pt x="19" y="14"/>
                  <a:pt x="20" y="17"/>
                  <a:pt x="21" y="18"/>
                </a:cubicBezTo>
                <a:cubicBezTo>
                  <a:pt x="17" y="18"/>
                  <a:pt x="12" y="17"/>
                  <a:pt x="9" y="14"/>
                </a:cubicBezTo>
                <a:cubicBezTo>
                  <a:pt x="6" y="11"/>
                  <a:pt x="3" y="6"/>
                  <a:pt x="0" y="0"/>
                </a:cubicBezTo>
                <a:cubicBezTo>
                  <a:pt x="6" y="0"/>
                  <a:pt x="10" y="2"/>
                  <a:pt x="14" y="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8"/>
          <p:cNvSpPr/>
          <p:nvPr/>
        </p:nvSpPr>
        <p:spPr>
          <a:xfrm>
            <a:off x="8712720" y="5182560"/>
            <a:ext cx="21960" cy="72000"/>
          </a:xfrm>
          <a:custGeom>
            <a:rect b="b" l="l" r="r" t="t"/>
            <a:pathLst>
              <a:path extrusionOk="0" h="200" w="61">
                <a:moveTo>
                  <a:pt x="7" y="133"/>
                </a:moveTo>
                <a:cubicBezTo>
                  <a:pt x="9" y="133"/>
                  <a:pt x="11" y="135"/>
                  <a:pt x="11" y="138"/>
                </a:cubicBezTo>
                <a:cubicBezTo>
                  <a:pt x="11" y="139"/>
                  <a:pt x="11" y="140"/>
                  <a:pt x="11" y="140"/>
                </a:cubicBezTo>
                <a:cubicBezTo>
                  <a:pt x="10" y="141"/>
                  <a:pt x="10" y="142"/>
                  <a:pt x="12" y="142"/>
                </a:cubicBezTo>
                <a:lnTo>
                  <a:pt x="20" y="142"/>
                </a:lnTo>
                <a:lnTo>
                  <a:pt x="20" y="47"/>
                </a:lnTo>
                <a:cubicBezTo>
                  <a:pt x="20" y="34"/>
                  <a:pt x="21" y="20"/>
                  <a:pt x="29" y="5"/>
                </a:cubicBezTo>
                <a:lnTo>
                  <a:pt x="30" y="0"/>
                </a:lnTo>
                <a:lnTo>
                  <a:pt x="32" y="5"/>
                </a:lnTo>
                <a:cubicBezTo>
                  <a:pt x="39" y="20"/>
                  <a:pt x="40" y="34"/>
                  <a:pt x="40" y="47"/>
                </a:cubicBezTo>
                <a:lnTo>
                  <a:pt x="40" y="142"/>
                </a:lnTo>
                <a:lnTo>
                  <a:pt x="46" y="142"/>
                </a:lnTo>
                <a:cubicBezTo>
                  <a:pt x="49" y="142"/>
                  <a:pt x="49" y="141"/>
                  <a:pt x="47" y="140"/>
                </a:cubicBezTo>
                <a:cubicBezTo>
                  <a:pt x="47" y="140"/>
                  <a:pt x="47" y="139"/>
                  <a:pt x="47" y="138"/>
                </a:cubicBezTo>
                <a:cubicBezTo>
                  <a:pt x="47" y="135"/>
                  <a:pt x="50" y="133"/>
                  <a:pt x="53" y="133"/>
                </a:cubicBezTo>
                <a:cubicBezTo>
                  <a:pt x="55" y="133"/>
                  <a:pt x="57" y="135"/>
                  <a:pt x="57" y="138"/>
                </a:cubicBezTo>
                <a:cubicBezTo>
                  <a:pt x="57" y="142"/>
                  <a:pt x="55" y="146"/>
                  <a:pt x="49" y="146"/>
                </a:cubicBezTo>
                <a:lnTo>
                  <a:pt x="36" y="146"/>
                </a:lnTo>
                <a:cubicBezTo>
                  <a:pt x="39" y="151"/>
                  <a:pt x="40" y="156"/>
                  <a:pt x="40" y="164"/>
                </a:cubicBezTo>
                <a:cubicBezTo>
                  <a:pt x="40" y="174"/>
                  <a:pt x="37" y="181"/>
                  <a:pt x="36" y="186"/>
                </a:cubicBezTo>
                <a:cubicBezTo>
                  <a:pt x="44" y="185"/>
                  <a:pt x="51" y="183"/>
                  <a:pt x="57" y="179"/>
                </a:cubicBezTo>
                <a:lnTo>
                  <a:pt x="60" y="183"/>
                </a:lnTo>
                <a:lnTo>
                  <a:pt x="58" y="183"/>
                </a:lnTo>
                <a:cubicBezTo>
                  <a:pt x="53" y="186"/>
                  <a:pt x="47" y="187"/>
                  <a:pt x="41" y="190"/>
                </a:cubicBezTo>
                <a:cubicBezTo>
                  <a:pt x="41" y="190"/>
                  <a:pt x="36" y="190"/>
                  <a:pt x="33" y="191"/>
                </a:cubicBezTo>
                <a:cubicBezTo>
                  <a:pt x="34" y="192"/>
                  <a:pt x="34" y="193"/>
                  <a:pt x="34" y="194"/>
                </a:cubicBezTo>
                <a:cubicBezTo>
                  <a:pt x="34" y="197"/>
                  <a:pt x="32" y="199"/>
                  <a:pt x="30" y="199"/>
                </a:cubicBezTo>
                <a:cubicBezTo>
                  <a:pt x="28" y="199"/>
                  <a:pt x="25" y="197"/>
                  <a:pt x="25" y="194"/>
                </a:cubicBezTo>
                <a:cubicBezTo>
                  <a:pt x="25" y="193"/>
                  <a:pt x="25" y="192"/>
                  <a:pt x="26" y="191"/>
                </a:cubicBezTo>
                <a:cubicBezTo>
                  <a:pt x="23" y="190"/>
                  <a:pt x="18" y="190"/>
                  <a:pt x="18" y="190"/>
                </a:cubicBezTo>
                <a:cubicBezTo>
                  <a:pt x="11" y="187"/>
                  <a:pt x="6" y="186"/>
                  <a:pt x="0" y="183"/>
                </a:cubicBezTo>
                <a:lnTo>
                  <a:pt x="1" y="179"/>
                </a:lnTo>
                <a:lnTo>
                  <a:pt x="2" y="179"/>
                </a:lnTo>
                <a:cubicBezTo>
                  <a:pt x="8" y="183"/>
                  <a:pt x="14" y="185"/>
                  <a:pt x="24" y="186"/>
                </a:cubicBezTo>
                <a:cubicBezTo>
                  <a:pt x="22" y="181"/>
                  <a:pt x="20" y="174"/>
                  <a:pt x="20" y="164"/>
                </a:cubicBezTo>
                <a:cubicBezTo>
                  <a:pt x="20" y="156"/>
                  <a:pt x="21" y="151"/>
                  <a:pt x="23" y="146"/>
                </a:cubicBezTo>
                <a:lnTo>
                  <a:pt x="10" y="146"/>
                </a:lnTo>
                <a:cubicBezTo>
                  <a:pt x="4" y="146"/>
                  <a:pt x="1" y="142"/>
                  <a:pt x="1" y="138"/>
                </a:cubicBezTo>
                <a:cubicBezTo>
                  <a:pt x="1" y="135"/>
                  <a:pt x="3" y="133"/>
                  <a:pt x="7" y="13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8"/>
          <p:cNvSpPr/>
          <p:nvPr/>
        </p:nvSpPr>
        <p:spPr>
          <a:xfrm>
            <a:off x="8705160" y="5233680"/>
            <a:ext cx="4320" cy="9720"/>
          </a:xfrm>
          <a:custGeom>
            <a:rect b="b" l="l" r="r" t="t"/>
            <a:pathLst>
              <a:path extrusionOk="0" h="27" w="12">
                <a:moveTo>
                  <a:pt x="11" y="25"/>
                </a:moveTo>
                <a:lnTo>
                  <a:pt x="11" y="26"/>
                </a:lnTo>
                <a:cubicBezTo>
                  <a:pt x="10" y="25"/>
                  <a:pt x="9" y="25"/>
                  <a:pt x="8" y="25"/>
                </a:cubicBezTo>
                <a:cubicBezTo>
                  <a:pt x="6" y="21"/>
                  <a:pt x="2" y="19"/>
                  <a:pt x="1" y="14"/>
                </a:cubicBezTo>
                <a:cubicBezTo>
                  <a:pt x="1" y="12"/>
                  <a:pt x="0" y="9"/>
                  <a:pt x="0" y="7"/>
                </a:cubicBezTo>
                <a:cubicBezTo>
                  <a:pt x="0" y="5"/>
                  <a:pt x="1" y="4"/>
                  <a:pt x="2" y="0"/>
                </a:cubicBezTo>
                <a:cubicBezTo>
                  <a:pt x="6" y="4"/>
                  <a:pt x="8" y="6"/>
                  <a:pt x="9" y="8"/>
                </a:cubicBezTo>
                <a:cubicBezTo>
                  <a:pt x="8" y="14"/>
                  <a:pt x="9" y="20"/>
                  <a:pt x="11" y="25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8"/>
          <p:cNvSpPr/>
          <p:nvPr/>
        </p:nvSpPr>
        <p:spPr>
          <a:xfrm>
            <a:off x="8698680" y="5202360"/>
            <a:ext cx="8280" cy="5400"/>
          </a:xfrm>
          <a:custGeom>
            <a:rect b="b" l="l" r="r" t="t"/>
            <a:pathLst>
              <a:path extrusionOk="0" h="15" w="23">
                <a:moveTo>
                  <a:pt x="17" y="11"/>
                </a:moveTo>
                <a:cubicBezTo>
                  <a:pt x="10" y="11"/>
                  <a:pt x="6" y="12"/>
                  <a:pt x="1" y="14"/>
                </a:cubicBezTo>
                <a:lnTo>
                  <a:pt x="0" y="14"/>
                </a:lnTo>
                <a:cubicBezTo>
                  <a:pt x="1" y="13"/>
                  <a:pt x="1" y="12"/>
                  <a:pt x="1" y="11"/>
                </a:cubicBezTo>
                <a:cubicBezTo>
                  <a:pt x="3" y="8"/>
                  <a:pt x="6" y="6"/>
                  <a:pt x="8" y="4"/>
                </a:cubicBezTo>
                <a:cubicBezTo>
                  <a:pt x="12" y="1"/>
                  <a:pt x="18" y="0"/>
                  <a:pt x="22" y="0"/>
                </a:cubicBezTo>
                <a:cubicBezTo>
                  <a:pt x="21" y="5"/>
                  <a:pt x="19" y="7"/>
                  <a:pt x="17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8"/>
          <p:cNvSpPr/>
          <p:nvPr/>
        </p:nvSpPr>
        <p:spPr>
          <a:xfrm>
            <a:off x="8701560" y="5229000"/>
            <a:ext cx="4320" cy="10080"/>
          </a:xfrm>
          <a:custGeom>
            <a:rect b="b" l="l" r="r" t="t"/>
            <a:pathLst>
              <a:path extrusionOk="0" h="28" w="12">
                <a:moveTo>
                  <a:pt x="8" y="26"/>
                </a:moveTo>
                <a:lnTo>
                  <a:pt x="8" y="27"/>
                </a:lnTo>
                <a:cubicBezTo>
                  <a:pt x="7" y="26"/>
                  <a:pt x="6" y="24"/>
                  <a:pt x="4" y="24"/>
                </a:cubicBezTo>
                <a:cubicBezTo>
                  <a:pt x="3" y="20"/>
                  <a:pt x="2" y="18"/>
                  <a:pt x="0" y="14"/>
                </a:cubicBezTo>
                <a:cubicBezTo>
                  <a:pt x="0" y="13"/>
                  <a:pt x="0" y="13"/>
                  <a:pt x="0" y="12"/>
                </a:cubicBezTo>
                <a:cubicBezTo>
                  <a:pt x="0" y="8"/>
                  <a:pt x="3" y="5"/>
                  <a:pt x="4" y="0"/>
                </a:cubicBezTo>
                <a:cubicBezTo>
                  <a:pt x="7" y="4"/>
                  <a:pt x="9" y="6"/>
                  <a:pt x="11" y="9"/>
                </a:cubicBezTo>
                <a:cubicBezTo>
                  <a:pt x="8" y="14"/>
                  <a:pt x="7" y="20"/>
                  <a:pt x="8" y="2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8"/>
          <p:cNvSpPr/>
          <p:nvPr/>
        </p:nvSpPr>
        <p:spPr>
          <a:xfrm>
            <a:off x="8698680" y="5223600"/>
            <a:ext cx="4320" cy="9720"/>
          </a:xfrm>
          <a:custGeom>
            <a:rect b="b" l="l" r="r" t="t"/>
            <a:pathLst>
              <a:path extrusionOk="0" h="27" w="12">
                <a:moveTo>
                  <a:pt x="0" y="12"/>
                </a:moveTo>
                <a:cubicBezTo>
                  <a:pt x="2" y="7"/>
                  <a:pt x="4" y="4"/>
                  <a:pt x="8" y="0"/>
                </a:cubicBezTo>
                <a:cubicBezTo>
                  <a:pt x="9" y="4"/>
                  <a:pt x="11" y="6"/>
                  <a:pt x="11" y="9"/>
                </a:cubicBezTo>
                <a:cubicBezTo>
                  <a:pt x="8" y="15"/>
                  <a:pt x="6" y="20"/>
                  <a:pt x="6" y="25"/>
                </a:cubicBezTo>
                <a:cubicBezTo>
                  <a:pt x="6" y="26"/>
                  <a:pt x="6" y="26"/>
                  <a:pt x="4" y="26"/>
                </a:cubicBezTo>
                <a:cubicBezTo>
                  <a:pt x="4" y="25"/>
                  <a:pt x="3" y="24"/>
                  <a:pt x="2" y="24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15"/>
                  <a:pt x="0" y="13"/>
                  <a:pt x="0" y="1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8"/>
          <p:cNvSpPr/>
          <p:nvPr/>
        </p:nvSpPr>
        <p:spPr>
          <a:xfrm>
            <a:off x="8697240" y="5218200"/>
            <a:ext cx="4680" cy="9360"/>
          </a:xfrm>
          <a:custGeom>
            <a:rect b="b" l="l" r="r" t="t"/>
            <a:pathLst>
              <a:path extrusionOk="0" h="26" w="13">
                <a:moveTo>
                  <a:pt x="2" y="24"/>
                </a:moveTo>
                <a:lnTo>
                  <a:pt x="1" y="25"/>
                </a:lnTo>
                <a:cubicBezTo>
                  <a:pt x="1" y="24"/>
                  <a:pt x="0" y="23"/>
                  <a:pt x="0" y="21"/>
                </a:cubicBezTo>
                <a:lnTo>
                  <a:pt x="0" y="20"/>
                </a:lnTo>
                <a:cubicBezTo>
                  <a:pt x="0" y="18"/>
                  <a:pt x="0" y="14"/>
                  <a:pt x="1" y="9"/>
                </a:cubicBezTo>
                <a:cubicBezTo>
                  <a:pt x="2" y="6"/>
                  <a:pt x="7" y="2"/>
                  <a:pt x="11" y="0"/>
                </a:cubicBezTo>
                <a:cubicBezTo>
                  <a:pt x="11" y="1"/>
                  <a:pt x="12" y="4"/>
                  <a:pt x="12" y="5"/>
                </a:cubicBezTo>
                <a:cubicBezTo>
                  <a:pt x="12" y="7"/>
                  <a:pt x="12" y="8"/>
                  <a:pt x="11" y="9"/>
                </a:cubicBezTo>
                <a:cubicBezTo>
                  <a:pt x="8" y="14"/>
                  <a:pt x="3" y="19"/>
                  <a:pt x="2" y="2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8"/>
          <p:cNvSpPr/>
          <p:nvPr/>
        </p:nvSpPr>
        <p:spPr>
          <a:xfrm>
            <a:off x="8697240" y="5207040"/>
            <a:ext cx="7200" cy="7200"/>
          </a:xfrm>
          <a:custGeom>
            <a:rect b="b" l="l" r="r" t="t"/>
            <a:pathLst>
              <a:path extrusionOk="0" h="20" w="20">
                <a:moveTo>
                  <a:pt x="6" y="7"/>
                </a:moveTo>
                <a:cubicBezTo>
                  <a:pt x="8" y="2"/>
                  <a:pt x="12" y="1"/>
                  <a:pt x="19" y="0"/>
                </a:cubicBezTo>
                <a:cubicBezTo>
                  <a:pt x="18" y="4"/>
                  <a:pt x="15" y="8"/>
                  <a:pt x="14" y="11"/>
                </a:cubicBezTo>
                <a:cubicBezTo>
                  <a:pt x="8" y="12"/>
                  <a:pt x="3" y="15"/>
                  <a:pt x="0" y="19"/>
                </a:cubicBezTo>
                <a:cubicBezTo>
                  <a:pt x="0" y="18"/>
                  <a:pt x="0" y="17"/>
                  <a:pt x="0" y="15"/>
                </a:cubicBezTo>
                <a:cubicBezTo>
                  <a:pt x="1" y="12"/>
                  <a:pt x="2" y="9"/>
                  <a:pt x="6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8"/>
          <p:cNvSpPr/>
          <p:nvPr/>
        </p:nvSpPr>
        <p:spPr>
          <a:xfrm>
            <a:off x="8696520" y="5212080"/>
            <a:ext cx="5760" cy="8640"/>
          </a:xfrm>
          <a:custGeom>
            <a:rect b="b" l="l" r="r" t="t"/>
            <a:pathLst>
              <a:path extrusionOk="0" h="24" w="16">
                <a:moveTo>
                  <a:pt x="3" y="8"/>
                </a:moveTo>
                <a:cubicBezTo>
                  <a:pt x="7" y="5"/>
                  <a:pt x="11" y="2"/>
                  <a:pt x="15" y="0"/>
                </a:cubicBezTo>
                <a:cubicBezTo>
                  <a:pt x="15" y="5"/>
                  <a:pt x="14" y="7"/>
                  <a:pt x="13" y="11"/>
                </a:cubicBezTo>
                <a:cubicBezTo>
                  <a:pt x="9" y="13"/>
                  <a:pt x="3" y="18"/>
                  <a:pt x="1" y="23"/>
                </a:cubicBezTo>
                <a:cubicBezTo>
                  <a:pt x="0" y="21"/>
                  <a:pt x="0" y="19"/>
                  <a:pt x="0" y="19"/>
                </a:cubicBezTo>
                <a:cubicBezTo>
                  <a:pt x="0" y="15"/>
                  <a:pt x="1" y="12"/>
                  <a:pt x="3" y="8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8"/>
          <p:cNvSpPr/>
          <p:nvPr/>
        </p:nvSpPr>
        <p:spPr>
          <a:xfrm>
            <a:off x="8691120" y="5222880"/>
            <a:ext cx="6840" cy="7920"/>
          </a:xfrm>
          <a:custGeom>
            <a:rect b="b" l="l" r="r" t="t"/>
            <a:pathLst>
              <a:path extrusionOk="0" h="22" w="19">
                <a:moveTo>
                  <a:pt x="18" y="21"/>
                </a:moveTo>
                <a:cubicBezTo>
                  <a:pt x="15" y="20"/>
                  <a:pt x="13" y="20"/>
                  <a:pt x="11" y="19"/>
                </a:cubicBezTo>
                <a:cubicBezTo>
                  <a:pt x="10" y="18"/>
                  <a:pt x="7" y="17"/>
                  <a:pt x="6" y="15"/>
                </a:cubicBezTo>
                <a:cubicBezTo>
                  <a:pt x="2" y="9"/>
                  <a:pt x="0" y="5"/>
                  <a:pt x="0" y="0"/>
                </a:cubicBezTo>
                <a:cubicBezTo>
                  <a:pt x="4" y="1"/>
                  <a:pt x="10" y="4"/>
                  <a:pt x="13" y="7"/>
                </a:cubicBezTo>
                <a:cubicBezTo>
                  <a:pt x="15" y="12"/>
                  <a:pt x="17" y="17"/>
                  <a:pt x="18" y="2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8"/>
          <p:cNvSpPr/>
          <p:nvPr/>
        </p:nvSpPr>
        <p:spPr>
          <a:xfrm>
            <a:off x="8692920" y="5230440"/>
            <a:ext cx="8280" cy="6480"/>
          </a:xfrm>
          <a:custGeom>
            <a:rect b="b" l="l" r="r" t="t"/>
            <a:pathLst>
              <a:path extrusionOk="0" h="18" w="23">
                <a:moveTo>
                  <a:pt x="14" y="6"/>
                </a:moveTo>
                <a:cubicBezTo>
                  <a:pt x="18" y="8"/>
                  <a:pt x="20" y="13"/>
                  <a:pt x="22" y="17"/>
                </a:cubicBezTo>
                <a:cubicBezTo>
                  <a:pt x="20" y="17"/>
                  <a:pt x="18" y="17"/>
                  <a:pt x="15" y="17"/>
                </a:cubicBezTo>
                <a:cubicBezTo>
                  <a:pt x="13" y="15"/>
                  <a:pt x="10" y="15"/>
                  <a:pt x="9" y="13"/>
                </a:cubicBezTo>
                <a:cubicBezTo>
                  <a:pt x="4" y="11"/>
                  <a:pt x="2" y="6"/>
                  <a:pt x="0" y="0"/>
                </a:cubicBezTo>
                <a:cubicBezTo>
                  <a:pt x="6" y="0"/>
                  <a:pt x="10" y="1"/>
                  <a:pt x="14" y="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8"/>
          <p:cNvSpPr/>
          <p:nvPr/>
        </p:nvSpPr>
        <p:spPr>
          <a:xfrm>
            <a:off x="8696520" y="5237640"/>
            <a:ext cx="9000" cy="5400"/>
          </a:xfrm>
          <a:custGeom>
            <a:rect b="b" l="l" r="r" t="t"/>
            <a:pathLst>
              <a:path extrusionOk="0" h="15" w="25">
                <a:moveTo>
                  <a:pt x="13" y="2"/>
                </a:moveTo>
                <a:cubicBezTo>
                  <a:pt x="18" y="3"/>
                  <a:pt x="21" y="7"/>
                  <a:pt x="24" y="13"/>
                </a:cubicBezTo>
                <a:cubicBezTo>
                  <a:pt x="21" y="13"/>
                  <a:pt x="19" y="13"/>
                  <a:pt x="17" y="14"/>
                </a:cubicBezTo>
                <a:cubicBezTo>
                  <a:pt x="14" y="13"/>
                  <a:pt x="12" y="13"/>
                  <a:pt x="10" y="11"/>
                </a:cubicBezTo>
                <a:cubicBezTo>
                  <a:pt x="6" y="10"/>
                  <a:pt x="2" y="6"/>
                  <a:pt x="0" y="1"/>
                </a:cubicBezTo>
                <a:cubicBezTo>
                  <a:pt x="4" y="0"/>
                  <a:pt x="9" y="0"/>
                  <a:pt x="13" y="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8"/>
          <p:cNvSpPr/>
          <p:nvPr/>
        </p:nvSpPr>
        <p:spPr>
          <a:xfrm>
            <a:off x="8701200" y="5243040"/>
            <a:ext cx="10440" cy="4680"/>
          </a:xfrm>
          <a:custGeom>
            <a:rect b="b" l="l" r="r" t="t"/>
            <a:pathLst>
              <a:path extrusionOk="0" h="13" w="29">
                <a:moveTo>
                  <a:pt x="14" y="0"/>
                </a:moveTo>
                <a:cubicBezTo>
                  <a:pt x="20" y="1"/>
                  <a:pt x="23" y="4"/>
                  <a:pt x="28" y="8"/>
                </a:cubicBezTo>
                <a:cubicBezTo>
                  <a:pt x="23" y="11"/>
                  <a:pt x="19" y="12"/>
                  <a:pt x="14" y="11"/>
                </a:cubicBezTo>
                <a:cubicBezTo>
                  <a:pt x="9" y="11"/>
                  <a:pt x="4" y="6"/>
                  <a:pt x="0" y="2"/>
                </a:cubicBezTo>
                <a:cubicBezTo>
                  <a:pt x="7" y="1"/>
                  <a:pt x="11" y="0"/>
                  <a:pt x="14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8"/>
          <p:cNvSpPr/>
          <p:nvPr/>
        </p:nvSpPr>
        <p:spPr>
          <a:xfrm>
            <a:off x="8709120" y="5237640"/>
            <a:ext cx="5760" cy="9360"/>
          </a:xfrm>
          <a:custGeom>
            <a:rect b="b" l="l" r="r" t="t"/>
            <a:pathLst>
              <a:path extrusionOk="0" h="26" w="16">
                <a:moveTo>
                  <a:pt x="3" y="14"/>
                </a:moveTo>
                <a:cubicBezTo>
                  <a:pt x="2" y="11"/>
                  <a:pt x="0" y="7"/>
                  <a:pt x="0" y="2"/>
                </a:cubicBezTo>
                <a:cubicBezTo>
                  <a:pt x="0" y="0"/>
                  <a:pt x="1" y="0"/>
                  <a:pt x="1" y="0"/>
                </a:cubicBezTo>
                <a:cubicBezTo>
                  <a:pt x="6" y="2"/>
                  <a:pt x="9" y="6"/>
                  <a:pt x="12" y="9"/>
                </a:cubicBezTo>
                <a:cubicBezTo>
                  <a:pt x="14" y="13"/>
                  <a:pt x="15" y="18"/>
                  <a:pt x="15" y="23"/>
                </a:cubicBezTo>
                <a:lnTo>
                  <a:pt x="15" y="25"/>
                </a:lnTo>
                <a:cubicBezTo>
                  <a:pt x="11" y="21"/>
                  <a:pt x="6" y="19"/>
                  <a:pt x="3" y="14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8"/>
          <p:cNvSpPr/>
          <p:nvPr/>
        </p:nvSpPr>
        <p:spPr>
          <a:xfrm>
            <a:off x="8706600" y="5190480"/>
            <a:ext cx="7920" cy="6840"/>
          </a:xfrm>
          <a:custGeom>
            <a:rect b="b" l="l" r="r" t="t"/>
            <a:pathLst>
              <a:path extrusionOk="0" h="19" w="22">
                <a:moveTo>
                  <a:pt x="3" y="13"/>
                </a:moveTo>
                <a:cubicBezTo>
                  <a:pt x="3" y="11"/>
                  <a:pt x="4" y="9"/>
                  <a:pt x="4" y="6"/>
                </a:cubicBezTo>
                <a:cubicBezTo>
                  <a:pt x="6" y="6"/>
                  <a:pt x="6" y="6"/>
                  <a:pt x="6" y="5"/>
                </a:cubicBezTo>
                <a:cubicBezTo>
                  <a:pt x="10" y="2"/>
                  <a:pt x="14" y="0"/>
                  <a:pt x="21" y="0"/>
                </a:cubicBezTo>
                <a:cubicBezTo>
                  <a:pt x="19" y="6"/>
                  <a:pt x="15" y="11"/>
                  <a:pt x="11" y="14"/>
                </a:cubicBezTo>
                <a:cubicBezTo>
                  <a:pt x="8" y="17"/>
                  <a:pt x="4" y="18"/>
                  <a:pt x="0" y="18"/>
                </a:cubicBezTo>
                <a:cubicBezTo>
                  <a:pt x="1" y="17"/>
                  <a:pt x="2" y="14"/>
                  <a:pt x="2" y="13"/>
                </a:cubicBezTo>
                <a:lnTo>
                  <a:pt x="3" y="13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8"/>
          <p:cNvSpPr/>
          <p:nvPr/>
        </p:nvSpPr>
        <p:spPr>
          <a:xfrm>
            <a:off x="8703000" y="5188680"/>
            <a:ext cx="5040" cy="9720"/>
          </a:xfrm>
          <a:custGeom>
            <a:rect b="b" l="l" r="r" t="t"/>
            <a:pathLst>
              <a:path extrusionOk="0" h="27" w="14">
                <a:moveTo>
                  <a:pt x="1" y="11"/>
                </a:moveTo>
                <a:cubicBezTo>
                  <a:pt x="3" y="6"/>
                  <a:pt x="8" y="2"/>
                  <a:pt x="12" y="0"/>
                </a:cubicBezTo>
                <a:cubicBezTo>
                  <a:pt x="12" y="1"/>
                  <a:pt x="13" y="2"/>
                  <a:pt x="13" y="4"/>
                </a:cubicBezTo>
                <a:cubicBezTo>
                  <a:pt x="13" y="7"/>
                  <a:pt x="12" y="11"/>
                  <a:pt x="10" y="14"/>
                </a:cubicBezTo>
                <a:cubicBezTo>
                  <a:pt x="9" y="19"/>
                  <a:pt x="6" y="21"/>
                  <a:pt x="0" y="26"/>
                </a:cubicBezTo>
                <a:cubicBezTo>
                  <a:pt x="0" y="21"/>
                  <a:pt x="0" y="19"/>
                  <a:pt x="0" y="17"/>
                </a:cubicBezTo>
                <a:cubicBezTo>
                  <a:pt x="0" y="14"/>
                  <a:pt x="1" y="12"/>
                  <a:pt x="1" y="11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8"/>
          <p:cNvSpPr/>
          <p:nvPr/>
        </p:nvSpPr>
        <p:spPr>
          <a:xfrm>
            <a:off x="8702280" y="5198400"/>
            <a:ext cx="8640" cy="3960"/>
          </a:xfrm>
          <a:custGeom>
            <a:rect b="b" l="l" r="r" t="t"/>
            <a:pathLst>
              <a:path extrusionOk="0" h="11" w="24">
                <a:moveTo>
                  <a:pt x="2" y="7"/>
                </a:moveTo>
                <a:cubicBezTo>
                  <a:pt x="4" y="4"/>
                  <a:pt x="8" y="3"/>
                  <a:pt x="10" y="1"/>
                </a:cubicBezTo>
                <a:cubicBezTo>
                  <a:pt x="14" y="0"/>
                  <a:pt x="19" y="0"/>
                  <a:pt x="23" y="3"/>
                </a:cubicBezTo>
                <a:cubicBezTo>
                  <a:pt x="21" y="5"/>
                  <a:pt x="19" y="8"/>
                  <a:pt x="15" y="9"/>
                </a:cubicBezTo>
                <a:cubicBezTo>
                  <a:pt x="11" y="8"/>
                  <a:pt x="6" y="8"/>
                  <a:pt x="0" y="10"/>
                </a:cubicBezTo>
                <a:cubicBezTo>
                  <a:pt x="0" y="9"/>
                  <a:pt x="0" y="8"/>
                  <a:pt x="2" y="7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8"/>
          <p:cNvSpPr/>
          <p:nvPr/>
        </p:nvSpPr>
        <p:spPr>
          <a:xfrm>
            <a:off x="8698320" y="5193360"/>
            <a:ext cx="4320" cy="10440"/>
          </a:xfrm>
          <a:custGeom>
            <a:rect b="b" l="l" r="r" t="t"/>
            <a:pathLst>
              <a:path extrusionOk="0" h="29" w="12">
                <a:moveTo>
                  <a:pt x="0" y="13"/>
                </a:moveTo>
                <a:cubicBezTo>
                  <a:pt x="2" y="8"/>
                  <a:pt x="4" y="4"/>
                  <a:pt x="9" y="0"/>
                </a:cubicBezTo>
                <a:cubicBezTo>
                  <a:pt x="10" y="4"/>
                  <a:pt x="11" y="7"/>
                  <a:pt x="11" y="9"/>
                </a:cubicBezTo>
                <a:cubicBezTo>
                  <a:pt x="11" y="12"/>
                  <a:pt x="10" y="13"/>
                  <a:pt x="10" y="17"/>
                </a:cubicBezTo>
                <a:cubicBezTo>
                  <a:pt x="9" y="21"/>
                  <a:pt x="7" y="25"/>
                  <a:pt x="3" y="28"/>
                </a:cubicBezTo>
                <a:cubicBezTo>
                  <a:pt x="2" y="25"/>
                  <a:pt x="2" y="23"/>
                  <a:pt x="0" y="20"/>
                </a:cubicBezTo>
                <a:lnTo>
                  <a:pt x="0" y="19"/>
                </a:lnTo>
                <a:cubicBezTo>
                  <a:pt x="0" y="18"/>
                  <a:pt x="0" y="14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8"/>
          <p:cNvSpPr/>
          <p:nvPr/>
        </p:nvSpPr>
        <p:spPr>
          <a:xfrm>
            <a:off x="8694720" y="5199840"/>
            <a:ext cx="3600" cy="10440"/>
          </a:xfrm>
          <a:custGeom>
            <a:rect b="b" l="l" r="r" t="t"/>
            <a:pathLst>
              <a:path extrusionOk="0" h="29" w="10">
                <a:moveTo>
                  <a:pt x="0" y="13"/>
                </a:moveTo>
                <a:cubicBezTo>
                  <a:pt x="0" y="8"/>
                  <a:pt x="1" y="4"/>
                  <a:pt x="3" y="0"/>
                </a:cubicBezTo>
                <a:cubicBezTo>
                  <a:pt x="8" y="4"/>
                  <a:pt x="9" y="8"/>
                  <a:pt x="9" y="13"/>
                </a:cubicBezTo>
                <a:cubicBezTo>
                  <a:pt x="9" y="18"/>
                  <a:pt x="8" y="23"/>
                  <a:pt x="6" y="28"/>
                </a:cubicBezTo>
                <a:cubicBezTo>
                  <a:pt x="3" y="26"/>
                  <a:pt x="2" y="23"/>
                  <a:pt x="1" y="20"/>
                </a:cubicBezTo>
                <a:cubicBezTo>
                  <a:pt x="0" y="18"/>
                  <a:pt x="0" y="17"/>
                  <a:pt x="0" y="1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8"/>
          <p:cNvSpPr/>
          <p:nvPr/>
        </p:nvSpPr>
        <p:spPr>
          <a:xfrm>
            <a:off x="8692200" y="5207040"/>
            <a:ext cx="4680" cy="10080"/>
          </a:xfrm>
          <a:custGeom>
            <a:rect b="b" l="l" r="r" t="t"/>
            <a:pathLst>
              <a:path extrusionOk="0" h="28" w="13">
                <a:moveTo>
                  <a:pt x="2" y="0"/>
                </a:moveTo>
                <a:cubicBezTo>
                  <a:pt x="6" y="5"/>
                  <a:pt x="10" y="8"/>
                  <a:pt x="11" y="13"/>
                </a:cubicBezTo>
                <a:cubicBezTo>
                  <a:pt x="11" y="15"/>
                  <a:pt x="12" y="17"/>
                  <a:pt x="12" y="19"/>
                </a:cubicBezTo>
                <a:cubicBezTo>
                  <a:pt x="12" y="21"/>
                  <a:pt x="11" y="24"/>
                  <a:pt x="10" y="27"/>
                </a:cubicBezTo>
                <a:cubicBezTo>
                  <a:pt x="8" y="25"/>
                  <a:pt x="6" y="23"/>
                  <a:pt x="3" y="21"/>
                </a:cubicBezTo>
                <a:cubicBezTo>
                  <a:pt x="2" y="20"/>
                  <a:pt x="1" y="18"/>
                  <a:pt x="1" y="15"/>
                </a:cubicBezTo>
                <a:cubicBezTo>
                  <a:pt x="0" y="13"/>
                  <a:pt x="0" y="12"/>
                  <a:pt x="0" y="9"/>
                </a:cubicBezTo>
                <a:cubicBezTo>
                  <a:pt x="0" y="7"/>
                  <a:pt x="1" y="2"/>
                  <a:pt x="2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8"/>
          <p:cNvSpPr/>
          <p:nvPr/>
        </p:nvSpPr>
        <p:spPr>
          <a:xfrm>
            <a:off x="8690760" y="5214600"/>
            <a:ext cx="5400" cy="9360"/>
          </a:xfrm>
          <a:custGeom>
            <a:rect b="b" l="l" r="r" t="t"/>
            <a:pathLst>
              <a:path extrusionOk="0" h="26" w="15">
                <a:moveTo>
                  <a:pt x="1" y="0"/>
                </a:moveTo>
                <a:cubicBezTo>
                  <a:pt x="6" y="2"/>
                  <a:pt x="10" y="6"/>
                  <a:pt x="12" y="11"/>
                </a:cubicBezTo>
                <a:cubicBezTo>
                  <a:pt x="13" y="14"/>
                  <a:pt x="14" y="18"/>
                  <a:pt x="14" y="23"/>
                </a:cubicBezTo>
                <a:cubicBezTo>
                  <a:pt x="14" y="24"/>
                  <a:pt x="14" y="25"/>
                  <a:pt x="14" y="25"/>
                </a:cubicBezTo>
                <a:cubicBezTo>
                  <a:pt x="12" y="24"/>
                  <a:pt x="10" y="23"/>
                  <a:pt x="7" y="20"/>
                </a:cubicBezTo>
                <a:cubicBezTo>
                  <a:pt x="6" y="19"/>
                  <a:pt x="3" y="17"/>
                  <a:pt x="3" y="14"/>
                </a:cubicBezTo>
                <a:cubicBezTo>
                  <a:pt x="1" y="12"/>
                  <a:pt x="0" y="7"/>
                  <a:pt x="0" y="4"/>
                </a:cubicBezTo>
                <a:cubicBezTo>
                  <a:pt x="0" y="2"/>
                  <a:pt x="0" y="1"/>
                  <a:pt x="1" y="0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8"/>
          <p:cNvSpPr/>
          <p:nvPr/>
        </p:nvSpPr>
        <p:spPr>
          <a:xfrm>
            <a:off x="8722800" y="5187600"/>
            <a:ext cx="3240" cy="45000"/>
          </a:xfrm>
          <a:custGeom>
            <a:rect b="b" l="l" r="r" t="t"/>
            <a:pathLst>
              <a:path extrusionOk="0" h="125" w="9">
                <a:moveTo>
                  <a:pt x="8" y="34"/>
                </a:moveTo>
                <a:cubicBezTo>
                  <a:pt x="8" y="24"/>
                  <a:pt x="6" y="12"/>
                  <a:pt x="0" y="0"/>
                </a:cubicBezTo>
                <a:lnTo>
                  <a:pt x="0" y="124"/>
                </a:lnTo>
                <a:lnTo>
                  <a:pt x="8" y="124"/>
                </a:lnTo>
                <a:lnTo>
                  <a:pt x="8" y="3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8"/>
          <p:cNvSpPr/>
          <p:nvPr/>
        </p:nvSpPr>
        <p:spPr>
          <a:xfrm>
            <a:off x="863064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44" y="136"/>
                </a:moveTo>
                <a:cubicBezTo>
                  <a:pt x="54" y="139"/>
                  <a:pt x="64" y="141"/>
                  <a:pt x="74" y="141"/>
                </a:cubicBezTo>
                <a:cubicBezTo>
                  <a:pt x="74" y="135"/>
                  <a:pt x="74" y="31"/>
                  <a:pt x="74" y="12"/>
                </a:cubicBezTo>
                <a:cubicBezTo>
                  <a:pt x="74" y="11"/>
                  <a:pt x="74" y="10"/>
                  <a:pt x="74" y="10"/>
                </a:cubicBezTo>
                <a:cubicBezTo>
                  <a:pt x="63" y="10"/>
                  <a:pt x="53" y="7"/>
                  <a:pt x="43" y="5"/>
                </a:cubicBezTo>
                <a:cubicBezTo>
                  <a:pt x="34" y="3"/>
                  <a:pt x="26" y="0"/>
                  <a:pt x="19" y="1"/>
                </a:cubicBezTo>
                <a:cubicBezTo>
                  <a:pt x="9" y="1"/>
                  <a:pt x="4" y="4"/>
                  <a:pt x="0" y="7"/>
                </a:cubicBezTo>
                <a:lnTo>
                  <a:pt x="0" y="138"/>
                </a:lnTo>
                <a:cubicBezTo>
                  <a:pt x="6" y="134"/>
                  <a:pt x="12" y="133"/>
                  <a:pt x="19" y="132"/>
                </a:cubicBezTo>
                <a:cubicBezTo>
                  <a:pt x="28" y="132"/>
                  <a:pt x="35" y="134"/>
                  <a:pt x="44" y="136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8"/>
          <p:cNvSpPr/>
          <p:nvPr/>
        </p:nvSpPr>
        <p:spPr>
          <a:xfrm>
            <a:off x="8602200" y="5187960"/>
            <a:ext cx="27000" cy="51120"/>
          </a:xfrm>
          <a:custGeom>
            <a:rect b="b" l="l" r="r" t="t"/>
            <a:pathLst>
              <a:path extrusionOk="0" h="142" w="75">
                <a:moveTo>
                  <a:pt x="55" y="132"/>
                </a:moveTo>
                <a:cubicBezTo>
                  <a:pt x="63" y="133"/>
                  <a:pt x="69" y="134"/>
                  <a:pt x="74" y="138"/>
                </a:cubicBezTo>
                <a:lnTo>
                  <a:pt x="74" y="7"/>
                </a:lnTo>
                <a:cubicBezTo>
                  <a:pt x="71" y="4"/>
                  <a:pt x="65" y="1"/>
                  <a:pt x="55" y="1"/>
                </a:cubicBezTo>
                <a:cubicBezTo>
                  <a:pt x="47" y="0"/>
                  <a:pt x="40" y="3"/>
                  <a:pt x="31" y="5"/>
                </a:cubicBezTo>
                <a:cubicBezTo>
                  <a:pt x="21" y="7"/>
                  <a:pt x="12" y="10"/>
                  <a:pt x="0" y="10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31"/>
                  <a:pt x="0" y="135"/>
                  <a:pt x="0" y="141"/>
                </a:cubicBezTo>
                <a:cubicBezTo>
                  <a:pt x="11" y="141"/>
                  <a:pt x="21" y="139"/>
                  <a:pt x="30" y="136"/>
                </a:cubicBezTo>
                <a:cubicBezTo>
                  <a:pt x="39" y="134"/>
                  <a:pt x="47" y="132"/>
                  <a:pt x="55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8"/>
          <p:cNvSpPr/>
          <p:nvPr/>
        </p:nvSpPr>
        <p:spPr>
          <a:xfrm>
            <a:off x="8595720" y="5192280"/>
            <a:ext cx="68760" cy="56520"/>
          </a:xfrm>
          <a:custGeom>
            <a:rect b="b" l="l" r="r" t="t"/>
            <a:pathLst>
              <a:path extrusionOk="0" h="157" w="191">
                <a:moveTo>
                  <a:pt x="186" y="0"/>
                </a:moveTo>
                <a:lnTo>
                  <a:pt x="179" y="0"/>
                </a:lnTo>
                <a:lnTo>
                  <a:pt x="180" y="4"/>
                </a:lnTo>
                <a:lnTo>
                  <a:pt x="180" y="139"/>
                </a:lnTo>
                <a:cubicBezTo>
                  <a:pt x="174" y="139"/>
                  <a:pt x="106" y="139"/>
                  <a:pt x="103" y="139"/>
                </a:cubicBezTo>
                <a:cubicBezTo>
                  <a:pt x="100" y="141"/>
                  <a:pt x="99" y="142"/>
                  <a:pt x="96" y="142"/>
                </a:cubicBezTo>
                <a:cubicBezTo>
                  <a:pt x="93" y="142"/>
                  <a:pt x="90" y="141"/>
                  <a:pt x="89" y="139"/>
                </a:cubicBezTo>
                <a:cubicBezTo>
                  <a:pt x="86" y="139"/>
                  <a:pt x="23" y="139"/>
                  <a:pt x="10" y="139"/>
                </a:cubicBezTo>
                <a:lnTo>
                  <a:pt x="10" y="4"/>
                </a:lnTo>
                <a:lnTo>
                  <a:pt x="11" y="0"/>
                </a:lnTo>
                <a:lnTo>
                  <a:pt x="0" y="0"/>
                </a:lnTo>
                <a:lnTo>
                  <a:pt x="0" y="149"/>
                </a:lnTo>
                <a:cubicBezTo>
                  <a:pt x="0" y="149"/>
                  <a:pt x="83" y="149"/>
                  <a:pt x="85" y="149"/>
                </a:cubicBezTo>
                <a:cubicBezTo>
                  <a:pt x="87" y="153"/>
                  <a:pt x="90" y="156"/>
                  <a:pt x="96" y="156"/>
                </a:cubicBezTo>
                <a:cubicBezTo>
                  <a:pt x="100" y="156"/>
                  <a:pt x="105" y="153"/>
                  <a:pt x="106" y="149"/>
                </a:cubicBezTo>
                <a:cubicBezTo>
                  <a:pt x="109" y="149"/>
                  <a:pt x="190" y="149"/>
                  <a:pt x="190" y="149"/>
                </a:cubicBezTo>
                <a:lnTo>
                  <a:pt x="190" y="0"/>
                </a:lnTo>
                <a:lnTo>
                  <a:pt x="186" y="0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8"/>
          <p:cNvSpPr/>
          <p:nvPr/>
        </p:nvSpPr>
        <p:spPr>
          <a:xfrm>
            <a:off x="8633160" y="51994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6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8"/>
          <p:cNvSpPr/>
          <p:nvPr/>
        </p:nvSpPr>
        <p:spPr>
          <a:xfrm>
            <a:off x="8633160" y="5226840"/>
            <a:ext cx="21960" cy="5760"/>
          </a:xfrm>
          <a:custGeom>
            <a:rect b="b" l="l" r="r" t="t"/>
            <a:pathLst>
              <a:path extrusionOk="0" h="16" w="61">
                <a:moveTo>
                  <a:pt x="12" y="0"/>
                </a:moveTo>
                <a:cubicBezTo>
                  <a:pt x="7" y="0"/>
                  <a:pt x="3" y="0"/>
                  <a:pt x="0" y="1"/>
                </a:cubicBezTo>
                <a:lnTo>
                  <a:pt x="0" y="9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7"/>
                  <a:pt x="36" y="12"/>
                </a:cubicBezTo>
                <a:cubicBezTo>
                  <a:pt x="44" y="13"/>
                  <a:pt x="52" y="15"/>
                  <a:pt x="60" y="15"/>
                </a:cubicBezTo>
                <a:lnTo>
                  <a:pt x="60" y="9"/>
                </a:lnTo>
                <a:cubicBezTo>
                  <a:pt x="52" y="9"/>
                  <a:pt x="44" y="6"/>
                  <a:pt x="37" y="4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8"/>
          <p:cNvSpPr/>
          <p:nvPr/>
        </p:nvSpPr>
        <p:spPr>
          <a:xfrm>
            <a:off x="8633160" y="52210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1"/>
                </a:cubicBezTo>
                <a:lnTo>
                  <a:pt x="0" y="8"/>
                </a:lnTo>
                <a:cubicBezTo>
                  <a:pt x="3" y="7"/>
                  <a:pt x="7" y="6"/>
                  <a:pt x="12" y="6"/>
                </a:cubicBezTo>
                <a:cubicBezTo>
                  <a:pt x="20" y="6"/>
                  <a:pt x="28" y="9"/>
                  <a:pt x="36" y="12"/>
                </a:cubicBezTo>
                <a:cubicBezTo>
                  <a:pt x="44" y="13"/>
                  <a:pt x="52" y="15"/>
                  <a:pt x="60" y="17"/>
                </a:cubicBezTo>
                <a:lnTo>
                  <a:pt x="60" y="8"/>
                </a:lnTo>
                <a:cubicBezTo>
                  <a:pt x="52" y="8"/>
                  <a:pt x="44" y="6"/>
                  <a:pt x="37" y="5"/>
                </a:cubicBezTo>
                <a:cubicBezTo>
                  <a:pt x="29" y="1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8"/>
          <p:cNvSpPr/>
          <p:nvPr/>
        </p:nvSpPr>
        <p:spPr>
          <a:xfrm>
            <a:off x="8633160" y="5204520"/>
            <a:ext cx="21960" cy="6480"/>
          </a:xfrm>
          <a:custGeom>
            <a:rect b="b" l="l" r="r" t="t"/>
            <a:pathLst>
              <a:path extrusionOk="0" h="18" w="61">
                <a:moveTo>
                  <a:pt x="12" y="1"/>
                </a:moveTo>
                <a:cubicBezTo>
                  <a:pt x="7" y="1"/>
                  <a:pt x="3" y="1"/>
                  <a:pt x="0" y="3"/>
                </a:cubicBezTo>
                <a:lnTo>
                  <a:pt x="0" y="10"/>
                </a:lnTo>
                <a:cubicBezTo>
                  <a:pt x="3" y="8"/>
                  <a:pt x="7" y="7"/>
                  <a:pt x="12" y="7"/>
                </a:cubicBezTo>
                <a:cubicBezTo>
                  <a:pt x="20" y="7"/>
                  <a:pt x="28" y="10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10"/>
                </a:lnTo>
                <a:cubicBezTo>
                  <a:pt x="52" y="10"/>
                  <a:pt x="44" y="7"/>
                  <a:pt x="37" y="5"/>
                </a:cubicBezTo>
                <a:cubicBezTo>
                  <a:pt x="29" y="3"/>
                  <a:pt x="21" y="0"/>
                  <a:pt x="12" y="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8"/>
          <p:cNvSpPr/>
          <p:nvPr/>
        </p:nvSpPr>
        <p:spPr>
          <a:xfrm>
            <a:off x="8633160" y="521568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0"/>
                  <a:pt x="3" y="1"/>
                  <a:pt x="0" y="2"/>
                </a:cubicBezTo>
                <a:lnTo>
                  <a:pt x="0" y="9"/>
                </a:lnTo>
                <a:cubicBezTo>
                  <a:pt x="3" y="7"/>
                  <a:pt x="7" y="7"/>
                  <a:pt x="12" y="6"/>
                </a:cubicBezTo>
                <a:cubicBezTo>
                  <a:pt x="20" y="6"/>
                  <a:pt x="28" y="8"/>
                  <a:pt x="36" y="12"/>
                </a:cubicBezTo>
                <a:cubicBezTo>
                  <a:pt x="44" y="14"/>
                  <a:pt x="52" y="15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8"/>
          <p:cNvSpPr/>
          <p:nvPr/>
        </p:nvSpPr>
        <p:spPr>
          <a:xfrm>
            <a:off x="8633160" y="5193720"/>
            <a:ext cx="21960" cy="6480"/>
          </a:xfrm>
          <a:custGeom>
            <a:rect b="b" l="l" r="r" t="t"/>
            <a:pathLst>
              <a:path extrusionOk="0" h="18" w="61">
                <a:moveTo>
                  <a:pt x="37" y="5"/>
                </a:moveTo>
                <a:cubicBezTo>
                  <a:pt x="29" y="2"/>
                  <a:pt x="21" y="0"/>
                  <a:pt x="12" y="0"/>
                </a:cubicBezTo>
                <a:cubicBezTo>
                  <a:pt x="7" y="0"/>
                  <a:pt x="3" y="1"/>
                  <a:pt x="0" y="2"/>
                </a:cubicBezTo>
                <a:lnTo>
                  <a:pt x="0" y="8"/>
                </a:lnTo>
                <a:cubicBezTo>
                  <a:pt x="3" y="7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3"/>
                  <a:pt x="52" y="17"/>
                  <a:pt x="60" y="17"/>
                </a:cubicBezTo>
                <a:lnTo>
                  <a:pt x="60" y="9"/>
                </a:lnTo>
                <a:cubicBezTo>
                  <a:pt x="52" y="8"/>
                  <a:pt x="44" y="7"/>
                  <a:pt x="37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8"/>
          <p:cNvSpPr/>
          <p:nvPr/>
        </p:nvSpPr>
        <p:spPr>
          <a:xfrm>
            <a:off x="8605080" y="52210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8"/>
                </a:cubicBezTo>
                <a:lnTo>
                  <a:pt x="0" y="17"/>
                </a:lnTo>
                <a:cubicBezTo>
                  <a:pt x="8" y="15"/>
                  <a:pt x="15" y="13"/>
                  <a:pt x="22" y="12"/>
                </a:cubicBezTo>
                <a:cubicBezTo>
                  <a:pt x="32" y="9"/>
                  <a:pt x="40" y="6"/>
                  <a:pt x="47" y="6"/>
                </a:cubicBezTo>
                <a:cubicBezTo>
                  <a:pt x="52" y="6"/>
                  <a:pt x="56" y="7"/>
                  <a:pt x="60" y="8"/>
                </a:cubicBezTo>
                <a:lnTo>
                  <a:pt x="60" y="1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1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8"/>
          <p:cNvSpPr/>
          <p:nvPr/>
        </p:nvSpPr>
        <p:spPr>
          <a:xfrm>
            <a:off x="8605080" y="52156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2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9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8"/>
          <p:cNvSpPr/>
          <p:nvPr/>
        </p:nvSpPr>
        <p:spPr>
          <a:xfrm>
            <a:off x="8633160" y="5209920"/>
            <a:ext cx="21960" cy="6480"/>
          </a:xfrm>
          <a:custGeom>
            <a:rect b="b" l="l" r="r" t="t"/>
            <a:pathLst>
              <a:path extrusionOk="0" h="18" w="61">
                <a:moveTo>
                  <a:pt x="12" y="0"/>
                </a:moveTo>
                <a:cubicBezTo>
                  <a:pt x="7" y="1"/>
                  <a:pt x="3" y="1"/>
                  <a:pt x="0" y="2"/>
                </a:cubicBezTo>
                <a:lnTo>
                  <a:pt x="0" y="9"/>
                </a:lnTo>
                <a:cubicBezTo>
                  <a:pt x="3" y="8"/>
                  <a:pt x="7" y="7"/>
                  <a:pt x="12" y="7"/>
                </a:cubicBezTo>
                <a:cubicBezTo>
                  <a:pt x="20" y="6"/>
                  <a:pt x="28" y="8"/>
                  <a:pt x="36" y="11"/>
                </a:cubicBezTo>
                <a:cubicBezTo>
                  <a:pt x="44" y="14"/>
                  <a:pt x="52" y="17"/>
                  <a:pt x="60" y="17"/>
                </a:cubicBezTo>
                <a:lnTo>
                  <a:pt x="60" y="9"/>
                </a:lnTo>
                <a:cubicBezTo>
                  <a:pt x="52" y="9"/>
                  <a:pt x="44" y="7"/>
                  <a:pt x="37" y="5"/>
                </a:cubicBezTo>
                <a:cubicBezTo>
                  <a:pt x="29" y="2"/>
                  <a:pt x="21" y="0"/>
                  <a:pt x="12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8"/>
          <p:cNvSpPr/>
          <p:nvPr/>
        </p:nvSpPr>
        <p:spPr>
          <a:xfrm>
            <a:off x="8605080" y="5226840"/>
            <a:ext cx="21960" cy="5760"/>
          </a:xfrm>
          <a:custGeom>
            <a:rect b="b" l="l" r="r" t="t"/>
            <a:pathLst>
              <a:path extrusionOk="0" h="16" w="61">
                <a:moveTo>
                  <a:pt x="21" y="4"/>
                </a:moveTo>
                <a:cubicBezTo>
                  <a:pt x="14" y="6"/>
                  <a:pt x="8" y="9"/>
                  <a:pt x="0" y="9"/>
                </a:cubicBezTo>
                <a:lnTo>
                  <a:pt x="0" y="15"/>
                </a:lnTo>
                <a:cubicBezTo>
                  <a:pt x="8" y="15"/>
                  <a:pt x="15" y="13"/>
                  <a:pt x="22" y="12"/>
                </a:cubicBezTo>
                <a:cubicBezTo>
                  <a:pt x="32" y="7"/>
                  <a:pt x="40" y="6"/>
                  <a:pt x="47" y="6"/>
                </a:cubicBezTo>
                <a:cubicBezTo>
                  <a:pt x="52" y="6"/>
                  <a:pt x="56" y="7"/>
                  <a:pt x="60" y="9"/>
                </a:cubicBezTo>
                <a:lnTo>
                  <a:pt x="60" y="1"/>
                </a:lnTo>
                <a:cubicBezTo>
                  <a:pt x="56" y="0"/>
                  <a:pt x="52" y="0"/>
                  <a:pt x="47" y="0"/>
                </a:cubicBezTo>
                <a:cubicBezTo>
                  <a:pt x="40" y="0"/>
                  <a:pt x="31" y="1"/>
                  <a:pt x="21" y="4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8"/>
          <p:cNvSpPr/>
          <p:nvPr/>
        </p:nvSpPr>
        <p:spPr>
          <a:xfrm>
            <a:off x="8605080" y="51937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8"/>
                  <a:pt x="0" y="9"/>
                </a:cubicBezTo>
                <a:lnTo>
                  <a:pt x="0" y="17"/>
                </a:lnTo>
                <a:cubicBezTo>
                  <a:pt x="8" y="17"/>
                  <a:pt x="15" y="13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8"/>
          <p:cNvSpPr/>
          <p:nvPr/>
        </p:nvSpPr>
        <p:spPr>
          <a:xfrm>
            <a:off x="8605080" y="519948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6"/>
                  <a:pt x="8" y="8"/>
                  <a:pt x="0" y="9"/>
                </a:cubicBezTo>
                <a:lnTo>
                  <a:pt x="0" y="17"/>
                </a:lnTo>
                <a:cubicBezTo>
                  <a:pt x="8" y="15"/>
                  <a:pt x="15" y="14"/>
                  <a:pt x="22" y="11"/>
                </a:cubicBezTo>
                <a:cubicBezTo>
                  <a:pt x="32" y="8"/>
                  <a:pt x="40" y="6"/>
                  <a:pt x="47" y="6"/>
                </a:cubicBezTo>
                <a:cubicBezTo>
                  <a:pt x="52" y="7"/>
                  <a:pt x="56" y="7"/>
                  <a:pt x="60" y="8"/>
                </a:cubicBezTo>
                <a:lnTo>
                  <a:pt x="60" y="2"/>
                </a:lnTo>
                <a:cubicBezTo>
                  <a:pt x="56" y="1"/>
                  <a:pt x="52" y="0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8"/>
          <p:cNvSpPr/>
          <p:nvPr/>
        </p:nvSpPr>
        <p:spPr>
          <a:xfrm>
            <a:off x="8605080" y="52099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9"/>
                  <a:pt x="0" y="9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8"/>
                  <a:pt x="40" y="6"/>
                  <a:pt x="47" y="7"/>
                </a:cubicBezTo>
                <a:cubicBezTo>
                  <a:pt x="52" y="7"/>
                  <a:pt x="56" y="8"/>
                  <a:pt x="60" y="9"/>
                </a:cubicBezTo>
                <a:lnTo>
                  <a:pt x="60" y="2"/>
                </a:lnTo>
                <a:cubicBezTo>
                  <a:pt x="56" y="1"/>
                  <a:pt x="52" y="1"/>
                  <a:pt x="47" y="0"/>
                </a:cubicBezTo>
                <a:cubicBezTo>
                  <a:pt x="40" y="0"/>
                  <a:pt x="31" y="2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8"/>
          <p:cNvSpPr/>
          <p:nvPr/>
        </p:nvSpPr>
        <p:spPr>
          <a:xfrm>
            <a:off x="8605080" y="5204520"/>
            <a:ext cx="21960" cy="6480"/>
          </a:xfrm>
          <a:custGeom>
            <a:rect b="b" l="l" r="r" t="t"/>
            <a:pathLst>
              <a:path extrusionOk="0" h="18" w="61">
                <a:moveTo>
                  <a:pt x="21" y="5"/>
                </a:moveTo>
                <a:cubicBezTo>
                  <a:pt x="14" y="7"/>
                  <a:pt x="8" y="10"/>
                  <a:pt x="0" y="10"/>
                </a:cubicBezTo>
                <a:lnTo>
                  <a:pt x="0" y="17"/>
                </a:lnTo>
                <a:cubicBezTo>
                  <a:pt x="8" y="17"/>
                  <a:pt x="15" y="14"/>
                  <a:pt x="22" y="11"/>
                </a:cubicBezTo>
                <a:cubicBezTo>
                  <a:pt x="32" y="10"/>
                  <a:pt x="40" y="7"/>
                  <a:pt x="47" y="7"/>
                </a:cubicBezTo>
                <a:cubicBezTo>
                  <a:pt x="52" y="7"/>
                  <a:pt x="56" y="8"/>
                  <a:pt x="60" y="10"/>
                </a:cubicBezTo>
                <a:lnTo>
                  <a:pt x="60" y="3"/>
                </a:lnTo>
                <a:cubicBezTo>
                  <a:pt x="56" y="1"/>
                  <a:pt x="52" y="1"/>
                  <a:pt x="47" y="1"/>
                </a:cubicBezTo>
                <a:cubicBezTo>
                  <a:pt x="40" y="0"/>
                  <a:pt x="31" y="3"/>
                  <a:pt x="21" y="5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8"/>
          <p:cNvSpPr/>
          <p:nvPr/>
        </p:nvSpPr>
        <p:spPr>
          <a:xfrm>
            <a:off x="8634960" y="5340960"/>
            <a:ext cx="23760" cy="24840"/>
          </a:xfrm>
          <a:custGeom>
            <a:rect b="b" l="l" r="r" t="t"/>
            <a:pathLst>
              <a:path extrusionOk="0" h="69" w="66">
                <a:moveTo>
                  <a:pt x="46" y="47"/>
                </a:moveTo>
                <a:lnTo>
                  <a:pt x="46" y="68"/>
                </a:lnTo>
                <a:lnTo>
                  <a:pt x="32" y="55"/>
                </a:lnTo>
                <a:lnTo>
                  <a:pt x="18" y="68"/>
                </a:lnTo>
                <a:lnTo>
                  <a:pt x="18" y="47"/>
                </a:lnTo>
                <a:lnTo>
                  <a:pt x="0" y="43"/>
                </a:lnTo>
                <a:lnTo>
                  <a:pt x="14" y="31"/>
                </a:lnTo>
                <a:lnTo>
                  <a:pt x="7" y="13"/>
                </a:lnTo>
                <a:lnTo>
                  <a:pt x="24" y="17"/>
                </a:lnTo>
                <a:lnTo>
                  <a:pt x="32" y="0"/>
                </a:lnTo>
                <a:lnTo>
                  <a:pt x="41" y="17"/>
                </a:lnTo>
                <a:lnTo>
                  <a:pt x="60" y="13"/>
                </a:lnTo>
                <a:lnTo>
                  <a:pt x="52" y="31"/>
                </a:lnTo>
                <a:lnTo>
                  <a:pt x="65" y="43"/>
                </a:lnTo>
                <a:lnTo>
                  <a:pt x="46" y="47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903" name="Google Shape;903;p38"/>
          <p:cNvSpPr/>
          <p:nvPr/>
        </p:nvSpPr>
        <p:spPr>
          <a:xfrm>
            <a:off x="8664480" y="5382360"/>
            <a:ext cx="27000" cy="28800"/>
          </a:xfrm>
          <a:custGeom>
            <a:rect b="b" l="l" r="r" t="t"/>
            <a:pathLst>
              <a:path extrusionOk="0" h="80" w="75">
                <a:moveTo>
                  <a:pt x="63" y="69"/>
                </a:moveTo>
                <a:lnTo>
                  <a:pt x="45" y="62"/>
                </a:lnTo>
                <a:lnTo>
                  <a:pt x="36" y="79"/>
                </a:lnTo>
                <a:lnTo>
                  <a:pt x="29" y="62"/>
                </a:lnTo>
                <a:lnTo>
                  <a:pt x="11" y="69"/>
                </a:lnTo>
                <a:lnTo>
                  <a:pt x="18" y="50"/>
                </a:lnTo>
                <a:lnTo>
                  <a:pt x="0" y="40"/>
                </a:lnTo>
                <a:lnTo>
                  <a:pt x="18" y="32"/>
                </a:lnTo>
                <a:lnTo>
                  <a:pt x="11" y="13"/>
                </a:lnTo>
                <a:lnTo>
                  <a:pt x="29" y="20"/>
                </a:lnTo>
                <a:lnTo>
                  <a:pt x="36" y="0"/>
                </a:lnTo>
                <a:lnTo>
                  <a:pt x="45" y="20"/>
                </a:lnTo>
                <a:lnTo>
                  <a:pt x="63" y="13"/>
                </a:lnTo>
                <a:lnTo>
                  <a:pt x="56" y="32"/>
                </a:lnTo>
                <a:lnTo>
                  <a:pt x="74" y="40"/>
                </a:lnTo>
                <a:lnTo>
                  <a:pt x="56" y="50"/>
                </a:lnTo>
                <a:lnTo>
                  <a:pt x="63" y="69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904" name="Google Shape;904;p38"/>
          <p:cNvSpPr/>
          <p:nvPr/>
        </p:nvSpPr>
        <p:spPr>
          <a:xfrm>
            <a:off x="8666280" y="5309280"/>
            <a:ext cx="23760" cy="24840"/>
          </a:xfrm>
          <a:custGeom>
            <a:rect b="b" l="l" r="r" t="t"/>
            <a:pathLst>
              <a:path extrusionOk="0" h="69" w="66">
                <a:moveTo>
                  <a:pt x="6" y="14"/>
                </a:moveTo>
                <a:lnTo>
                  <a:pt x="23" y="18"/>
                </a:lnTo>
                <a:lnTo>
                  <a:pt x="32" y="0"/>
                </a:lnTo>
                <a:lnTo>
                  <a:pt x="41" y="18"/>
                </a:lnTo>
                <a:lnTo>
                  <a:pt x="58" y="14"/>
                </a:lnTo>
                <a:lnTo>
                  <a:pt x="51" y="32"/>
                </a:lnTo>
                <a:lnTo>
                  <a:pt x="65" y="44"/>
                </a:lnTo>
                <a:lnTo>
                  <a:pt x="47" y="49"/>
                </a:lnTo>
                <a:lnTo>
                  <a:pt x="47" y="68"/>
                </a:lnTo>
                <a:lnTo>
                  <a:pt x="32" y="56"/>
                </a:lnTo>
                <a:lnTo>
                  <a:pt x="18" y="68"/>
                </a:lnTo>
                <a:lnTo>
                  <a:pt x="17" y="49"/>
                </a:lnTo>
                <a:lnTo>
                  <a:pt x="0" y="44"/>
                </a:lnTo>
                <a:lnTo>
                  <a:pt x="13" y="32"/>
                </a:lnTo>
                <a:lnTo>
                  <a:pt x="6" y="14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905" name="Google Shape;905;p38"/>
          <p:cNvSpPr/>
          <p:nvPr/>
        </p:nvSpPr>
        <p:spPr>
          <a:xfrm>
            <a:off x="8681040" y="5353920"/>
            <a:ext cx="16560" cy="16920"/>
          </a:xfrm>
          <a:custGeom>
            <a:rect b="b" l="l" r="r" t="t"/>
            <a:pathLst>
              <a:path extrusionOk="0" h="47" w="46">
                <a:moveTo>
                  <a:pt x="37" y="46"/>
                </a:moveTo>
                <a:lnTo>
                  <a:pt x="22" y="39"/>
                </a:lnTo>
                <a:lnTo>
                  <a:pt x="9" y="46"/>
                </a:lnTo>
                <a:lnTo>
                  <a:pt x="11" y="30"/>
                </a:lnTo>
                <a:lnTo>
                  <a:pt x="0" y="18"/>
                </a:lnTo>
                <a:lnTo>
                  <a:pt x="15" y="15"/>
                </a:lnTo>
                <a:lnTo>
                  <a:pt x="22" y="0"/>
                </a:lnTo>
                <a:lnTo>
                  <a:pt x="30" y="15"/>
                </a:lnTo>
                <a:lnTo>
                  <a:pt x="45" y="18"/>
                </a:lnTo>
                <a:lnTo>
                  <a:pt x="35" y="30"/>
                </a:lnTo>
                <a:lnTo>
                  <a:pt x="37" y="46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906" name="Google Shape;906;p38"/>
          <p:cNvSpPr/>
          <p:nvPr/>
        </p:nvSpPr>
        <p:spPr>
          <a:xfrm>
            <a:off x="8697240" y="5332680"/>
            <a:ext cx="18000" cy="21600"/>
          </a:xfrm>
          <a:custGeom>
            <a:rect b="b" l="l" r="r" t="t"/>
            <a:pathLst>
              <a:path extrusionOk="0" h="60" w="50">
                <a:moveTo>
                  <a:pt x="49" y="45"/>
                </a:moveTo>
                <a:lnTo>
                  <a:pt x="32" y="45"/>
                </a:lnTo>
                <a:lnTo>
                  <a:pt x="24" y="59"/>
                </a:lnTo>
                <a:lnTo>
                  <a:pt x="17" y="45"/>
                </a:lnTo>
                <a:lnTo>
                  <a:pt x="0" y="45"/>
                </a:lnTo>
                <a:lnTo>
                  <a:pt x="9" y="30"/>
                </a:lnTo>
                <a:lnTo>
                  <a:pt x="0" y="15"/>
                </a:lnTo>
                <a:lnTo>
                  <a:pt x="17" y="15"/>
                </a:lnTo>
                <a:lnTo>
                  <a:pt x="24" y="0"/>
                </a:lnTo>
                <a:lnTo>
                  <a:pt x="32" y="15"/>
                </a:lnTo>
                <a:lnTo>
                  <a:pt x="49" y="15"/>
                </a:lnTo>
                <a:lnTo>
                  <a:pt x="40" y="30"/>
                </a:lnTo>
                <a:lnTo>
                  <a:pt x="49" y="45"/>
                </a:lnTo>
              </a:path>
            </a:pathLst>
          </a:custGeom>
          <a:solidFill>
            <a:srgbClr val="FEFEFE"/>
          </a:solidFill>
          <a:ln>
            <a:noFill/>
          </a:ln>
        </p:spPr>
      </p:sp>
      <p:sp>
        <p:nvSpPr>
          <p:cNvPr id="907" name="Google Shape;907;p38"/>
          <p:cNvSpPr/>
          <p:nvPr/>
        </p:nvSpPr>
        <p:spPr>
          <a:xfrm>
            <a:off x="8596080" y="5245920"/>
            <a:ext cx="164160" cy="106920"/>
          </a:xfrm>
          <a:custGeom>
            <a:rect b="b" l="l" r="r" t="t"/>
            <a:pathLst>
              <a:path extrusionOk="0" h="297" w="456">
                <a:moveTo>
                  <a:pt x="226" y="105"/>
                </a:moveTo>
                <a:lnTo>
                  <a:pt x="426" y="296"/>
                </a:lnTo>
                <a:cubicBezTo>
                  <a:pt x="438" y="270"/>
                  <a:pt x="448" y="243"/>
                  <a:pt x="455" y="218"/>
                </a:cubicBezTo>
                <a:lnTo>
                  <a:pt x="226" y="0"/>
                </a:lnTo>
                <a:lnTo>
                  <a:pt x="0" y="218"/>
                </a:lnTo>
                <a:cubicBezTo>
                  <a:pt x="7" y="243"/>
                  <a:pt x="17" y="270"/>
                  <a:pt x="30" y="296"/>
                </a:cubicBezTo>
                <a:lnTo>
                  <a:pt x="226" y="105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8"/>
          <p:cNvSpPr/>
          <p:nvPr/>
        </p:nvSpPr>
        <p:spPr>
          <a:xfrm>
            <a:off x="8780400" y="5329080"/>
            <a:ext cx="20160" cy="46800"/>
          </a:xfrm>
          <a:custGeom>
            <a:rect b="b" l="l" r="r" t="t"/>
            <a:pathLst>
              <a:path extrusionOk="0" h="130" w="56">
                <a:moveTo>
                  <a:pt x="20" y="129"/>
                </a:moveTo>
                <a:lnTo>
                  <a:pt x="32" y="58"/>
                </a:lnTo>
                <a:lnTo>
                  <a:pt x="0" y="28"/>
                </a:lnTo>
                <a:cubicBezTo>
                  <a:pt x="3" y="19"/>
                  <a:pt x="7" y="9"/>
                  <a:pt x="9" y="0"/>
                </a:cubicBezTo>
                <a:cubicBezTo>
                  <a:pt x="19" y="9"/>
                  <a:pt x="50" y="39"/>
                  <a:pt x="55" y="43"/>
                </a:cubicBezTo>
                <a:cubicBezTo>
                  <a:pt x="45" y="73"/>
                  <a:pt x="33" y="104"/>
                  <a:pt x="20" y="129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8"/>
          <p:cNvSpPr/>
          <p:nvPr/>
        </p:nvSpPr>
        <p:spPr>
          <a:xfrm>
            <a:off x="8778240" y="5365440"/>
            <a:ext cx="7920" cy="19080"/>
          </a:xfrm>
          <a:custGeom>
            <a:rect b="b" l="l" r="r" t="t"/>
            <a:pathLst>
              <a:path extrusionOk="0" h="53" w="22">
                <a:moveTo>
                  <a:pt x="13" y="52"/>
                </a:moveTo>
                <a:cubicBezTo>
                  <a:pt x="10" y="50"/>
                  <a:pt x="6" y="45"/>
                  <a:pt x="0" y="40"/>
                </a:cubicBezTo>
                <a:cubicBezTo>
                  <a:pt x="8" y="27"/>
                  <a:pt x="14" y="13"/>
                  <a:pt x="21" y="0"/>
                </a:cubicBezTo>
                <a:lnTo>
                  <a:pt x="13" y="52"/>
                </a:ln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8"/>
          <p:cNvSpPr/>
          <p:nvPr/>
        </p:nvSpPr>
        <p:spPr>
          <a:xfrm>
            <a:off x="8555400" y="5329080"/>
            <a:ext cx="19800" cy="46800"/>
          </a:xfrm>
          <a:custGeom>
            <a:rect b="b" l="l" r="r" t="t"/>
            <a:pathLst>
              <a:path extrusionOk="0" h="130" w="55">
                <a:moveTo>
                  <a:pt x="0" y="43"/>
                </a:moveTo>
                <a:cubicBezTo>
                  <a:pt x="4" y="39"/>
                  <a:pt x="36" y="9"/>
                  <a:pt x="45" y="0"/>
                </a:cubicBezTo>
                <a:cubicBezTo>
                  <a:pt x="47" y="9"/>
                  <a:pt x="51" y="19"/>
                  <a:pt x="54" y="28"/>
                </a:cubicBezTo>
                <a:lnTo>
                  <a:pt x="23" y="58"/>
                </a:lnTo>
                <a:lnTo>
                  <a:pt x="34" y="129"/>
                </a:lnTo>
                <a:cubicBezTo>
                  <a:pt x="22" y="104"/>
                  <a:pt x="9" y="72"/>
                  <a:pt x="0" y="43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8"/>
          <p:cNvSpPr/>
          <p:nvPr/>
        </p:nvSpPr>
        <p:spPr>
          <a:xfrm>
            <a:off x="8569800" y="5365440"/>
            <a:ext cx="7920" cy="19080"/>
          </a:xfrm>
          <a:custGeom>
            <a:rect b="b" l="l" r="r" t="t"/>
            <a:pathLst>
              <a:path extrusionOk="0" h="53" w="22">
                <a:moveTo>
                  <a:pt x="9" y="52"/>
                </a:moveTo>
                <a:lnTo>
                  <a:pt x="0" y="0"/>
                </a:lnTo>
                <a:cubicBezTo>
                  <a:pt x="8" y="14"/>
                  <a:pt x="14" y="28"/>
                  <a:pt x="21" y="40"/>
                </a:cubicBezTo>
                <a:cubicBezTo>
                  <a:pt x="17" y="45"/>
                  <a:pt x="12" y="50"/>
                  <a:pt x="9" y="5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8"/>
          <p:cNvSpPr/>
          <p:nvPr/>
        </p:nvSpPr>
        <p:spPr>
          <a:xfrm>
            <a:off x="8568720" y="5335920"/>
            <a:ext cx="218880" cy="125640"/>
          </a:xfrm>
          <a:custGeom>
            <a:rect b="b" l="l" r="r" t="t"/>
            <a:pathLst>
              <a:path extrusionOk="0" h="349" w="608">
                <a:moveTo>
                  <a:pt x="566" y="132"/>
                </a:moveTo>
                <a:cubicBezTo>
                  <a:pt x="509" y="229"/>
                  <a:pt x="429" y="299"/>
                  <a:pt x="334" y="337"/>
                </a:cubicBezTo>
                <a:cubicBezTo>
                  <a:pt x="334" y="337"/>
                  <a:pt x="308" y="347"/>
                  <a:pt x="303" y="348"/>
                </a:cubicBezTo>
                <a:cubicBezTo>
                  <a:pt x="301" y="347"/>
                  <a:pt x="273" y="337"/>
                  <a:pt x="273" y="337"/>
                </a:cubicBezTo>
                <a:cubicBezTo>
                  <a:pt x="179" y="299"/>
                  <a:pt x="98" y="229"/>
                  <a:pt x="41" y="132"/>
                </a:cubicBezTo>
                <a:cubicBezTo>
                  <a:pt x="25" y="104"/>
                  <a:pt x="11" y="73"/>
                  <a:pt x="0" y="43"/>
                </a:cubicBezTo>
                <a:cubicBezTo>
                  <a:pt x="4" y="38"/>
                  <a:pt x="34" y="9"/>
                  <a:pt x="43" y="0"/>
                </a:cubicBezTo>
                <a:cubicBezTo>
                  <a:pt x="54" y="37"/>
                  <a:pt x="69" y="71"/>
                  <a:pt x="87" y="101"/>
                </a:cubicBezTo>
                <a:cubicBezTo>
                  <a:pt x="137" y="187"/>
                  <a:pt x="208" y="249"/>
                  <a:pt x="292" y="282"/>
                </a:cubicBezTo>
                <a:lnTo>
                  <a:pt x="303" y="287"/>
                </a:lnTo>
                <a:lnTo>
                  <a:pt x="316" y="282"/>
                </a:lnTo>
                <a:cubicBezTo>
                  <a:pt x="399" y="249"/>
                  <a:pt x="470" y="187"/>
                  <a:pt x="519" y="101"/>
                </a:cubicBezTo>
                <a:cubicBezTo>
                  <a:pt x="538" y="70"/>
                  <a:pt x="552" y="37"/>
                  <a:pt x="563" y="0"/>
                </a:cubicBezTo>
                <a:cubicBezTo>
                  <a:pt x="572" y="9"/>
                  <a:pt x="602" y="38"/>
                  <a:pt x="607" y="43"/>
                </a:cubicBezTo>
                <a:cubicBezTo>
                  <a:pt x="595" y="75"/>
                  <a:pt x="581" y="104"/>
                  <a:pt x="566" y="132"/>
                </a:cubicBezTo>
              </a:path>
            </a:pathLst>
          </a:cu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8"/>
          <p:cNvSpPr/>
          <p:nvPr/>
        </p:nvSpPr>
        <p:spPr>
          <a:xfrm>
            <a:off x="8578800" y="5364360"/>
            <a:ext cx="15120" cy="14760"/>
          </a:xfrm>
          <a:custGeom>
            <a:rect b="b" l="l" r="r" t="t"/>
            <a:pathLst>
              <a:path extrusionOk="0" h="41" w="42">
                <a:moveTo>
                  <a:pt x="20" y="8"/>
                </a:moveTo>
                <a:lnTo>
                  <a:pt x="32" y="5"/>
                </a:lnTo>
                <a:lnTo>
                  <a:pt x="24" y="17"/>
                </a:lnTo>
                <a:lnTo>
                  <a:pt x="20" y="8"/>
                </a:lnTo>
                <a:moveTo>
                  <a:pt x="31" y="20"/>
                </a:moveTo>
                <a:lnTo>
                  <a:pt x="41" y="9"/>
                </a:lnTo>
                <a:lnTo>
                  <a:pt x="40" y="7"/>
                </a:lnTo>
                <a:cubicBezTo>
                  <a:pt x="39" y="4"/>
                  <a:pt x="36" y="2"/>
                  <a:pt x="35" y="0"/>
                </a:cubicBezTo>
                <a:cubicBezTo>
                  <a:pt x="24" y="2"/>
                  <a:pt x="10" y="5"/>
                  <a:pt x="3" y="5"/>
                </a:cubicBezTo>
                <a:lnTo>
                  <a:pt x="1" y="2"/>
                </a:lnTo>
                <a:lnTo>
                  <a:pt x="0" y="4"/>
                </a:lnTo>
                <a:cubicBezTo>
                  <a:pt x="1" y="5"/>
                  <a:pt x="1" y="8"/>
                  <a:pt x="2" y="9"/>
                </a:cubicBezTo>
                <a:cubicBezTo>
                  <a:pt x="3" y="12"/>
                  <a:pt x="4" y="14"/>
                  <a:pt x="6" y="15"/>
                </a:cubicBezTo>
                <a:lnTo>
                  <a:pt x="7" y="14"/>
                </a:lnTo>
                <a:lnTo>
                  <a:pt x="7" y="12"/>
                </a:lnTo>
                <a:lnTo>
                  <a:pt x="15" y="9"/>
                </a:lnTo>
                <a:lnTo>
                  <a:pt x="21" y="19"/>
                </a:lnTo>
                <a:cubicBezTo>
                  <a:pt x="19" y="21"/>
                  <a:pt x="17" y="25"/>
                  <a:pt x="14" y="27"/>
                </a:cubicBezTo>
                <a:lnTo>
                  <a:pt x="12" y="25"/>
                </a:lnTo>
                <a:lnTo>
                  <a:pt x="10" y="26"/>
                </a:lnTo>
                <a:cubicBezTo>
                  <a:pt x="11" y="28"/>
                  <a:pt x="13" y="31"/>
                  <a:pt x="14" y="33"/>
                </a:cubicBezTo>
                <a:cubicBezTo>
                  <a:pt x="15" y="34"/>
                  <a:pt x="17" y="38"/>
                  <a:pt x="18" y="40"/>
                </a:cubicBezTo>
                <a:lnTo>
                  <a:pt x="20" y="39"/>
                </a:lnTo>
                <a:lnTo>
                  <a:pt x="19" y="36"/>
                </a:lnTo>
                <a:cubicBezTo>
                  <a:pt x="21" y="33"/>
                  <a:pt x="26" y="26"/>
                  <a:pt x="31" y="2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8"/>
          <p:cNvSpPr/>
          <p:nvPr/>
        </p:nvSpPr>
        <p:spPr>
          <a:xfrm>
            <a:off x="8589600" y="5378040"/>
            <a:ext cx="17280" cy="18000"/>
          </a:xfrm>
          <a:custGeom>
            <a:rect b="b" l="l" r="r" t="t"/>
            <a:pathLst>
              <a:path extrusionOk="0" h="50" w="48">
                <a:moveTo>
                  <a:pt x="46" y="33"/>
                </a:moveTo>
                <a:lnTo>
                  <a:pt x="47" y="30"/>
                </a:lnTo>
                <a:cubicBezTo>
                  <a:pt x="46" y="28"/>
                  <a:pt x="45" y="26"/>
                  <a:pt x="44" y="25"/>
                </a:cubicBezTo>
                <a:cubicBezTo>
                  <a:pt x="43" y="24"/>
                  <a:pt x="42" y="21"/>
                  <a:pt x="41" y="20"/>
                </a:cubicBezTo>
                <a:lnTo>
                  <a:pt x="39" y="21"/>
                </a:lnTo>
                <a:lnTo>
                  <a:pt x="41" y="24"/>
                </a:lnTo>
                <a:cubicBezTo>
                  <a:pt x="36" y="28"/>
                  <a:pt x="24" y="39"/>
                  <a:pt x="24" y="39"/>
                </a:cubicBezTo>
                <a:cubicBezTo>
                  <a:pt x="28" y="28"/>
                  <a:pt x="31" y="19"/>
                  <a:pt x="34" y="9"/>
                </a:cubicBezTo>
                <a:cubicBezTo>
                  <a:pt x="33" y="8"/>
                  <a:pt x="31" y="7"/>
                  <a:pt x="31" y="5"/>
                </a:cubicBezTo>
                <a:cubicBezTo>
                  <a:pt x="30" y="4"/>
                  <a:pt x="29" y="1"/>
                  <a:pt x="28" y="0"/>
                </a:cubicBezTo>
                <a:lnTo>
                  <a:pt x="26" y="1"/>
                </a:lnTo>
                <a:lnTo>
                  <a:pt x="28" y="5"/>
                </a:lnTo>
                <a:cubicBezTo>
                  <a:pt x="25" y="6"/>
                  <a:pt x="23" y="8"/>
                  <a:pt x="20" y="11"/>
                </a:cubicBezTo>
                <a:lnTo>
                  <a:pt x="12" y="17"/>
                </a:lnTo>
                <a:cubicBezTo>
                  <a:pt x="10" y="18"/>
                  <a:pt x="6" y="20"/>
                  <a:pt x="3" y="21"/>
                </a:cubicBezTo>
                <a:lnTo>
                  <a:pt x="2" y="19"/>
                </a:lnTo>
                <a:lnTo>
                  <a:pt x="0" y="20"/>
                </a:lnTo>
                <a:cubicBezTo>
                  <a:pt x="1" y="23"/>
                  <a:pt x="2" y="24"/>
                  <a:pt x="3" y="25"/>
                </a:cubicBezTo>
                <a:cubicBezTo>
                  <a:pt x="4" y="27"/>
                  <a:pt x="6" y="28"/>
                  <a:pt x="7" y="32"/>
                </a:cubicBezTo>
                <a:lnTo>
                  <a:pt x="10" y="30"/>
                </a:lnTo>
                <a:lnTo>
                  <a:pt x="7" y="26"/>
                </a:lnTo>
                <a:cubicBezTo>
                  <a:pt x="12" y="23"/>
                  <a:pt x="19" y="18"/>
                  <a:pt x="24" y="13"/>
                </a:cubicBezTo>
                <a:cubicBezTo>
                  <a:pt x="21" y="23"/>
                  <a:pt x="18" y="33"/>
                  <a:pt x="14" y="43"/>
                </a:cubicBezTo>
                <a:cubicBezTo>
                  <a:pt x="15" y="44"/>
                  <a:pt x="17" y="45"/>
                  <a:pt x="17" y="46"/>
                </a:cubicBezTo>
                <a:cubicBezTo>
                  <a:pt x="18" y="47"/>
                  <a:pt x="19" y="49"/>
                  <a:pt x="19" y="49"/>
                </a:cubicBezTo>
                <a:cubicBezTo>
                  <a:pt x="21" y="47"/>
                  <a:pt x="24" y="44"/>
                  <a:pt x="29" y="41"/>
                </a:cubicBezTo>
                <a:lnTo>
                  <a:pt x="36" y="36"/>
                </a:lnTo>
                <a:cubicBezTo>
                  <a:pt x="39" y="33"/>
                  <a:pt x="42" y="32"/>
                  <a:pt x="44" y="28"/>
                </a:cubicBezTo>
                <a:lnTo>
                  <a:pt x="46" y="33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8"/>
          <p:cNvSpPr/>
          <p:nvPr/>
        </p:nvSpPr>
        <p:spPr>
          <a:xfrm>
            <a:off x="8604000" y="5396760"/>
            <a:ext cx="15120" cy="15840"/>
          </a:xfrm>
          <a:custGeom>
            <a:rect b="b" l="l" r="r" t="t"/>
            <a:pathLst>
              <a:path extrusionOk="0" h="44" w="42">
                <a:moveTo>
                  <a:pt x="8" y="8"/>
                </a:moveTo>
                <a:cubicBezTo>
                  <a:pt x="0" y="15"/>
                  <a:pt x="1" y="26"/>
                  <a:pt x="6" y="34"/>
                </a:cubicBezTo>
                <a:cubicBezTo>
                  <a:pt x="11" y="39"/>
                  <a:pt x="15" y="41"/>
                  <a:pt x="22" y="43"/>
                </a:cubicBezTo>
                <a:lnTo>
                  <a:pt x="23" y="38"/>
                </a:lnTo>
                <a:cubicBezTo>
                  <a:pt x="19" y="38"/>
                  <a:pt x="15" y="35"/>
                  <a:pt x="14" y="33"/>
                </a:cubicBezTo>
                <a:cubicBezTo>
                  <a:pt x="9" y="27"/>
                  <a:pt x="9" y="19"/>
                  <a:pt x="14" y="14"/>
                </a:cubicBezTo>
                <a:cubicBezTo>
                  <a:pt x="20" y="8"/>
                  <a:pt x="26" y="11"/>
                  <a:pt x="30" y="14"/>
                </a:cubicBezTo>
                <a:cubicBezTo>
                  <a:pt x="33" y="16"/>
                  <a:pt x="34" y="19"/>
                  <a:pt x="34" y="22"/>
                </a:cubicBezTo>
                <a:lnTo>
                  <a:pt x="33" y="25"/>
                </a:lnTo>
                <a:lnTo>
                  <a:pt x="34" y="26"/>
                </a:lnTo>
                <a:cubicBezTo>
                  <a:pt x="36" y="25"/>
                  <a:pt x="39" y="22"/>
                  <a:pt x="41" y="21"/>
                </a:cubicBezTo>
                <a:cubicBezTo>
                  <a:pt x="39" y="18"/>
                  <a:pt x="37" y="14"/>
                  <a:pt x="35" y="11"/>
                </a:cubicBezTo>
                <a:cubicBezTo>
                  <a:pt x="25" y="2"/>
                  <a:pt x="15" y="0"/>
                  <a:pt x="8" y="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8"/>
          <p:cNvSpPr/>
          <p:nvPr/>
        </p:nvSpPr>
        <p:spPr>
          <a:xfrm>
            <a:off x="8618040" y="5410800"/>
            <a:ext cx="16200" cy="17280"/>
          </a:xfrm>
          <a:custGeom>
            <a:rect b="b" l="l" r="r" t="t"/>
            <a:pathLst>
              <a:path extrusionOk="0" h="48" w="45">
                <a:moveTo>
                  <a:pt x="29" y="30"/>
                </a:moveTo>
                <a:cubicBezTo>
                  <a:pt x="24" y="37"/>
                  <a:pt x="18" y="38"/>
                  <a:pt x="13" y="34"/>
                </a:cubicBezTo>
                <a:cubicBezTo>
                  <a:pt x="8" y="29"/>
                  <a:pt x="8" y="22"/>
                  <a:pt x="13" y="16"/>
                </a:cubicBezTo>
                <a:cubicBezTo>
                  <a:pt x="18" y="10"/>
                  <a:pt x="24" y="9"/>
                  <a:pt x="29" y="12"/>
                </a:cubicBezTo>
                <a:cubicBezTo>
                  <a:pt x="35" y="17"/>
                  <a:pt x="34" y="24"/>
                  <a:pt x="29" y="30"/>
                </a:cubicBezTo>
                <a:moveTo>
                  <a:pt x="33" y="9"/>
                </a:moveTo>
                <a:cubicBezTo>
                  <a:pt x="23" y="0"/>
                  <a:pt x="13" y="2"/>
                  <a:pt x="6" y="10"/>
                </a:cubicBezTo>
                <a:cubicBezTo>
                  <a:pt x="0" y="18"/>
                  <a:pt x="1" y="29"/>
                  <a:pt x="11" y="38"/>
                </a:cubicBezTo>
                <a:cubicBezTo>
                  <a:pt x="19" y="47"/>
                  <a:pt x="30" y="44"/>
                  <a:pt x="37" y="37"/>
                </a:cubicBezTo>
                <a:cubicBezTo>
                  <a:pt x="44" y="26"/>
                  <a:pt x="41" y="17"/>
                  <a:pt x="33" y="9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8"/>
          <p:cNvSpPr/>
          <p:nvPr/>
        </p:nvSpPr>
        <p:spPr>
          <a:xfrm>
            <a:off x="8634240" y="5423400"/>
            <a:ext cx="15840" cy="18720"/>
          </a:xfrm>
          <a:custGeom>
            <a:rect b="b" l="l" r="r" t="t"/>
            <a:pathLst>
              <a:path extrusionOk="0" h="52" w="44">
                <a:moveTo>
                  <a:pt x="33" y="21"/>
                </a:moveTo>
                <a:cubicBezTo>
                  <a:pt x="31" y="25"/>
                  <a:pt x="28" y="25"/>
                  <a:pt x="23" y="23"/>
                </a:cubicBezTo>
                <a:cubicBezTo>
                  <a:pt x="22" y="21"/>
                  <a:pt x="22" y="21"/>
                  <a:pt x="21" y="19"/>
                </a:cubicBezTo>
                <a:lnTo>
                  <a:pt x="22" y="17"/>
                </a:lnTo>
                <a:cubicBezTo>
                  <a:pt x="24" y="14"/>
                  <a:pt x="25" y="12"/>
                  <a:pt x="26" y="11"/>
                </a:cubicBezTo>
                <a:cubicBezTo>
                  <a:pt x="28" y="12"/>
                  <a:pt x="29" y="12"/>
                  <a:pt x="30" y="13"/>
                </a:cubicBezTo>
                <a:cubicBezTo>
                  <a:pt x="34" y="15"/>
                  <a:pt x="34" y="18"/>
                  <a:pt x="33" y="21"/>
                </a:cubicBezTo>
                <a:moveTo>
                  <a:pt x="35" y="11"/>
                </a:moveTo>
                <a:cubicBezTo>
                  <a:pt x="33" y="9"/>
                  <a:pt x="31" y="8"/>
                  <a:pt x="29" y="7"/>
                </a:cubicBezTo>
                <a:cubicBezTo>
                  <a:pt x="28" y="6"/>
                  <a:pt x="25" y="5"/>
                  <a:pt x="23" y="4"/>
                </a:cubicBezTo>
                <a:cubicBezTo>
                  <a:pt x="21" y="2"/>
                  <a:pt x="20" y="1"/>
                  <a:pt x="19" y="0"/>
                </a:cubicBezTo>
                <a:lnTo>
                  <a:pt x="18" y="1"/>
                </a:lnTo>
                <a:lnTo>
                  <a:pt x="20" y="4"/>
                </a:lnTo>
                <a:cubicBezTo>
                  <a:pt x="18" y="7"/>
                  <a:pt x="17" y="9"/>
                  <a:pt x="14" y="12"/>
                </a:cubicBezTo>
                <a:lnTo>
                  <a:pt x="10" y="23"/>
                </a:lnTo>
                <a:cubicBezTo>
                  <a:pt x="9" y="25"/>
                  <a:pt x="6" y="27"/>
                  <a:pt x="4" y="30"/>
                </a:cubicBezTo>
                <a:lnTo>
                  <a:pt x="1" y="28"/>
                </a:lnTo>
                <a:lnTo>
                  <a:pt x="0" y="31"/>
                </a:lnTo>
                <a:cubicBezTo>
                  <a:pt x="2" y="32"/>
                  <a:pt x="4" y="33"/>
                  <a:pt x="8" y="36"/>
                </a:cubicBezTo>
                <a:cubicBezTo>
                  <a:pt x="10" y="37"/>
                  <a:pt x="12" y="38"/>
                  <a:pt x="14" y="39"/>
                </a:cubicBezTo>
                <a:lnTo>
                  <a:pt x="14" y="38"/>
                </a:lnTo>
                <a:lnTo>
                  <a:pt x="13" y="36"/>
                </a:lnTo>
                <a:cubicBezTo>
                  <a:pt x="14" y="32"/>
                  <a:pt x="15" y="30"/>
                  <a:pt x="18" y="27"/>
                </a:cubicBezTo>
                <a:lnTo>
                  <a:pt x="19" y="24"/>
                </a:lnTo>
                <a:lnTo>
                  <a:pt x="21" y="26"/>
                </a:lnTo>
                <a:cubicBezTo>
                  <a:pt x="21" y="31"/>
                  <a:pt x="22" y="39"/>
                  <a:pt x="22" y="46"/>
                </a:cubicBezTo>
                <a:cubicBezTo>
                  <a:pt x="25" y="47"/>
                  <a:pt x="29" y="49"/>
                  <a:pt x="31" y="51"/>
                </a:cubicBezTo>
                <a:lnTo>
                  <a:pt x="32" y="49"/>
                </a:lnTo>
                <a:lnTo>
                  <a:pt x="32" y="47"/>
                </a:lnTo>
                <a:cubicBezTo>
                  <a:pt x="31" y="45"/>
                  <a:pt x="30" y="33"/>
                  <a:pt x="29" y="30"/>
                </a:cubicBezTo>
                <a:cubicBezTo>
                  <a:pt x="33" y="32"/>
                  <a:pt x="39" y="31"/>
                  <a:pt x="41" y="26"/>
                </a:cubicBezTo>
                <a:cubicBezTo>
                  <a:pt x="43" y="23"/>
                  <a:pt x="43" y="15"/>
                  <a:pt x="35" y="11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8"/>
          <p:cNvSpPr/>
          <p:nvPr/>
        </p:nvSpPr>
        <p:spPr>
          <a:xfrm>
            <a:off x="8651160" y="5435640"/>
            <a:ext cx="13320" cy="15840"/>
          </a:xfrm>
          <a:custGeom>
            <a:rect b="b" l="l" r="r" t="t"/>
            <a:pathLst>
              <a:path extrusionOk="0" h="44" w="37">
                <a:moveTo>
                  <a:pt x="26" y="20"/>
                </a:moveTo>
                <a:lnTo>
                  <a:pt x="20" y="17"/>
                </a:lnTo>
                <a:lnTo>
                  <a:pt x="28" y="5"/>
                </a:lnTo>
                <a:lnTo>
                  <a:pt x="26" y="20"/>
                </a:lnTo>
                <a:moveTo>
                  <a:pt x="36" y="4"/>
                </a:moveTo>
                <a:lnTo>
                  <a:pt x="33" y="2"/>
                </a:lnTo>
                <a:cubicBezTo>
                  <a:pt x="31" y="1"/>
                  <a:pt x="29" y="1"/>
                  <a:pt x="26" y="0"/>
                </a:cubicBezTo>
                <a:cubicBezTo>
                  <a:pt x="20" y="8"/>
                  <a:pt x="9" y="20"/>
                  <a:pt x="3" y="25"/>
                </a:cubicBezTo>
                <a:lnTo>
                  <a:pt x="1" y="25"/>
                </a:lnTo>
                <a:lnTo>
                  <a:pt x="0" y="26"/>
                </a:lnTo>
                <a:cubicBezTo>
                  <a:pt x="1" y="27"/>
                  <a:pt x="3" y="28"/>
                  <a:pt x="4" y="28"/>
                </a:cubicBezTo>
                <a:cubicBezTo>
                  <a:pt x="7" y="30"/>
                  <a:pt x="9" y="31"/>
                  <a:pt x="12" y="32"/>
                </a:cubicBezTo>
                <a:lnTo>
                  <a:pt x="12" y="30"/>
                </a:lnTo>
                <a:lnTo>
                  <a:pt x="9" y="27"/>
                </a:lnTo>
                <a:lnTo>
                  <a:pt x="17" y="19"/>
                </a:lnTo>
                <a:lnTo>
                  <a:pt x="26" y="24"/>
                </a:lnTo>
                <a:cubicBezTo>
                  <a:pt x="26" y="27"/>
                  <a:pt x="25" y="32"/>
                  <a:pt x="24" y="34"/>
                </a:cubicBezTo>
                <a:lnTo>
                  <a:pt x="22" y="34"/>
                </a:lnTo>
                <a:lnTo>
                  <a:pt x="21" y="37"/>
                </a:lnTo>
                <a:cubicBezTo>
                  <a:pt x="23" y="38"/>
                  <a:pt x="26" y="38"/>
                  <a:pt x="29" y="39"/>
                </a:cubicBezTo>
                <a:cubicBezTo>
                  <a:pt x="30" y="40"/>
                  <a:pt x="33" y="41"/>
                  <a:pt x="35" y="43"/>
                </a:cubicBezTo>
                <a:lnTo>
                  <a:pt x="36" y="41"/>
                </a:lnTo>
                <a:lnTo>
                  <a:pt x="33" y="39"/>
                </a:lnTo>
                <a:cubicBezTo>
                  <a:pt x="33" y="36"/>
                  <a:pt x="34" y="26"/>
                  <a:pt x="34" y="19"/>
                </a:cubicBezTo>
                <a:lnTo>
                  <a:pt x="36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8"/>
          <p:cNvSpPr/>
          <p:nvPr/>
        </p:nvSpPr>
        <p:spPr>
          <a:xfrm>
            <a:off x="8689320" y="5435640"/>
            <a:ext cx="10440" cy="14760"/>
          </a:xfrm>
          <a:custGeom>
            <a:rect b="b" l="l" r="r" t="t"/>
            <a:pathLst>
              <a:path extrusionOk="0" h="41" w="29">
                <a:moveTo>
                  <a:pt x="24" y="31"/>
                </a:moveTo>
                <a:cubicBezTo>
                  <a:pt x="22" y="28"/>
                  <a:pt x="21" y="26"/>
                  <a:pt x="20" y="23"/>
                </a:cubicBezTo>
                <a:lnTo>
                  <a:pt x="17" y="13"/>
                </a:lnTo>
                <a:cubicBezTo>
                  <a:pt x="15" y="9"/>
                  <a:pt x="14" y="7"/>
                  <a:pt x="13" y="4"/>
                </a:cubicBezTo>
                <a:lnTo>
                  <a:pt x="15" y="2"/>
                </a:lnTo>
                <a:lnTo>
                  <a:pt x="14" y="0"/>
                </a:lnTo>
                <a:cubicBezTo>
                  <a:pt x="12" y="1"/>
                  <a:pt x="10" y="2"/>
                  <a:pt x="8" y="4"/>
                </a:cubicBezTo>
                <a:cubicBezTo>
                  <a:pt x="6" y="5"/>
                  <a:pt x="2" y="6"/>
                  <a:pt x="0" y="7"/>
                </a:cubicBezTo>
                <a:lnTo>
                  <a:pt x="0" y="9"/>
                </a:lnTo>
                <a:lnTo>
                  <a:pt x="3" y="8"/>
                </a:lnTo>
                <a:cubicBezTo>
                  <a:pt x="6" y="11"/>
                  <a:pt x="7" y="13"/>
                  <a:pt x="9" y="17"/>
                </a:cubicBezTo>
                <a:lnTo>
                  <a:pt x="12" y="26"/>
                </a:lnTo>
                <a:cubicBezTo>
                  <a:pt x="13" y="30"/>
                  <a:pt x="14" y="32"/>
                  <a:pt x="15" y="37"/>
                </a:cubicBezTo>
                <a:lnTo>
                  <a:pt x="13" y="38"/>
                </a:lnTo>
                <a:lnTo>
                  <a:pt x="14" y="40"/>
                </a:lnTo>
                <a:cubicBezTo>
                  <a:pt x="17" y="39"/>
                  <a:pt x="19" y="38"/>
                  <a:pt x="21" y="37"/>
                </a:cubicBezTo>
                <a:cubicBezTo>
                  <a:pt x="23" y="34"/>
                  <a:pt x="25" y="33"/>
                  <a:pt x="28" y="32"/>
                </a:cubicBezTo>
                <a:lnTo>
                  <a:pt x="26" y="31"/>
                </a:lnTo>
                <a:lnTo>
                  <a:pt x="24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8"/>
          <p:cNvSpPr/>
          <p:nvPr/>
        </p:nvSpPr>
        <p:spPr>
          <a:xfrm>
            <a:off x="8700840" y="5423760"/>
            <a:ext cx="20160" cy="20520"/>
          </a:xfrm>
          <a:custGeom>
            <a:rect b="b" l="l" r="r" t="t"/>
            <a:pathLst>
              <a:path extrusionOk="0" h="57" w="56">
                <a:moveTo>
                  <a:pt x="51" y="31"/>
                </a:moveTo>
                <a:cubicBezTo>
                  <a:pt x="50" y="28"/>
                  <a:pt x="47" y="26"/>
                  <a:pt x="46" y="24"/>
                </a:cubicBezTo>
                <a:lnTo>
                  <a:pt x="41" y="14"/>
                </a:lnTo>
                <a:cubicBezTo>
                  <a:pt x="40" y="11"/>
                  <a:pt x="37" y="7"/>
                  <a:pt x="36" y="5"/>
                </a:cubicBezTo>
                <a:lnTo>
                  <a:pt x="40" y="2"/>
                </a:lnTo>
                <a:lnTo>
                  <a:pt x="37" y="0"/>
                </a:lnTo>
                <a:cubicBezTo>
                  <a:pt x="35" y="2"/>
                  <a:pt x="33" y="4"/>
                  <a:pt x="31" y="5"/>
                </a:cubicBezTo>
                <a:cubicBezTo>
                  <a:pt x="29" y="6"/>
                  <a:pt x="28" y="7"/>
                  <a:pt x="25" y="8"/>
                </a:cubicBezTo>
                <a:cubicBezTo>
                  <a:pt x="26" y="14"/>
                  <a:pt x="30" y="31"/>
                  <a:pt x="31" y="34"/>
                </a:cubicBezTo>
                <a:cubicBezTo>
                  <a:pt x="26" y="32"/>
                  <a:pt x="14" y="21"/>
                  <a:pt x="12" y="18"/>
                </a:cubicBezTo>
                <a:cubicBezTo>
                  <a:pt x="10" y="19"/>
                  <a:pt x="8" y="20"/>
                  <a:pt x="7" y="21"/>
                </a:cubicBezTo>
                <a:cubicBezTo>
                  <a:pt x="4" y="24"/>
                  <a:pt x="2" y="24"/>
                  <a:pt x="0" y="25"/>
                </a:cubicBezTo>
                <a:lnTo>
                  <a:pt x="1" y="27"/>
                </a:lnTo>
                <a:lnTo>
                  <a:pt x="4" y="26"/>
                </a:lnTo>
                <a:lnTo>
                  <a:pt x="7" y="31"/>
                </a:lnTo>
                <a:cubicBezTo>
                  <a:pt x="9" y="34"/>
                  <a:pt x="15" y="49"/>
                  <a:pt x="18" y="52"/>
                </a:cubicBezTo>
                <a:lnTo>
                  <a:pt x="15" y="55"/>
                </a:lnTo>
                <a:lnTo>
                  <a:pt x="17" y="56"/>
                </a:lnTo>
                <a:cubicBezTo>
                  <a:pt x="18" y="55"/>
                  <a:pt x="20" y="53"/>
                  <a:pt x="21" y="52"/>
                </a:cubicBezTo>
                <a:cubicBezTo>
                  <a:pt x="23" y="52"/>
                  <a:pt x="24" y="51"/>
                  <a:pt x="26" y="50"/>
                </a:cubicBezTo>
                <a:lnTo>
                  <a:pt x="25" y="47"/>
                </a:lnTo>
                <a:lnTo>
                  <a:pt x="22" y="49"/>
                </a:lnTo>
                <a:cubicBezTo>
                  <a:pt x="21" y="46"/>
                  <a:pt x="19" y="44"/>
                  <a:pt x="18" y="40"/>
                </a:cubicBezTo>
                <a:lnTo>
                  <a:pt x="14" y="36"/>
                </a:lnTo>
                <a:cubicBezTo>
                  <a:pt x="12" y="31"/>
                  <a:pt x="11" y="28"/>
                  <a:pt x="10" y="27"/>
                </a:cubicBezTo>
                <a:cubicBezTo>
                  <a:pt x="22" y="38"/>
                  <a:pt x="29" y="43"/>
                  <a:pt x="32" y="46"/>
                </a:cubicBezTo>
                <a:lnTo>
                  <a:pt x="36" y="44"/>
                </a:lnTo>
                <a:lnTo>
                  <a:pt x="30" y="12"/>
                </a:lnTo>
                <a:cubicBezTo>
                  <a:pt x="31" y="15"/>
                  <a:pt x="33" y="18"/>
                  <a:pt x="35" y="23"/>
                </a:cubicBezTo>
                <a:lnTo>
                  <a:pt x="40" y="27"/>
                </a:lnTo>
                <a:cubicBezTo>
                  <a:pt x="41" y="31"/>
                  <a:pt x="42" y="33"/>
                  <a:pt x="43" y="36"/>
                </a:cubicBezTo>
                <a:lnTo>
                  <a:pt x="41" y="38"/>
                </a:lnTo>
                <a:lnTo>
                  <a:pt x="42" y="40"/>
                </a:lnTo>
                <a:cubicBezTo>
                  <a:pt x="44" y="38"/>
                  <a:pt x="46" y="37"/>
                  <a:pt x="49" y="36"/>
                </a:cubicBezTo>
                <a:cubicBezTo>
                  <a:pt x="51" y="34"/>
                  <a:pt x="53" y="33"/>
                  <a:pt x="55" y="32"/>
                </a:cubicBezTo>
                <a:lnTo>
                  <a:pt x="54" y="30"/>
                </a:lnTo>
                <a:lnTo>
                  <a:pt x="51" y="3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8"/>
          <p:cNvSpPr/>
          <p:nvPr/>
        </p:nvSpPr>
        <p:spPr>
          <a:xfrm>
            <a:off x="8719920" y="5412960"/>
            <a:ext cx="12960" cy="17280"/>
          </a:xfrm>
          <a:custGeom>
            <a:rect b="b" l="l" r="r" t="t"/>
            <a:pathLst>
              <a:path extrusionOk="0" h="48" w="36">
                <a:moveTo>
                  <a:pt x="30" y="37"/>
                </a:moveTo>
                <a:cubicBezTo>
                  <a:pt x="28" y="34"/>
                  <a:pt x="26" y="31"/>
                  <a:pt x="23" y="28"/>
                </a:cubicBezTo>
                <a:lnTo>
                  <a:pt x="20" y="22"/>
                </a:lnTo>
                <a:cubicBezTo>
                  <a:pt x="18" y="20"/>
                  <a:pt x="15" y="16"/>
                  <a:pt x="14" y="14"/>
                </a:cubicBezTo>
                <a:cubicBezTo>
                  <a:pt x="14" y="13"/>
                  <a:pt x="15" y="13"/>
                  <a:pt x="17" y="12"/>
                </a:cubicBezTo>
                <a:cubicBezTo>
                  <a:pt x="20" y="8"/>
                  <a:pt x="23" y="9"/>
                  <a:pt x="25" y="12"/>
                </a:cubicBezTo>
                <a:cubicBezTo>
                  <a:pt x="28" y="14"/>
                  <a:pt x="28" y="18"/>
                  <a:pt x="24" y="21"/>
                </a:cubicBezTo>
                <a:cubicBezTo>
                  <a:pt x="24" y="21"/>
                  <a:pt x="23" y="22"/>
                  <a:pt x="22" y="22"/>
                </a:cubicBezTo>
                <a:lnTo>
                  <a:pt x="24" y="27"/>
                </a:lnTo>
                <a:cubicBezTo>
                  <a:pt x="25" y="26"/>
                  <a:pt x="26" y="25"/>
                  <a:pt x="29" y="24"/>
                </a:cubicBezTo>
                <a:cubicBezTo>
                  <a:pt x="35" y="18"/>
                  <a:pt x="35" y="9"/>
                  <a:pt x="32" y="5"/>
                </a:cubicBezTo>
                <a:cubicBezTo>
                  <a:pt x="28" y="0"/>
                  <a:pt x="23" y="0"/>
                  <a:pt x="17" y="5"/>
                </a:cubicBezTo>
                <a:cubicBezTo>
                  <a:pt x="17" y="6"/>
                  <a:pt x="14" y="7"/>
                  <a:pt x="12" y="9"/>
                </a:cubicBezTo>
                <a:cubicBezTo>
                  <a:pt x="10" y="12"/>
                  <a:pt x="9" y="13"/>
                  <a:pt x="7" y="14"/>
                </a:cubicBezTo>
                <a:cubicBezTo>
                  <a:pt x="6" y="15"/>
                  <a:pt x="3" y="16"/>
                  <a:pt x="0" y="19"/>
                </a:cubicBezTo>
                <a:lnTo>
                  <a:pt x="1" y="20"/>
                </a:lnTo>
                <a:lnTo>
                  <a:pt x="6" y="19"/>
                </a:lnTo>
                <a:cubicBezTo>
                  <a:pt x="8" y="21"/>
                  <a:pt x="9" y="24"/>
                  <a:pt x="12" y="26"/>
                </a:cubicBezTo>
                <a:lnTo>
                  <a:pt x="17" y="35"/>
                </a:lnTo>
                <a:cubicBezTo>
                  <a:pt x="20" y="38"/>
                  <a:pt x="21" y="40"/>
                  <a:pt x="23" y="42"/>
                </a:cubicBezTo>
                <a:lnTo>
                  <a:pt x="21" y="45"/>
                </a:lnTo>
                <a:lnTo>
                  <a:pt x="22" y="47"/>
                </a:lnTo>
                <a:cubicBezTo>
                  <a:pt x="24" y="45"/>
                  <a:pt x="25" y="44"/>
                  <a:pt x="28" y="41"/>
                </a:cubicBezTo>
                <a:cubicBezTo>
                  <a:pt x="30" y="40"/>
                  <a:pt x="32" y="39"/>
                  <a:pt x="35" y="35"/>
                </a:cubicBezTo>
                <a:lnTo>
                  <a:pt x="34" y="34"/>
                </a:lnTo>
                <a:lnTo>
                  <a:pt x="30" y="37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8"/>
          <p:cNvSpPr/>
          <p:nvPr/>
        </p:nvSpPr>
        <p:spPr>
          <a:xfrm>
            <a:off x="8736120" y="5401800"/>
            <a:ext cx="15120" cy="16200"/>
          </a:xfrm>
          <a:custGeom>
            <a:rect b="b" l="l" r="r" t="t"/>
            <a:pathLst>
              <a:path extrusionOk="0" h="45" w="42">
                <a:moveTo>
                  <a:pt x="11" y="23"/>
                </a:moveTo>
                <a:lnTo>
                  <a:pt x="6" y="11"/>
                </a:lnTo>
                <a:lnTo>
                  <a:pt x="6" y="8"/>
                </a:lnTo>
                <a:lnTo>
                  <a:pt x="17" y="15"/>
                </a:lnTo>
                <a:lnTo>
                  <a:pt x="11" y="23"/>
                </a:lnTo>
                <a:moveTo>
                  <a:pt x="36" y="15"/>
                </a:moveTo>
                <a:cubicBezTo>
                  <a:pt x="34" y="14"/>
                  <a:pt x="25" y="11"/>
                  <a:pt x="19" y="7"/>
                </a:cubicBezTo>
                <a:lnTo>
                  <a:pt x="7" y="0"/>
                </a:lnTo>
                <a:lnTo>
                  <a:pt x="3" y="2"/>
                </a:lnTo>
                <a:cubicBezTo>
                  <a:pt x="2" y="4"/>
                  <a:pt x="1" y="6"/>
                  <a:pt x="0" y="8"/>
                </a:cubicBezTo>
                <a:cubicBezTo>
                  <a:pt x="4" y="19"/>
                  <a:pt x="11" y="33"/>
                  <a:pt x="13" y="40"/>
                </a:cubicBezTo>
                <a:lnTo>
                  <a:pt x="12" y="43"/>
                </a:lnTo>
                <a:lnTo>
                  <a:pt x="13" y="44"/>
                </a:lnTo>
                <a:cubicBezTo>
                  <a:pt x="14" y="43"/>
                  <a:pt x="15" y="41"/>
                  <a:pt x="17" y="40"/>
                </a:cubicBezTo>
                <a:cubicBezTo>
                  <a:pt x="19" y="38"/>
                  <a:pt x="20" y="37"/>
                  <a:pt x="23" y="34"/>
                </a:cubicBezTo>
                <a:lnTo>
                  <a:pt x="20" y="33"/>
                </a:lnTo>
                <a:lnTo>
                  <a:pt x="18" y="36"/>
                </a:lnTo>
                <a:lnTo>
                  <a:pt x="12" y="26"/>
                </a:lnTo>
                <a:lnTo>
                  <a:pt x="20" y="18"/>
                </a:lnTo>
                <a:cubicBezTo>
                  <a:pt x="24" y="19"/>
                  <a:pt x="28" y="21"/>
                  <a:pt x="30" y="23"/>
                </a:cubicBezTo>
                <a:lnTo>
                  <a:pt x="29" y="25"/>
                </a:lnTo>
                <a:lnTo>
                  <a:pt x="30" y="27"/>
                </a:lnTo>
                <a:cubicBezTo>
                  <a:pt x="32" y="25"/>
                  <a:pt x="33" y="23"/>
                  <a:pt x="35" y="21"/>
                </a:cubicBezTo>
                <a:cubicBezTo>
                  <a:pt x="37" y="19"/>
                  <a:pt x="39" y="17"/>
                  <a:pt x="41" y="15"/>
                </a:cubicBezTo>
                <a:lnTo>
                  <a:pt x="39" y="14"/>
                </a:lnTo>
                <a:lnTo>
                  <a:pt x="36" y="15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8"/>
          <p:cNvSpPr/>
          <p:nvPr/>
        </p:nvSpPr>
        <p:spPr>
          <a:xfrm>
            <a:off x="8745840" y="5383440"/>
            <a:ext cx="18000" cy="17640"/>
          </a:xfrm>
          <a:custGeom>
            <a:rect b="b" l="l" r="r" t="t"/>
            <a:pathLst>
              <a:path extrusionOk="0" h="49" w="50">
                <a:moveTo>
                  <a:pt x="20" y="22"/>
                </a:moveTo>
                <a:cubicBezTo>
                  <a:pt x="20" y="23"/>
                  <a:pt x="19" y="24"/>
                  <a:pt x="19" y="24"/>
                </a:cubicBezTo>
                <a:lnTo>
                  <a:pt x="17" y="23"/>
                </a:lnTo>
                <a:cubicBezTo>
                  <a:pt x="14" y="20"/>
                  <a:pt x="12" y="19"/>
                  <a:pt x="11" y="18"/>
                </a:cubicBezTo>
                <a:cubicBezTo>
                  <a:pt x="12" y="17"/>
                  <a:pt x="12" y="16"/>
                  <a:pt x="13" y="13"/>
                </a:cubicBezTo>
                <a:cubicBezTo>
                  <a:pt x="15" y="11"/>
                  <a:pt x="18" y="10"/>
                  <a:pt x="20" y="12"/>
                </a:cubicBezTo>
                <a:cubicBezTo>
                  <a:pt x="23" y="14"/>
                  <a:pt x="23" y="18"/>
                  <a:pt x="20" y="22"/>
                </a:cubicBezTo>
                <a:moveTo>
                  <a:pt x="44" y="16"/>
                </a:moveTo>
                <a:cubicBezTo>
                  <a:pt x="42" y="16"/>
                  <a:pt x="31" y="17"/>
                  <a:pt x="28" y="17"/>
                </a:cubicBezTo>
                <a:cubicBezTo>
                  <a:pt x="30" y="12"/>
                  <a:pt x="29" y="7"/>
                  <a:pt x="25" y="4"/>
                </a:cubicBezTo>
                <a:cubicBezTo>
                  <a:pt x="22" y="1"/>
                  <a:pt x="18" y="0"/>
                  <a:pt x="12" y="8"/>
                </a:cubicBezTo>
                <a:cubicBezTo>
                  <a:pt x="10" y="10"/>
                  <a:pt x="9" y="12"/>
                  <a:pt x="8" y="14"/>
                </a:cubicBezTo>
                <a:cubicBezTo>
                  <a:pt x="7" y="17"/>
                  <a:pt x="6" y="18"/>
                  <a:pt x="3" y="20"/>
                </a:cubicBezTo>
                <a:cubicBezTo>
                  <a:pt x="2" y="22"/>
                  <a:pt x="1" y="24"/>
                  <a:pt x="0" y="26"/>
                </a:cubicBezTo>
                <a:lnTo>
                  <a:pt x="2" y="27"/>
                </a:lnTo>
                <a:lnTo>
                  <a:pt x="3" y="24"/>
                </a:lnTo>
                <a:cubicBezTo>
                  <a:pt x="7" y="27"/>
                  <a:pt x="9" y="29"/>
                  <a:pt x="11" y="31"/>
                </a:cubicBezTo>
                <a:lnTo>
                  <a:pt x="19" y="37"/>
                </a:lnTo>
                <a:cubicBezTo>
                  <a:pt x="22" y="39"/>
                  <a:pt x="23" y="42"/>
                  <a:pt x="25" y="44"/>
                </a:cubicBezTo>
                <a:lnTo>
                  <a:pt x="24" y="46"/>
                </a:lnTo>
                <a:lnTo>
                  <a:pt x="26" y="48"/>
                </a:lnTo>
                <a:cubicBezTo>
                  <a:pt x="28" y="45"/>
                  <a:pt x="29" y="43"/>
                  <a:pt x="31" y="40"/>
                </a:cubicBezTo>
                <a:cubicBezTo>
                  <a:pt x="32" y="39"/>
                  <a:pt x="34" y="37"/>
                  <a:pt x="35" y="35"/>
                </a:cubicBezTo>
                <a:lnTo>
                  <a:pt x="33" y="33"/>
                </a:lnTo>
                <a:lnTo>
                  <a:pt x="31" y="36"/>
                </a:lnTo>
                <a:cubicBezTo>
                  <a:pt x="29" y="33"/>
                  <a:pt x="26" y="32"/>
                  <a:pt x="23" y="30"/>
                </a:cubicBezTo>
                <a:lnTo>
                  <a:pt x="22" y="27"/>
                </a:lnTo>
                <a:lnTo>
                  <a:pt x="23" y="24"/>
                </a:lnTo>
                <a:cubicBezTo>
                  <a:pt x="28" y="24"/>
                  <a:pt x="36" y="26"/>
                  <a:pt x="42" y="26"/>
                </a:cubicBezTo>
                <a:cubicBezTo>
                  <a:pt x="44" y="22"/>
                  <a:pt x="45" y="19"/>
                  <a:pt x="49" y="17"/>
                </a:cubicBezTo>
                <a:lnTo>
                  <a:pt x="47" y="14"/>
                </a:lnTo>
                <a:lnTo>
                  <a:pt x="44" y="16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8"/>
          <p:cNvSpPr/>
          <p:nvPr/>
        </p:nvSpPr>
        <p:spPr>
          <a:xfrm>
            <a:off x="8758440" y="5364720"/>
            <a:ext cx="15840" cy="17280"/>
          </a:xfrm>
          <a:custGeom>
            <a:rect b="b" l="l" r="r" t="t"/>
            <a:pathLst>
              <a:path extrusionOk="0" h="48" w="44">
                <a:moveTo>
                  <a:pt x="33" y="31"/>
                </a:moveTo>
                <a:cubicBezTo>
                  <a:pt x="30" y="37"/>
                  <a:pt x="22" y="37"/>
                  <a:pt x="15" y="33"/>
                </a:cubicBezTo>
                <a:cubicBezTo>
                  <a:pt x="10" y="30"/>
                  <a:pt x="7" y="24"/>
                  <a:pt x="10" y="18"/>
                </a:cubicBezTo>
                <a:cubicBezTo>
                  <a:pt x="13" y="12"/>
                  <a:pt x="20" y="12"/>
                  <a:pt x="25" y="15"/>
                </a:cubicBezTo>
                <a:cubicBezTo>
                  <a:pt x="33" y="19"/>
                  <a:pt x="35" y="25"/>
                  <a:pt x="33" y="31"/>
                </a:cubicBezTo>
                <a:moveTo>
                  <a:pt x="32" y="6"/>
                </a:moveTo>
                <a:cubicBezTo>
                  <a:pt x="21" y="0"/>
                  <a:pt x="12" y="3"/>
                  <a:pt x="7" y="15"/>
                </a:cubicBezTo>
                <a:cubicBezTo>
                  <a:pt x="0" y="26"/>
                  <a:pt x="3" y="37"/>
                  <a:pt x="11" y="41"/>
                </a:cubicBezTo>
                <a:cubicBezTo>
                  <a:pt x="20" y="47"/>
                  <a:pt x="31" y="45"/>
                  <a:pt x="36" y="33"/>
                </a:cubicBezTo>
                <a:cubicBezTo>
                  <a:pt x="43" y="22"/>
                  <a:pt x="40" y="12"/>
                  <a:pt x="32" y="6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8"/>
          <p:cNvSpPr/>
          <p:nvPr/>
        </p:nvSpPr>
        <p:spPr>
          <a:xfrm>
            <a:off x="8674920" y="5445360"/>
            <a:ext cx="5760" cy="6840"/>
          </a:xfrm>
          <a:custGeom>
            <a:rect b="b" l="l" r="r" t="t"/>
            <a:pathLst>
              <a:path extrusionOk="0" h="19" w="16">
                <a:moveTo>
                  <a:pt x="7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4"/>
                  <a:pt x="3" y="18"/>
                  <a:pt x="7" y="18"/>
                </a:cubicBezTo>
                <a:cubicBezTo>
                  <a:pt x="11" y="18"/>
                  <a:pt x="15" y="14"/>
                  <a:pt x="15" y="9"/>
                </a:cubicBezTo>
                <a:cubicBezTo>
                  <a:pt x="15" y="4"/>
                  <a:pt x="11" y="0"/>
                  <a:pt x="7" y="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8"/>
          <p:cNvSpPr/>
          <p:nvPr/>
        </p:nvSpPr>
        <p:spPr>
          <a:xfrm>
            <a:off x="8578080" y="5351040"/>
            <a:ext cx="5760" cy="6840"/>
          </a:xfrm>
          <a:custGeom>
            <a:rect b="b" l="l" r="r" t="t"/>
            <a:pathLst>
              <a:path extrusionOk="0" h="19" w="16">
                <a:moveTo>
                  <a:pt x="8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8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8"/>
          <p:cNvSpPr/>
          <p:nvPr/>
        </p:nvSpPr>
        <p:spPr>
          <a:xfrm>
            <a:off x="8772120" y="5351040"/>
            <a:ext cx="5760" cy="6840"/>
          </a:xfrm>
          <a:custGeom>
            <a:rect b="b" l="l" r="r" t="t"/>
            <a:pathLst>
              <a:path extrusionOk="0" h="19" w="16">
                <a:moveTo>
                  <a:pt x="9" y="18"/>
                </a:moveTo>
                <a:cubicBezTo>
                  <a:pt x="12" y="18"/>
                  <a:pt x="15" y="14"/>
                  <a:pt x="15" y="9"/>
                </a:cubicBezTo>
                <a:cubicBezTo>
                  <a:pt x="15" y="4"/>
                  <a:pt x="12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8"/>
          <p:cNvSpPr txBox="1"/>
          <p:nvPr/>
        </p:nvSpPr>
        <p:spPr>
          <a:xfrm>
            <a:off x="353880" y="79200"/>
            <a:ext cx="91332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FF0000"/>
                </a:solidFill>
                <a:latin typeface="Arial Narrow"/>
                <a:ea typeface="Arial Narrow"/>
                <a:cs typeface="Arial Narrow"/>
                <a:sym typeface="Arial Narrow"/>
              </a:rPr>
              <a:t>Lab Task</a:t>
            </a: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: Access Log – Window-based Aggregation 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38"/>
          <p:cNvSpPr/>
          <p:nvPr/>
        </p:nvSpPr>
        <p:spPr>
          <a:xfrm>
            <a:off x="559080" y="2103600"/>
            <a:ext cx="1763280" cy="537120"/>
          </a:xfrm>
          <a:custGeom>
            <a:rect b="b" l="l" r="r" t="t"/>
            <a:pathLst>
              <a:path extrusionOk="0" h="1492" w="4898">
                <a:moveTo>
                  <a:pt x="0" y="1491"/>
                </a:moveTo>
                <a:lnTo>
                  <a:pt x="4897" y="1491"/>
                </a:lnTo>
                <a:lnTo>
                  <a:pt x="4897" y="0"/>
                </a:lnTo>
                <a:lnTo>
                  <a:pt x="0" y="0"/>
                </a:lnTo>
                <a:lnTo>
                  <a:pt x="0" y="1491"/>
                </a:lnTo>
              </a:path>
            </a:pathLst>
          </a:custGeom>
          <a:noFill/>
          <a:ln cap="flat" cmpd="sng" w="11875">
            <a:solidFill>
              <a:srgbClr val="FF99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30" name="Google Shape;930;p38"/>
          <p:cNvSpPr txBox="1"/>
          <p:nvPr/>
        </p:nvSpPr>
        <p:spPr>
          <a:xfrm>
            <a:off x="586800" y="1407360"/>
            <a:ext cx="1669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logs/access_log.txt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8"/>
          <p:cNvSpPr/>
          <p:nvPr/>
        </p:nvSpPr>
        <p:spPr>
          <a:xfrm>
            <a:off x="1400400" y="1704000"/>
            <a:ext cx="84960" cy="400680"/>
          </a:xfrm>
          <a:custGeom>
            <a:rect b="b" l="l" r="r" t="t"/>
            <a:pathLst>
              <a:path extrusionOk="0" h="1113" w="236">
                <a:moveTo>
                  <a:pt x="108" y="0"/>
                </a:moveTo>
                <a:lnTo>
                  <a:pt x="97" y="901"/>
                </a:lnTo>
                <a:lnTo>
                  <a:pt x="136" y="902"/>
                </a:lnTo>
                <a:lnTo>
                  <a:pt x="148" y="1"/>
                </a:lnTo>
                <a:lnTo>
                  <a:pt x="108" y="0"/>
                </a:lnTo>
                <a:moveTo>
                  <a:pt x="0" y="858"/>
                </a:moveTo>
                <a:lnTo>
                  <a:pt x="114" y="1112"/>
                </a:lnTo>
                <a:lnTo>
                  <a:pt x="235" y="862"/>
                </a:lnTo>
                <a:lnTo>
                  <a:pt x="0" y="858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pic>
        <p:nvPicPr>
          <p:cNvPr id="932" name="Google Shape;93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400" y="3097560"/>
            <a:ext cx="3117600" cy="174276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38"/>
          <p:cNvSpPr/>
          <p:nvPr/>
        </p:nvSpPr>
        <p:spPr>
          <a:xfrm>
            <a:off x="2321280" y="2326080"/>
            <a:ext cx="467280" cy="91080"/>
          </a:xfrm>
          <a:custGeom>
            <a:rect b="b" l="l" r="r" t="t"/>
            <a:pathLst>
              <a:path extrusionOk="0" h="253" w="1298">
                <a:moveTo>
                  <a:pt x="0" y="146"/>
                </a:moveTo>
                <a:lnTo>
                  <a:pt x="1103" y="146"/>
                </a:lnTo>
                <a:lnTo>
                  <a:pt x="1103" y="104"/>
                </a:lnTo>
                <a:lnTo>
                  <a:pt x="0" y="104"/>
                </a:lnTo>
                <a:lnTo>
                  <a:pt x="0" y="146"/>
                </a:lnTo>
                <a:moveTo>
                  <a:pt x="1065" y="252"/>
                </a:moveTo>
                <a:lnTo>
                  <a:pt x="1297" y="126"/>
                </a:lnTo>
                <a:lnTo>
                  <a:pt x="1065" y="0"/>
                </a:lnTo>
                <a:lnTo>
                  <a:pt x="1065" y="252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934" name="Google Shape;934;p38"/>
          <p:cNvSpPr/>
          <p:nvPr/>
        </p:nvSpPr>
        <p:spPr>
          <a:xfrm>
            <a:off x="2788560" y="2103600"/>
            <a:ext cx="1591560" cy="537120"/>
          </a:xfrm>
          <a:custGeom>
            <a:rect b="b" l="l" r="r" t="t"/>
            <a:pathLst>
              <a:path extrusionOk="0" h="1492" w="4421">
                <a:moveTo>
                  <a:pt x="0" y="1491"/>
                </a:moveTo>
                <a:lnTo>
                  <a:pt x="4420" y="1491"/>
                </a:lnTo>
                <a:lnTo>
                  <a:pt x="4420" y="0"/>
                </a:lnTo>
                <a:lnTo>
                  <a:pt x="0" y="0"/>
                </a:lnTo>
                <a:lnTo>
                  <a:pt x="0" y="1491"/>
                </a:lnTo>
              </a:path>
            </a:pathLst>
          </a:custGeom>
          <a:solidFill>
            <a:srgbClr val="A9D18E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35" name="Google Shape;935;p38"/>
          <p:cNvSpPr txBox="1"/>
          <p:nvPr/>
        </p:nvSpPr>
        <p:spPr>
          <a:xfrm>
            <a:off x="835920" y="2284680"/>
            <a:ext cx="1210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Kafka Producer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8"/>
          <p:cNvSpPr/>
          <p:nvPr/>
        </p:nvSpPr>
        <p:spPr>
          <a:xfrm>
            <a:off x="4401360" y="2326080"/>
            <a:ext cx="711360" cy="91080"/>
          </a:xfrm>
          <a:custGeom>
            <a:rect b="b" l="l" r="r" t="t"/>
            <a:pathLst>
              <a:path extrusionOk="0" h="253" w="1976">
                <a:moveTo>
                  <a:pt x="0" y="104"/>
                </a:moveTo>
                <a:lnTo>
                  <a:pt x="1781" y="104"/>
                </a:lnTo>
                <a:lnTo>
                  <a:pt x="1781" y="146"/>
                </a:lnTo>
                <a:lnTo>
                  <a:pt x="0" y="146"/>
                </a:lnTo>
                <a:lnTo>
                  <a:pt x="0" y="104"/>
                </a:lnTo>
                <a:moveTo>
                  <a:pt x="1743" y="0"/>
                </a:moveTo>
                <a:lnTo>
                  <a:pt x="1975" y="126"/>
                </a:lnTo>
                <a:lnTo>
                  <a:pt x="1743" y="252"/>
                </a:lnTo>
                <a:lnTo>
                  <a:pt x="1743" y="0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937" name="Google Shape;937;p38"/>
          <p:cNvSpPr/>
          <p:nvPr/>
        </p:nvSpPr>
        <p:spPr>
          <a:xfrm>
            <a:off x="5112000" y="2103600"/>
            <a:ext cx="1761120" cy="537120"/>
          </a:xfrm>
          <a:custGeom>
            <a:rect b="b" l="l" r="r" t="t"/>
            <a:pathLst>
              <a:path extrusionOk="0" h="1492" w="4892">
                <a:moveTo>
                  <a:pt x="0" y="1491"/>
                </a:moveTo>
                <a:lnTo>
                  <a:pt x="4891" y="1491"/>
                </a:lnTo>
                <a:lnTo>
                  <a:pt x="4891" y="0"/>
                </a:lnTo>
                <a:lnTo>
                  <a:pt x="0" y="0"/>
                </a:lnTo>
                <a:lnTo>
                  <a:pt x="0" y="1491"/>
                </a:lnTo>
              </a:path>
            </a:pathLst>
          </a:custGeom>
          <a:solidFill>
            <a:srgbClr val="ED7D31"/>
          </a:solidFill>
          <a:ln cap="flat" cmpd="sng" w="11875">
            <a:solidFill>
              <a:srgbClr val="FF99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38" name="Google Shape;938;p38"/>
          <p:cNvSpPr txBox="1"/>
          <p:nvPr/>
        </p:nvSpPr>
        <p:spPr>
          <a:xfrm>
            <a:off x="3151440" y="2284680"/>
            <a:ext cx="864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access_log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8"/>
          <p:cNvSpPr/>
          <p:nvPr/>
        </p:nvSpPr>
        <p:spPr>
          <a:xfrm>
            <a:off x="7275600" y="1857720"/>
            <a:ext cx="2527560" cy="492480"/>
          </a:xfrm>
          <a:custGeom>
            <a:rect b="b" l="l" r="r" t="t"/>
            <a:pathLst>
              <a:path extrusionOk="0" h="1368" w="7021">
                <a:moveTo>
                  <a:pt x="0" y="1367"/>
                </a:moveTo>
                <a:lnTo>
                  <a:pt x="7020" y="1367"/>
                </a:lnTo>
                <a:lnTo>
                  <a:pt x="7020" y="0"/>
                </a:lnTo>
                <a:lnTo>
                  <a:pt x="0" y="0"/>
                </a:lnTo>
                <a:lnTo>
                  <a:pt x="0" y="1367"/>
                </a:lnTo>
              </a:path>
            </a:pathLst>
          </a:custGeom>
          <a:solidFill>
            <a:srgbClr val="2E75B6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40" name="Google Shape;940;p38"/>
          <p:cNvSpPr txBox="1"/>
          <p:nvPr/>
        </p:nvSpPr>
        <p:spPr>
          <a:xfrm>
            <a:off x="5324760" y="2284680"/>
            <a:ext cx="13398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Spark Streaming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8"/>
          <p:cNvSpPr/>
          <p:nvPr/>
        </p:nvSpPr>
        <p:spPr>
          <a:xfrm>
            <a:off x="7275600" y="2349480"/>
            <a:ext cx="2527560" cy="492120"/>
          </a:xfrm>
          <a:custGeom>
            <a:rect b="b" l="l" r="r" t="t"/>
            <a:pathLst>
              <a:path extrusionOk="0" h="1367" w="7021">
                <a:moveTo>
                  <a:pt x="0" y="1366"/>
                </a:moveTo>
                <a:lnTo>
                  <a:pt x="7020" y="1366"/>
                </a:lnTo>
                <a:lnTo>
                  <a:pt x="7020" y="0"/>
                </a:lnTo>
                <a:lnTo>
                  <a:pt x="0" y="0"/>
                </a:lnTo>
                <a:lnTo>
                  <a:pt x="0" y="1366"/>
                </a:lnTo>
              </a:path>
            </a:pathLst>
          </a:custGeom>
          <a:solidFill>
            <a:srgbClr val="BFBFBF"/>
          </a:solidFill>
          <a:ln cap="flat" cmpd="sng" w="11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42" name="Google Shape;942;p38"/>
          <p:cNvSpPr txBox="1"/>
          <p:nvPr/>
        </p:nvSpPr>
        <p:spPr>
          <a:xfrm>
            <a:off x="7589160" y="2016480"/>
            <a:ext cx="1899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Aggregation on window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8"/>
          <p:cNvSpPr/>
          <p:nvPr/>
        </p:nvSpPr>
        <p:spPr>
          <a:xfrm>
            <a:off x="6872400" y="2326080"/>
            <a:ext cx="403920" cy="91080"/>
          </a:xfrm>
          <a:custGeom>
            <a:rect b="b" l="l" r="r" t="t"/>
            <a:pathLst>
              <a:path extrusionOk="0" h="253" w="1122">
                <a:moveTo>
                  <a:pt x="0" y="104"/>
                </a:moveTo>
                <a:lnTo>
                  <a:pt x="927" y="104"/>
                </a:lnTo>
                <a:lnTo>
                  <a:pt x="927" y="146"/>
                </a:lnTo>
                <a:lnTo>
                  <a:pt x="0" y="146"/>
                </a:lnTo>
                <a:lnTo>
                  <a:pt x="0" y="104"/>
                </a:lnTo>
                <a:moveTo>
                  <a:pt x="887" y="0"/>
                </a:moveTo>
                <a:lnTo>
                  <a:pt x="1121" y="126"/>
                </a:lnTo>
                <a:lnTo>
                  <a:pt x="887" y="252"/>
                </a:lnTo>
                <a:lnTo>
                  <a:pt x="887" y="0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944" name="Google Shape;944;p38"/>
          <p:cNvSpPr/>
          <p:nvPr/>
        </p:nvSpPr>
        <p:spPr>
          <a:xfrm>
            <a:off x="6990120" y="1532640"/>
            <a:ext cx="84960" cy="571320"/>
          </a:xfrm>
          <a:custGeom>
            <a:rect b="b" l="l" r="r" t="t"/>
            <a:pathLst>
              <a:path extrusionOk="0" h="1587" w="236">
                <a:moveTo>
                  <a:pt x="138" y="1586"/>
                </a:moveTo>
                <a:lnTo>
                  <a:pt x="138" y="210"/>
                </a:lnTo>
                <a:lnTo>
                  <a:pt x="99" y="210"/>
                </a:lnTo>
                <a:lnTo>
                  <a:pt x="99" y="1586"/>
                </a:lnTo>
                <a:lnTo>
                  <a:pt x="138" y="1586"/>
                </a:lnTo>
                <a:moveTo>
                  <a:pt x="235" y="251"/>
                </a:moveTo>
                <a:lnTo>
                  <a:pt x="118" y="0"/>
                </a:lnTo>
                <a:lnTo>
                  <a:pt x="0" y="251"/>
                </a:lnTo>
                <a:lnTo>
                  <a:pt x="235" y="251"/>
                </a:lnTo>
              </a:path>
            </a:pathLst>
          </a:custGeom>
          <a:solidFill>
            <a:srgbClr val="4472C4"/>
          </a:solidFill>
          <a:ln>
            <a:noFill/>
          </a:ln>
        </p:spPr>
      </p:sp>
      <p:sp>
        <p:nvSpPr>
          <p:cNvPr id="945" name="Google Shape;945;p38"/>
          <p:cNvSpPr txBox="1"/>
          <p:nvPr/>
        </p:nvSpPr>
        <p:spPr>
          <a:xfrm>
            <a:off x="7677000" y="2507160"/>
            <a:ext cx="1722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sink (Console)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38"/>
          <p:cNvSpPr txBox="1"/>
          <p:nvPr/>
        </p:nvSpPr>
        <p:spPr>
          <a:xfrm>
            <a:off x="6455520" y="1199640"/>
            <a:ext cx="1465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preparation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38"/>
          <p:cNvSpPr txBox="1"/>
          <p:nvPr/>
        </p:nvSpPr>
        <p:spPr>
          <a:xfrm>
            <a:off x="769320" y="884160"/>
            <a:ext cx="3841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Aggregations on window over event-time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8"/>
          <p:cNvSpPr txBox="1"/>
          <p:nvPr/>
        </p:nvSpPr>
        <p:spPr>
          <a:xfrm>
            <a:off x="353880" y="2800200"/>
            <a:ext cx="19800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 with event time, ts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8"/>
          <p:cNvSpPr txBox="1"/>
          <p:nvPr/>
        </p:nvSpPr>
        <p:spPr>
          <a:xfrm>
            <a:off x="3844440" y="3411480"/>
            <a:ext cx="6477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Task 1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8"/>
          <p:cNvSpPr txBox="1"/>
          <p:nvPr/>
        </p:nvSpPr>
        <p:spPr>
          <a:xfrm>
            <a:off x="3844440" y="3664560"/>
            <a:ext cx="5521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the Window function, find the number of logs for each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8"/>
          <p:cNvSpPr txBox="1"/>
          <p:nvPr/>
        </p:nvSpPr>
        <p:spPr>
          <a:xfrm>
            <a:off x="4160520" y="3917640"/>
            <a:ext cx="53484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 in a window of 30 seconds. Set the window slide to 10 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8"/>
          <p:cNvSpPr txBox="1"/>
          <p:nvPr/>
        </p:nvSpPr>
        <p:spPr>
          <a:xfrm>
            <a:off x="4160520" y="4170000"/>
            <a:ext cx="7350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seconds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8"/>
          <p:cNvSpPr txBox="1"/>
          <p:nvPr/>
        </p:nvSpPr>
        <p:spPr>
          <a:xfrm>
            <a:off x="3844440" y="4423800"/>
            <a:ext cx="30600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41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❑</a:t>
            </a:r>
            <a:r>
              <a:rPr b="0" lang="en-AU" sz="14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Write the output to console sink.</a:t>
            </a:r>
            <a:endParaRPr b="0" sz="14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8"/>
          <p:cNvSpPr txBox="1"/>
          <p:nvPr/>
        </p:nvSpPr>
        <p:spPr>
          <a:xfrm>
            <a:off x="7524360" y="765720"/>
            <a:ext cx="1239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tsExp=r'(\d{10})\s‘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8"/>
          <p:cNvSpPr txBox="1"/>
          <p:nvPr/>
        </p:nvSpPr>
        <p:spPr>
          <a:xfrm>
            <a:off x="7524360" y="964080"/>
            <a:ext cx="17799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AU" sz="111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Extract event timestamp</a:t>
            </a:r>
            <a:endParaRPr b="0" sz="111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240" y="5229720"/>
            <a:ext cx="1047960" cy="32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9880" y="5209560"/>
            <a:ext cx="1047960" cy="32652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39"/>
          <p:cNvSpPr/>
          <p:nvPr/>
        </p:nvSpPr>
        <p:spPr>
          <a:xfrm>
            <a:off x="0" y="4882325"/>
            <a:ext cx="10080720" cy="788228"/>
          </a:xfrm>
          <a:custGeom>
            <a:rect b="b" l="l" r="r" t="t"/>
            <a:pathLst>
              <a:path extrusionOk="0" h="2150" w="28002">
                <a:moveTo>
                  <a:pt x="0" y="2149"/>
                </a:moveTo>
                <a:lnTo>
                  <a:pt x="28001" y="2149"/>
                </a:lnTo>
                <a:lnTo>
                  <a:pt x="28001" y="0"/>
                </a:lnTo>
                <a:lnTo>
                  <a:pt x="0" y="0"/>
                </a:lnTo>
                <a:lnTo>
                  <a:pt x="0" y="2149"/>
                </a:lnTo>
              </a:path>
            </a:pathLst>
          </a:custGeom>
          <a:solidFill>
            <a:srgbClr val="D2D2D2"/>
          </a:solidFill>
          <a:ln>
            <a:noFill/>
          </a:ln>
        </p:spPr>
      </p:sp>
      <p:pic>
        <p:nvPicPr>
          <p:cNvPr id="963" name="Google Shape;96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080" y="5169960"/>
            <a:ext cx="1042920" cy="32472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39"/>
          <p:cNvSpPr txBox="1"/>
          <p:nvPr/>
        </p:nvSpPr>
        <p:spPr>
          <a:xfrm>
            <a:off x="353880" y="307800"/>
            <a:ext cx="1956600" cy="5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3150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References</a:t>
            </a:r>
            <a:endParaRPr b="0" sz="31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39"/>
          <p:cNvSpPr txBox="1"/>
          <p:nvPr/>
        </p:nvSpPr>
        <p:spPr>
          <a:xfrm>
            <a:off x="664920" y="1374600"/>
            <a:ext cx="8037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AU" sz="1500" u="sng">
                <a:solidFill>
                  <a:schemeClr val="hlink"/>
                </a:solidFill>
                <a:hlinkClick r:id="rId6"/>
              </a:rPr>
              <a:t>Event-time Aggregation and Watermarking in Apache Spark’s Structured Streaming | Databricks Blog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563C1"/>
              </a:solidFill>
            </a:endParaRPr>
          </a:p>
        </p:txBody>
      </p:sp>
      <p:sp>
        <p:nvSpPr>
          <p:cNvPr id="966" name="Google Shape;966;p39"/>
          <p:cNvSpPr txBox="1"/>
          <p:nvPr/>
        </p:nvSpPr>
        <p:spPr>
          <a:xfrm>
            <a:off x="664920" y="2058480"/>
            <a:ext cx="8379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AU" sz="1500" u="sng">
                <a:solidFill>
                  <a:schemeClr val="hlink"/>
                </a:solidFill>
                <a:hlinkClick r:id="rId7"/>
              </a:rPr>
              <a:t>Structured Streaming Programming Guide - Spark 3.5.0 Documentation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39"/>
          <p:cNvSpPr txBox="1"/>
          <p:nvPr/>
        </p:nvSpPr>
        <p:spPr>
          <a:xfrm>
            <a:off x="664920" y="2667240"/>
            <a:ext cx="72048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0" lang="en-AU" sz="15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https://docs.databricks.com/spark/latest/structured-streaming/production.html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9"/>
          <p:cNvSpPr txBox="1"/>
          <p:nvPr/>
        </p:nvSpPr>
        <p:spPr>
          <a:xfrm>
            <a:off x="664920" y="3032280"/>
            <a:ext cx="78159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AU" sz="1500" u="sng">
                <a:solidFill>
                  <a:schemeClr val="hlink"/>
                </a:solidFill>
                <a:hlinkClick r:id="rId9"/>
              </a:rPr>
              <a:t>Introduction to Spark Structured Streaming - Part 7 : Checkpointing State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