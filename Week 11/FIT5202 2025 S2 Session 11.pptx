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670550" cx="10080625"/>
  <p:notesSz cx="7559675" cy="10691800"/>
  <p:embeddedFontLst>
    <p:embeddedFont>
      <p:font typeface="Arial Narrow"/>
      <p:regular r:id="rId21"/>
      <p:bold r:id="rId22"/>
      <p:italic r:id="rId23"/>
      <p:boldItalic r:id="rId24"/>
    </p:embeddedFont>
    <p:embeddedFont>
      <p:font typeface="Noto Sans Symbols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ArialNarrow-bold.fntdata"/><Relationship Id="rId21" Type="http://schemas.openxmlformats.org/officeDocument/2006/relationships/font" Target="fonts/ArialNarrow-regular.fntdata"/><Relationship Id="rId24" Type="http://schemas.openxmlformats.org/officeDocument/2006/relationships/font" Target="fonts/ArialNarrow-boldItalic.fntdata"/><Relationship Id="rId23" Type="http://schemas.openxmlformats.org/officeDocument/2006/relationships/font" Target="fonts/ArialNarrow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Symbols-bold.fntdata"/><Relationship Id="rId25" Type="http://schemas.openxmlformats.org/officeDocument/2006/relationships/font" Target="fonts/NotoSansSymbol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8c010a4ac4_0_0:notes"/>
          <p:cNvSpPr/>
          <p:nvPr>
            <p:ph idx="2" type="sldImg"/>
          </p:nvPr>
        </p:nvSpPr>
        <p:spPr>
          <a:xfrm>
            <a:off x="420430" y="801885"/>
            <a:ext cx="67194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8c010a4ac4_0_0:notes"/>
          <p:cNvSpPr txBox="1"/>
          <p:nvPr>
            <p:ph idx="1" type="body"/>
          </p:nvPr>
        </p:nvSpPr>
        <p:spPr>
          <a:xfrm>
            <a:off x="755968" y="5078605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8c010a4ac4_0_3:notes"/>
          <p:cNvSpPr/>
          <p:nvPr>
            <p:ph idx="2" type="sldImg"/>
          </p:nvPr>
        </p:nvSpPr>
        <p:spPr>
          <a:xfrm>
            <a:off x="420430" y="801885"/>
            <a:ext cx="67194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8c010a4ac4_0_3:notes"/>
          <p:cNvSpPr txBox="1"/>
          <p:nvPr>
            <p:ph idx="1" type="body"/>
          </p:nvPr>
        </p:nvSpPr>
        <p:spPr>
          <a:xfrm>
            <a:off x="755968" y="5078605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8c010a4ac4_0_6:notes"/>
          <p:cNvSpPr/>
          <p:nvPr>
            <p:ph idx="2" type="sldImg"/>
          </p:nvPr>
        </p:nvSpPr>
        <p:spPr>
          <a:xfrm>
            <a:off x="420430" y="801885"/>
            <a:ext cx="67194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8c010a4ac4_0_6:notes"/>
          <p:cNvSpPr txBox="1"/>
          <p:nvPr>
            <p:ph idx="1" type="body"/>
          </p:nvPr>
        </p:nvSpPr>
        <p:spPr>
          <a:xfrm>
            <a:off x="755968" y="5078605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7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6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8" name="Google Shape;3328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43637" y="820871"/>
            <a:ext cx="9393300" cy="226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43628" y="3124535"/>
            <a:ext cx="9393300" cy="8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>
            <a:lvl1pPr lvl="0">
              <a:buNone/>
              <a:defRPr sz="1500"/>
            </a:lvl1pPr>
            <a:lvl2pPr lvl="1">
              <a:buNone/>
              <a:defRPr sz="1500"/>
            </a:lvl2pPr>
            <a:lvl3pPr lvl="2">
              <a:buNone/>
              <a:defRPr sz="1500"/>
            </a:lvl3pPr>
            <a:lvl4pPr lvl="3">
              <a:buNone/>
              <a:defRPr sz="1500"/>
            </a:lvl4pPr>
            <a:lvl5pPr lvl="4">
              <a:buNone/>
              <a:defRPr sz="1500"/>
            </a:lvl5pPr>
            <a:lvl6pPr lvl="5">
              <a:buNone/>
              <a:defRPr sz="1500"/>
            </a:lvl6pPr>
            <a:lvl7pPr lvl="6">
              <a:buNone/>
              <a:defRPr sz="1500"/>
            </a:lvl7pPr>
            <a:lvl8pPr lvl="7">
              <a:buNone/>
              <a:defRPr sz="1500"/>
            </a:lvl8pPr>
            <a:lvl9pPr lvl="8">
              <a:buNone/>
              <a:defRPr sz="15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>
            <a:lvl1pPr lvl="0">
              <a:buNone/>
              <a:defRPr sz="1500"/>
            </a:lvl1pPr>
            <a:lvl2pPr lvl="1">
              <a:buNone/>
              <a:defRPr sz="1500"/>
            </a:lvl2pPr>
            <a:lvl3pPr lvl="2">
              <a:buNone/>
              <a:defRPr sz="1500"/>
            </a:lvl3pPr>
            <a:lvl4pPr lvl="3">
              <a:buNone/>
              <a:defRPr sz="1500"/>
            </a:lvl4pPr>
            <a:lvl5pPr lvl="4">
              <a:buNone/>
              <a:defRPr sz="1500"/>
            </a:lvl5pPr>
            <a:lvl6pPr lvl="5">
              <a:buNone/>
              <a:defRPr sz="1500"/>
            </a:lvl6pPr>
            <a:lvl7pPr lvl="6">
              <a:buNone/>
              <a:defRPr sz="1500"/>
            </a:lvl7pPr>
            <a:lvl8pPr lvl="7">
              <a:buNone/>
              <a:defRPr sz="1500"/>
            </a:lvl8pPr>
            <a:lvl9pPr lvl="8">
              <a:buNone/>
              <a:defRPr sz="15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dzone.com/articles/spark-streaming-vs-structured-streaming" TargetMode="External"/><Relationship Id="rId6" Type="http://schemas.openxmlformats.org/officeDocument/2006/relationships/hyperlink" Target="https://dzone.com/articles/spark-streaming-vs-structured-streaming" TargetMode="External"/><Relationship Id="rId7" Type="http://schemas.openxmlformats.org/officeDocument/2006/relationships/hyperlink" Target="https://dzone.com/articles/spark-streaming-vs-structured-stream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7.png"/><Relationship Id="rId13" Type="http://schemas.openxmlformats.org/officeDocument/2006/relationships/image" Target="../media/image13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12.jp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spark.apache.org/docs/latest/structured-streaming-programming-guide.html#starting-streaming-queries" TargetMode="External"/><Relationship Id="rId4" Type="http://schemas.openxmlformats.org/officeDocument/2006/relationships/hyperlink" Target="https://spark.apache.org/docs/latest/structured-streaming-programming-guide.html#starting-streaming-queries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spark.apache.org/docs/latest/structured-streaming-programming-guide.html#starting-streaming-queries" TargetMode="External"/><Relationship Id="rId4" Type="http://schemas.openxmlformats.org/officeDocument/2006/relationships/hyperlink" Target="https://spark.apache.org/docs/latest/structured-streaming-programming-guide.html#starting-streaming-queries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hyperlink" Target="https://databricks.com/glossary/what-is-parquet#:~:text=Back%20to%20glossary,like%20CSV%20or%20TSV%20files." TargetMode="External"/><Relationship Id="rId7" Type="http://schemas.openxmlformats.org/officeDocument/2006/relationships/image" Target="../media/image23.png"/><Relationship Id="rId8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hyperlink" Target="https://dzone.com/articles/spark-trigger-option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park.apache.org/docs/3.5.0/structured-streaming-programming-guide.html" TargetMode="External"/><Relationship Id="rId4" Type="http://schemas.openxmlformats.org/officeDocument/2006/relationships/hyperlink" Target="https://docs.microsoft.com/en-us/azure/databricks/getting-started/spark/streaming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988200" y="677520"/>
            <a:ext cx="171360" cy="244800"/>
          </a:xfrm>
          <a:custGeom>
            <a:rect b="b" l="l" r="r" t="t"/>
            <a:pathLst>
              <a:path extrusionOk="0" h="680" w="476">
                <a:moveTo>
                  <a:pt x="429" y="0"/>
                </a:moveTo>
                <a:lnTo>
                  <a:pt x="429" y="396"/>
                </a:lnTo>
                <a:cubicBezTo>
                  <a:pt x="429" y="559"/>
                  <a:pt x="367" y="635"/>
                  <a:pt x="233" y="635"/>
                </a:cubicBezTo>
                <a:cubicBezTo>
                  <a:pt x="78" y="635"/>
                  <a:pt x="45" y="505"/>
                  <a:pt x="45" y="396"/>
                </a:cubicBezTo>
                <a:lnTo>
                  <a:pt x="45" y="0"/>
                </a:lnTo>
                <a:lnTo>
                  <a:pt x="0" y="0"/>
                </a:lnTo>
                <a:lnTo>
                  <a:pt x="0" y="396"/>
                </a:lnTo>
                <a:cubicBezTo>
                  <a:pt x="0" y="584"/>
                  <a:pt x="78" y="679"/>
                  <a:pt x="233" y="679"/>
                </a:cubicBezTo>
                <a:cubicBezTo>
                  <a:pt x="394" y="679"/>
                  <a:pt x="475" y="584"/>
                  <a:pt x="475" y="396"/>
                </a:cubicBezTo>
                <a:lnTo>
                  <a:pt x="475" y="0"/>
                </a:lnTo>
                <a:lnTo>
                  <a:pt x="42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1193760" y="739440"/>
            <a:ext cx="128160" cy="177480"/>
          </a:xfrm>
          <a:custGeom>
            <a:rect b="b" l="l" r="r" t="t"/>
            <a:pathLst>
              <a:path extrusionOk="0" h="493" w="356">
                <a:moveTo>
                  <a:pt x="195" y="0"/>
                </a:moveTo>
                <a:cubicBezTo>
                  <a:pt x="127" y="0"/>
                  <a:pt x="66" y="39"/>
                  <a:pt x="40" y="100"/>
                </a:cubicBezTo>
                <a:cubicBezTo>
                  <a:pt x="40" y="78"/>
                  <a:pt x="40" y="11"/>
                  <a:pt x="40" y="11"/>
                </a:cubicBezTo>
                <a:lnTo>
                  <a:pt x="0" y="11"/>
                </a:lnTo>
                <a:lnTo>
                  <a:pt x="0" y="492"/>
                </a:lnTo>
                <a:lnTo>
                  <a:pt x="40" y="492"/>
                </a:lnTo>
                <a:lnTo>
                  <a:pt x="40" y="232"/>
                </a:lnTo>
                <a:cubicBezTo>
                  <a:pt x="40" y="114"/>
                  <a:pt x="101" y="38"/>
                  <a:pt x="195" y="38"/>
                </a:cubicBezTo>
                <a:cubicBezTo>
                  <a:pt x="315" y="38"/>
                  <a:pt x="315" y="152"/>
                  <a:pt x="315" y="190"/>
                </a:cubicBezTo>
                <a:lnTo>
                  <a:pt x="315" y="492"/>
                </a:lnTo>
                <a:lnTo>
                  <a:pt x="355" y="492"/>
                </a:lnTo>
                <a:lnTo>
                  <a:pt x="355" y="196"/>
                </a:lnTo>
                <a:cubicBezTo>
                  <a:pt x="355" y="141"/>
                  <a:pt x="355" y="0"/>
                  <a:pt x="195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1357200" y="743040"/>
            <a:ext cx="15120" cy="173520"/>
          </a:xfrm>
          <a:custGeom>
            <a:rect b="b" l="l" r="r" t="t"/>
            <a:pathLst>
              <a:path extrusionOk="0" h="482" w="42">
                <a:moveTo>
                  <a:pt x="0" y="481"/>
                </a:moveTo>
                <a:lnTo>
                  <a:pt x="41" y="481"/>
                </a:lnTo>
                <a:lnTo>
                  <a:pt x="41" y="0"/>
                </a:lnTo>
                <a:lnTo>
                  <a:pt x="0" y="0"/>
                </a:lnTo>
                <a:lnTo>
                  <a:pt x="0" y="481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71" name="Google Shape;71;p16"/>
          <p:cNvSpPr/>
          <p:nvPr/>
        </p:nvSpPr>
        <p:spPr>
          <a:xfrm>
            <a:off x="1357200" y="690480"/>
            <a:ext cx="15120" cy="23760"/>
          </a:xfrm>
          <a:custGeom>
            <a:rect b="b" l="l" r="r" t="t"/>
            <a:pathLst>
              <a:path extrusionOk="0" h="66" w="42">
                <a:moveTo>
                  <a:pt x="0" y="65"/>
                </a:moveTo>
                <a:lnTo>
                  <a:pt x="41" y="65"/>
                </a:lnTo>
                <a:lnTo>
                  <a:pt x="41" y="0"/>
                </a:lnTo>
                <a:lnTo>
                  <a:pt x="0" y="0"/>
                </a:lnTo>
                <a:lnTo>
                  <a:pt x="0" y="65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72" name="Google Shape;72;p16"/>
          <p:cNvSpPr/>
          <p:nvPr/>
        </p:nvSpPr>
        <p:spPr>
          <a:xfrm>
            <a:off x="1388880" y="743040"/>
            <a:ext cx="142200" cy="173520"/>
          </a:xfrm>
          <a:custGeom>
            <a:rect b="b" l="l" r="r" t="t"/>
            <a:pathLst>
              <a:path extrusionOk="0" h="482" w="395">
                <a:moveTo>
                  <a:pt x="349" y="0"/>
                </a:moveTo>
                <a:cubicBezTo>
                  <a:pt x="349" y="0"/>
                  <a:pt x="207" y="413"/>
                  <a:pt x="202" y="427"/>
                </a:cubicBezTo>
                <a:cubicBezTo>
                  <a:pt x="196" y="413"/>
                  <a:pt x="45" y="0"/>
                  <a:pt x="45" y="0"/>
                </a:cubicBezTo>
                <a:lnTo>
                  <a:pt x="0" y="0"/>
                </a:lnTo>
                <a:lnTo>
                  <a:pt x="179" y="481"/>
                </a:lnTo>
                <a:lnTo>
                  <a:pt x="224" y="481"/>
                </a:lnTo>
                <a:lnTo>
                  <a:pt x="394" y="0"/>
                </a:lnTo>
                <a:lnTo>
                  <a:pt x="34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1537200" y="739440"/>
            <a:ext cx="142920" cy="181440"/>
          </a:xfrm>
          <a:custGeom>
            <a:rect b="b" l="l" r="r" t="t"/>
            <a:pathLst>
              <a:path extrusionOk="0" h="504" w="397">
                <a:moveTo>
                  <a:pt x="198" y="38"/>
                </a:moveTo>
                <a:cubicBezTo>
                  <a:pt x="298" y="38"/>
                  <a:pt x="352" y="129"/>
                  <a:pt x="355" y="222"/>
                </a:cubicBezTo>
                <a:cubicBezTo>
                  <a:pt x="347" y="222"/>
                  <a:pt x="50" y="222"/>
                  <a:pt x="41" y="222"/>
                </a:cubicBezTo>
                <a:cubicBezTo>
                  <a:pt x="50" y="129"/>
                  <a:pt x="105" y="38"/>
                  <a:pt x="198" y="38"/>
                </a:cubicBezTo>
                <a:moveTo>
                  <a:pt x="198" y="0"/>
                </a:moveTo>
                <a:cubicBezTo>
                  <a:pt x="146" y="0"/>
                  <a:pt x="101" y="20"/>
                  <a:pt x="67" y="57"/>
                </a:cubicBezTo>
                <a:cubicBezTo>
                  <a:pt x="23" y="103"/>
                  <a:pt x="0" y="178"/>
                  <a:pt x="0" y="260"/>
                </a:cubicBezTo>
                <a:cubicBezTo>
                  <a:pt x="0" y="335"/>
                  <a:pt x="21" y="401"/>
                  <a:pt x="62" y="445"/>
                </a:cubicBezTo>
                <a:cubicBezTo>
                  <a:pt x="96" y="482"/>
                  <a:pt x="143" y="503"/>
                  <a:pt x="198" y="503"/>
                </a:cubicBezTo>
                <a:cubicBezTo>
                  <a:pt x="306" y="503"/>
                  <a:pt x="375" y="441"/>
                  <a:pt x="392" y="328"/>
                </a:cubicBezTo>
                <a:lnTo>
                  <a:pt x="392" y="324"/>
                </a:lnTo>
                <a:lnTo>
                  <a:pt x="353" y="324"/>
                </a:lnTo>
                <a:lnTo>
                  <a:pt x="353" y="327"/>
                </a:lnTo>
                <a:cubicBezTo>
                  <a:pt x="336" y="413"/>
                  <a:pt x="280" y="463"/>
                  <a:pt x="198" y="463"/>
                </a:cubicBezTo>
                <a:cubicBezTo>
                  <a:pt x="155" y="463"/>
                  <a:pt x="120" y="448"/>
                  <a:pt x="94" y="418"/>
                </a:cubicBezTo>
                <a:cubicBezTo>
                  <a:pt x="60" y="382"/>
                  <a:pt x="41" y="325"/>
                  <a:pt x="41" y="261"/>
                </a:cubicBezTo>
                <a:cubicBezTo>
                  <a:pt x="47" y="261"/>
                  <a:pt x="396" y="261"/>
                  <a:pt x="396" y="261"/>
                </a:cubicBezTo>
                <a:lnTo>
                  <a:pt x="396" y="256"/>
                </a:lnTo>
                <a:cubicBezTo>
                  <a:pt x="396" y="250"/>
                  <a:pt x="396" y="244"/>
                  <a:pt x="396" y="238"/>
                </a:cubicBezTo>
                <a:cubicBezTo>
                  <a:pt x="396" y="164"/>
                  <a:pt x="376" y="101"/>
                  <a:pt x="338" y="59"/>
                </a:cubicBezTo>
                <a:cubicBezTo>
                  <a:pt x="303" y="20"/>
                  <a:pt x="257" y="0"/>
                  <a:pt x="198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1704960" y="741240"/>
            <a:ext cx="76680" cy="175680"/>
          </a:xfrm>
          <a:custGeom>
            <a:rect b="b" l="l" r="r" t="t"/>
            <a:pathLst>
              <a:path extrusionOk="0" h="488" w="213">
                <a:moveTo>
                  <a:pt x="40" y="100"/>
                </a:moveTo>
                <a:cubicBezTo>
                  <a:pt x="40" y="80"/>
                  <a:pt x="40" y="6"/>
                  <a:pt x="40" y="6"/>
                </a:cubicBezTo>
                <a:lnTo>
                  <a:pt x="0" y="6"/>
                </a:lnTo>
                <a:lnTo>
                  <a:pt x="0" y="487"/>
                </a:lnTo>
                <a:lnTo>
                  <a:pt x="40" y="487"/>
                </a:lnTo>
                <a:lnTo>
                  <a:pt x="40" y="225"/>
                </a:lnTo>
                <a:cubicBezTo>
                  <a:pt x="43" y="153"/>
                  <a:pt x="57" y="125"/>
                  <a:pt x="88" y="91"/>
                </a:cubicBezTo>
                <a:cubicBezTo>
                  <a:pt x="136" y="41"/>
                  <a:pt x="192" y="44"/>
                  <a:pt x="207" y="46"/>
                </a:cubicBezTo>
                <a:lnTo>
                  <a:pt x="212" y="47"/>
                </a:lnTo>
                <a:lnTo>
                  <a:pt x="212" y="3"/>
                </a:lnTo>
                <a:lnTo>
                  <a:pt x="207" y="3"/>
                </a:lnTo>
                <a:cubicBezTo>
                  <a:pt x="133" y="0"/>
                  <a:pt x="63" y="41"/>
                  <a:pt x="40" y="10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1785240" y="739440"/>
            <a:ext cx="128880" cy="181440"/>
          </a:xfrm>
          <a:custGeom>
            <a:rect b="b" l="l" r="r" t="t"/>
            <a:pathLst>
              <a:path extrusionOk="0" h="504" w="358">
                <a:moveTo>
                  <a:pt x="198" y="225"/>
                </a:moveTo>
                <a:lnTo>
                  <a:pt x="185" y="223"/>
                </a:lnTo>
                <a:cubicBezTo>
                  <a:pt x="118" y="207"/>
                  <a:pt x="55" y="192"/>
                  <a:pt x="55" y="124"/>
                </a:cubicBezTo>
                <a:cubicBezTo>
                  <a:pt x="55" y="60"/>
                  <a:pt x="118" y="38"/>
                  <a:pt x="177" y="38"/>
                </a:cubicBezTo>
                <a:cubicBezTo>
                  <a:pt x="226" y="38"/>
                  <a:pt x="304" y="53"/>
                  <a:pt x="304" y="154"/>
                </a:cubicBezTo>
                <a:lnTo>
                  <a:pt x="304" y="158"/>
                </a:lnTo>
                <a:lnTo>
                  <a:pt x="345" y="158"/>
                </a:lnTo>
                <a:lnTo>
                  <a:pt x="345" y="154"/>
                </a:lnTo>
                <a:cubicBezTo>
                  <a:pt x="345" y="55"/>
                  <a:pt x="287" y="0"/>
                  <a:pt x="177" y="0"/>
                </a:cubicBezTo>
                <a:cubicBezTo>
                  <a:pt x="140" y="0"/>
                  <a:pt x="15" y="8"/>
                  <a:pt x="15" y="124"/>
                </a:cubicBezTo>
                <a:cubicBezTo>
                  <a:pt x="15" y="230"/>
                  <a:pt x="105" y="250"/>
                  <a:pt x="170" y="263"/>
                </a:cubicBezTo>
                <a:lnTo>
                  <a:pt x="181" y="266"/>
                </a:lnTo>
                <a:cubicBezTo>
                  <a:pt x="252" y="282"/>
                  <a:pt x="317" y="295"/>
                  <a:pt x="317" y="367"/>
                </a:cubicBezTo>
                <a:cubicBezTo>
                  <a:pt x="317" y="455"/>
                  <a:pt x="223" y="463"/>
                  <a:pt x="182" y="463"/>
                </a:cubicBezTo>
                <a:cubicBezTo>
                  <a:pt x="100" y="463"/>
                  <a:pt x="45" y="411"/>
                  <a:pt x="40" y="330"/>
                </a:cubicBezTo>
                <a:lnTo>
                  <a:pt x="40" y="326"/>
                </a:lnTo>
                <a:lnTo>
                  <a:pt x="0" y="326"/>
                </a:lnTo>
                <a:lnTo>
                  <a:pt x="1" y="331"/>
                </a:lnTo>
                <a:cubicBezTo>
                  <a:pt x="3" y="436"/>
                  <a:pt x="73" y="503"/>
                  <a:pt x="182" y="503"/>
                </a:cubicBezTo>
                <a:cubicBezTo>
                  <a:pt x="224" y="503"/>
                  <a:pt x="357" y="493"/>
                  <a:pt x="357" y="367"/>
                </a:cubicBezTo>
                <a:cubicBezTo>
                  <a:pt x="357" y="266"/>
                  <a:pt x="287" y="243"/>
                  <a:pt x="198" y="22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943280" y="743040"/>
            <a:ext cx="15120" cy="173520"/>
          </a:xfrm>
          <a:custGeom>
            <a:rect b="b" l="l" r="r" t="t"/>
            <a:pathLst>
              <a:path extrusionOk="0" h="482" w="42">
                <a:moveTo>
                  <a:pt x="0" y="481"/>
                </a:moveTo>
                <a:lnTo>
                  <a:pt x="41" y="481"/>
                </a:lnTo>
                <a:lnTo>
                  <a:pt x="41" y="0"/>
                </a:lnTo>
                <a:lnTo>
                  <a:pt x="0" y="0"/>
                </a:lnTo>
                <a:lnTo>
                  <a:pt x="0" y="481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77" name="Google Shape;77;p16"/>
          <p:cNvSpPr/>
          <p:nvPr/>
        </p:nvSpPr>
        <p:spPr>
          <a:xfrm>
            <a:off x="1976040" y="690840"/>
            <a:ext cx="222480" cy="286560"/>
          </a:xfrm>
          <a:custGeom>
            <a:rect b="b" l="l" r="r" t="t"/>
            <a:pathLst>
              <a:path extrusionOk="0" h="796" w="618">
                <a:moveTo>
                  <a:pt x="120" y="147"/>
                </a:moveTo>
                <a:cubicBezTo>
                  <a:pt x="120" y="139"/>
                  <a:pt x="120" y="0"/>
                  <a:pt x="120" y="0"/>
                </a:cubicBezTo>
                <a:lnTo>
                  <a:pt x="80" y="0"/>
                </a:lnTo>
                <a:cubicBezTo>
                  <a:pt x="80" y="0"/>
                  <a:pt x="80" y="139"/>
                  <a:pt x="80" y="147"/>
                </a:cubicBezTo>
                <a:cubicBezTo>
                  <a:pt x="73" y="147"/>
                  <a:pt x="0" y="147"/>
                  <a:pt x="0" y="147"/>
                </a:cubicBezTo>
                <a:lnTo>
                  <a:pt x="0" y="186"/>
                </a:lnTo>
                <a:cubicBezTo>
                  <a:pt x="0" y="186"/>
                  <a:pt x="73" y="186"/>
                  <a:pt x="80" y="186"/>
                </a:cubicBezTo>
                <a:cubicBezTo>
                  <a:pt x="80" y="193"/>
                  <a:pt x="80" y="511"/>
                  <a:pt x="80" y="511"/>
                </a:cubicBezTo>
                <a:cubicBezTo>
                  <a:pt x="80" y="513"/>
                  <a:pt x="79" y="516"/>
                  <a:pt x="79" y="518"/>
                </a:cubicBezTo>
                <a:cubicBezTo>
                  <a:pt x="79" y="556"/>
                  <a:pt x="89" y="582"/>
                  <a:pt x="106" y="600"/>
                </a:cubicBezTo>
                <a:cubicBezTo>
                  <a:pt x="132" y="628"/>
                  <a:pt x="176" y="628"/>
                  <a:pt x="212" y="627"/>
                </a:cubicBezTo>
                <a:lnTo>
                  <a:pt x="215" y="626"/>
                </a:lnTo>
                <a:lnTo>
                  <a:pt x="215" y="588"/>
                </a:lnTo>
                <a:lnTo>
                  <a:pt x="211" y="588"/>
                </a:lnTo>
                <a:cubicBezTo>
                  <a:pt x="175" y="589"/>
                  <a:pt x="151" y="587"/>
                  <a:pt x="137" y="571"/>
                </a:cubicBezTo>
                <a:cubicBezTo>
                  <a:pt x="126" y="561"/>
                  <a:pt x="120" y="541"/>
                  <a:pt x="120" y="511"/>
                </a:cubicBezTo>
                <a:cubicBezTo>
                  <a:pt x="120" y="511"/>
                  <a:pt x="120" y="193"/>
                  <a:pt x="120" y="186"/>
                </a:cubicBezTo>
                <a:cubicBezTo>
                  <a:pt x="127" y="186"/>
                  <a:pt x="207" y="186"/>
                  <a:pt x="231" y="186"/>
                </a:cubicBezTo>
                <a:cubicBezTo>
                  <a:pt x="274" y="298"/>
                  <a:pt x="401" y="616"/>
                  <a:pt x="402" y="620"/>
                </a:cubicBezTo>
                <a:cubicBezTo>
                  <a:pt x="383" y="679"/>
                  <a:pt x="370" y="714"/>
                  <a:pt x="358" y="728"/>
                </a:cubicBezTo>
                <a:cubicBezTo>
                  <a:pt x="336" y="749"/>
                  <a:pt x="316" y="756"/>
                  <a:pt x="269" y="756"/>
                </a:cubicBezTo>
                <a:lnTo>
                  <a:pt x="266" y="756"/>
                </a:lnTo>
                <a:lnTo>
                  <a:pt x="266" y="795"/>
                </a:lnTo>
                <a:lnTo>
                  <a:pt x="269" y="795"/>
                </a:lnTo>
                <a:cubicBezTo>
                  <a:pt x="317" y="795"/>
                  <a:pt x="349" y="793"/>
                  <a:pt x="375" y="773"/>
                </a:cubicBezTo>
                <a:cubicBezTo>
                  <a:pt x="394" y="757"/>
                  <a:pt x="408" y="724"/>
                  <a:pt x="427" y="674"/>
                </a:cubicBezTo>
                <a:lnTo>
                  <a:pt x="617" y="147"/>
                </a:lnTo>
                <a:lnTo>
                  <a:pt x="572" y="147"/>
                </a:lnTo>
                <a:cubicBezTo>
                  <a:pt x="572" y="147"/>
                  <a:pt x="431" y="551"/>
                  <a:pt x="424" y="570"/>
                </a:cubicBezTo>
                <a:cubicBezTo>
                  <a:pt x="418" y="551"/>
                  <a:pt x="263" y="147"/>
                  <a:pt x="263" y="147"/>
                </a:cubicBezTo>
                <a:lnTo>
                  <a:pt x="120" y="14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1943280" y="690480"/>
            <a:ext cx="15120" cy="23760"/>
          </a:xfrm>
          <a:custGeom>
            <a:rect b="b" l="l" r="r" t="t"/>
            <a:pathLst>
              <a:path extrusionOk="0" h="66" w="42">
                <a:moveTo>
                  <a:pt x="0" y="65"/>
                </a:moveTo>
                <a:lnTo>
                  <a:pt x="41" y="65"/>
                </a:lnTo>
                <a:lnTo>
                  <a:pt x="41" y="0"/>
                </a:lnTo>
                <a:lnTo>
                  <a:pt x="0" y="0"/>
                </a:lnTo>
                <a:lnTo>
                  <a:pt x="0" y="65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79" name="Google Shape;79;p16"/>
          <p:cNvSpPr/>
          <p:nvPr/>
        </p:nvSpPr>
        <p:spPr>
          <a:xfrm>
            <a:off x="1235520" y="389880"/>
            <a:ext cx="239400" cy="251280"/>
          </a:xfrm>
          <a:custGeom>
            <a:rect b="b" l="l" r="r" t="t"/>
            <a:pathLst>
              <a:path extrusionOk="0" h="698" w="665">
                <a:moveTo>
                  <a:pt x="334" y="48"/>
                </a:moveTo>
                <a:cubicBezTo>
                  <a:pt x="198" y="48"/>
                  <a:pt x="103" y="154"/>
                  <a:pt x="103" y="334"/>
                </a:cubicBezTo>
                <a:cubicBezTo>
                  <a:pt x="103" y="548"/>
                  <a:pt x="222" y="646"/>
                  <a:pt x="336" y="646"/>
                </a:cubicBezTo>
                <a:cubicBezTo>
                  <a:pt x="470" y="646"/>
                  <a:pt x="560" y="535"/>
                  <a:pt x="560" y="357"/>
                </a:cubicBezTo>
                <a:cubicBezTo>
                  <a:pt x="562" y="169"/>
                  <a:pt x="470" y="48"/>
                  <a:pt x="334" y="48"/>
                </a:cubicBezTo>
                <a:moveTo>
                  <a:pt x="327" y="691"/>
                </a:moveTo>
                <a:cubicBezTo>
                  <a:pt x="149" y="688"/>
                  <a:pt x="0" y="541"/>
                  <a:pt x="4" y="338"/>
                </a:cubicBezTo>
                <a:cubicBezTo>
                  <a:pt x="10" y="179"/>
                  <a:pt x="128" y="0"/>
                  <a:pt x="346" y="6"/>
                </a:cubicBezTo>
                <a:cubicBezTo>
                  <a:pt x="496" y="9"/>
                  <a:pt x="664" y="131"/>
                  <a:pt x="660" y="355"/>
                </a:cubicBezTo>
                <a:cubicBezTo>
                  <a:pt x="656" y="577"/>
                  <a:pt x="479" y="697"/>
                  <a:pt x="327" y="69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2080080" y="394920"/>
            <a:ext cx="210240" cy="241200"/>
          </a:xfrm>
          <a:custGeom>
            <a:rect b="b" l="l" r="r" t="t"/>
            <a:pathLst>
              <a:path extrusionOk="0" h="670" w="584">
                <a:moveTo>
                  <a:pt x="583" y="9"/>
                </a:moveTo>
                <a:lnTo>
                  <a:pt x="583" y="0"/>
                </a:lnTo>
                <a:lnTo>
                  <a:pt x="407" y="0"/>
                </a:lnTo>
                <a:lnTo>
                  <a:pt x="407" y="9"/>
                </a:lnTo>
                <a:cubicBezTo>
                  <a:pt x="441" y="13"/>
                  <a:pt x="451" y="20"/>
                  <a:pt x="451" y="73"/>
                </a:cubicBezTo>
                <a:lnTo>
                  <a:pt x="451" y="306"/>
                </a:lnTo>
                <a:lnTo>
                  <a:pt x="132" y="306"/>
                </a:lnTo>
                <a:lnTo>
                  <a:pt x="132" y="73"/>
                </a:lnTo>
                <a:cubicBezTo>
                  <a:pt x="132" y="20"/>
                  <a:pt x="142" y="13"/>
                  <a:pt x="177" y="9"/>
                </a:cubicBezTo>
                <a:lnTo>
                  <a:pt x="177" y="0"/>
                </a:lnTo>
                <a:lnTo>
                  <a:pt x="0" y="0"/>
                </a:lnTo>
                <a:lnTo>
                  <a:pt x="0" y="9"/>
                </a:lnTo>
                <a:cubicBezTo>
                  <a:pt x="34" y="13"/>
                  <a:pt x="44" y="20"/>
                  <a:pt x="44" y="73"/>
                </a:cubicBezTo>
                <a:lnTo>
                  <a:pt x="44" y="596"/>
                </a:lnTo>
                <a:cubicBezTo>
                  <a:pt x="44" y="650"/>
                  <a:pt x="34" y="657"/>
                  <a:pt x="0" y="659"/>
                </a:cubicBezTo>
                <a:lnTo>
                  <a:pt x="0" y="669"/>
                </a:lnTo>
                <a:lnTo>
                  <a:pt x="177" y="669"/>
                </a:lnTo>
                <a:lnTo>
                  <a:pt x="177" y="659"/>
                </a:lnTo>
                <a:cubicBezTo>
                  <a:pt x="142" y="657"/>
                  <a:pt x="132" y="650"/>
                  <a:pt x="132" y="596"/>
                </a:cubicBezTo>
                <a:lnTo>
                  <a:pt x="132" y="345"/>
                </a:lnTo>
                <a:lnTo>
                  <a:pt x="451" y="345"/>
                </a:lnTo>
                <a:lnTo>
                  <a:pt x="451" y="596"/>
                </a:lnTo>
                <a:cubicBezTo>
                  <a:pt x="451" y="650"/>
                  <a:pt x="441" y="657"/>
                  <a:pt x="407" y="659"/>
                </a:cubicBezTo>
                <a:lnTo>
                  <a:pt x="407" y="669"/>
                </a:lnTo>
                <a:lnTo>
                  <a:pt x="583" y="669"/>
                </a:lnTo>
                <a:lnTo>
                  <a:pt x="583" y="659"/>
                </a:lnTo>
                <a:cubicBezTo>
                  <a:pt x="548" y="657"/>
                  <a:pt x="539" y="650"/>
                  <a:pt x="539" y="596"/>
                </a:cubicBezTo>
                <a:lnTo>
                  <a:pt x="539" y="73"/>
                </a:lnTo>
                <a:cubicBezTo>
                  <a:pt x="539" y="20"/>
                  <a:pt x="548" y="13"/>
                  <a:pt x="58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1489320" y="394920"/>
            <a:ext cx="205200" cy="241200"/>
          </a:xfrm>
          <a:custGeom>
            <a:rect b="b" l="l" r="r" t="t"/>
            <a:pathLst>
              <a:path extrusionOk="0" h="670" w="570">
                <a:moveTo>
                  <a:pt x="1" y="0"/>
                </a:moveTo>
                <a:lnTo>
                  <a:pt x="1" y="9"/>
                </a:lnTo>
                <a:cubicBezTo>
                  <a:pt x="35" y="12"/>
                  <a:pt x="44" y="15"/>
                  <a:pt x="44" y="55"/>
                </a:cubicBezTo>
                <a:lnTo>
                  <a:pt x="44" y="596"/>
                </a:lnTo>
                <a:cubicBezTo>
                  <a:pt x="44" y="650"/>
                  <a:pt x="35" y="657"/>
                  <a:pt x="0" y="659"/>
                </a:cubicBezTo>
                <a:lnTo>
                  <a:pt x="0" y="669"/>
                </a:lnTo>
                <a:lnTo>
                  <a:pt x="134" y="669"/>
                </a:lnTo>
                <a:lnTo>
                  <a:pt x="134" y="659"/>
                </a:lnTo>
                <a:cubicBezTo>
                  <a:pt x="98" y="657"/>
                  <a:pt x="89" y="650"/>
                  <a:pt x="89" y="596"/>
                </a:cubicBezTo>
                <a:lnTo>
                  <a:pt x="89" y="109"/>
                </a:lnTo>
                <a:cubicBezTo>
                  <a:pt x="89" y="119"/>
                  <a:pt x="435" y="571"/>
                  <a:pt x="510" y="669"/>
                </a:cubicBezTo>
                <a:lnTo>
                  <a:pt x="525" y="669"/>
                </a:lnTo>
                <a:lnTo>
                  <a:pt x="525" y="55"/>
                </a:lnTo>
                <a:cubicBezTo>
                  <a:pt x="525" y="15"/>
                  <a:pt x="535" y="12"/>
                  <a:pt x="569" y="9"/>
                </a:cubicBezTo>
                <a:lnTo>
                  <a:pt x="569" y="0"/>
                </a:lnTo>
                <a:lnTo>
                  <a:pt x="437" y="0"/>
                </a:lnTo>
                <a:lnTo>
                  <a:pt x="437" y="9"/>
                </a:lnTo>
                <a:cubicBezTo>
                  <a:pt x="471" y="12"/>
                  <a:pt x="481" y="15"/>
                  <a:pt x="481" y="55"/>
                </a:cubicBezTo>
                <a:lnTo>
                  <a:pt x="481" y="478"/>
                </a:lnTo>
                <a:lnTo>
                  <a:pt x="120" y="0"/>
                </a:lnTo>
                <a:lnTo>
                  <a:pt x="1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1696320" y="394920"/>
            <a:ext cx="209520" cy="241200"/>
          </a:xfrm>
          <a:custGeom>
            <a:rect b="b" l="l" r="r" t="t"/>
            <a:pathLst>
              <a:path extrusionOk="0" h="670" w="582">
                <a:moveTo>
                  <a:pt x="163" y="427"/>
                </a:moveTo>
                <a:cubicBezTo>
                  <a:pt x="203" y="321"/>
                  <a:pt x="267" y="152"/>
                  <a:pt x="267" y="152"/>
                </a:cubicBezTo>
                <a:cubicBezTo>
                  <a:pt x="267" y="152"/>
                  <a:pt x="322" y="303"/>
                  <a:pt x="369" y="427"/>
                </a:cubicBezTo>
                <a:lnTo>
                  <a:pt x="163" y="427"/>
                </a:lnTo>
                <a:moveTo>
                  <a:pt x="298" y="0"/>
                </a:moveTo>
                <a:lnTo>
                  <a:pt x="286" y="0"/>
                </a:lnTo>
                <a:cubicBezTo>
                  <a:pt x="254" y="81"/>
                  <a:pt x="107" y="450"/>
                  <a:pt x="56" y="578"/>
                </a:cubicBezTo>
                <a:cubicBezTo>
                  <a:pt x="49" y="601"/>
                  <a:pt x="34" y="637"/>
                  <a:pt x="23" y="648"/>
                </a:cubicBezTo>
                <a:cubicBezTo>
                  <a:pt x="15" y="658"/>
                  <a:pt x="8" y="659"/>
                  <a:pt x="0" y="659"/>
                </a:cubicBezTo>
                <a:lnTo>
                  <a:pt x="0" y="669"/>
                </a:lnTo>
                <a:lnTo>
                  <a:pt x="118" y="669"/>
                </a:lnTo>
                <a:lnTo>
                  <a:pt x="118" y="659"/>
                </a:lnTo>
                <a:cubicBezTo>
                  <a:pt x="108" y="659"/>
                  <a:pt x="88" y="659"/>
                  <a:pt x="87" y="641"/>
                </a:cubicBezTo>
                <a:cubicBezTo>
                  <a:pt x="86" y="634"/>
                  <a:pt x="87" y="628"/>
                  <a:pt x="90" y="621"/>
                </a:cubicBezTo>
                <a:cubicBezTo>
                  <a:pt x="94" y="608"/>
                  <a:pt x="118" y="543"/>
                  <a:pt x="148" y="469"/>
                </a:cubicBezTo>
                <a:lnTo>
                  <a:pt x="385" y="469"/>
                </a:lnTo>
                <a:cubicBezTo>
                  <a:pt x="408" y="531"/>
                  <a:pt x="430" y="586"/>
                  <a:pt x="440" y="609"/>
                </a:cubicBezTo>
                <a:cubicBezTo>
                  <a:pt x="442" y="616"/>
                  <a:pt x="449" y="632"/>
                  <a:pt x="449" y="641"/>
                </a:cubicBezTo>
                <a:cubicBezTo>
                  <a:pt x="449" y="659"/>
                  <a:pt x="433" y="659"/>
                  <a:pt x="417" y="659"/>
                </a:cubicBezTo>
                <a:lnTo>
                  <a:pt x="417" y="669"/>
                </a:lnTo>
                <a:lnTo>
                  <a:pt x="581" y="669"/>
                </a:lnTo>
                <a:lnTo>
                  <a:pt x="581" y="659"/>
                </a:lnTo>
                <a:cubicBezTo>
                  <a:pt x="560" y="658"/>
                  <a:pt x="554" y="652"/>
                  <a:pt x="539" y="616"/>
                </a:cubicBezTo>
                <a:lnTo>
                  <a:pt x="298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977040" y="394920"/>
            <a:ext cx="244440" cy="241200"/>
          </a:xfrm>
          <a:custGeom>
            <a:rect b="b" l="l" r="r" t="t"/>
            <a:pathLst>
              <a:path extrusionOk="0" h="670" w="679">
                <a:moveTo>
                  <a:pt x="0" y="0"/>
                </a:moveTo>
                <a:lnTo>
                  <a:pt x="0" y="9"/>
                </a:lnTo>
                <a:cubicBezTo>
                  <a:pt x="20" y="11"/>
                  <a:pt x="31" y="13"/>
                  <a:pt x="36" y="21"/>
                </a:cubicBezTo>
                <a:cubicBezTo>
                  <a:pt x="40" y="24"/>
                  <a:pt x="41" y="27"/>
                  <a:pt x="42" y="31"/>
                </a:cubicBezTo>
                <a:cubicBezTo>
                  <a:pt x="43" y="34"/>
                  <a:pt x="43" y="38"/>
                  <a:pt x="43" y="41"/>
                </a:cubicBezTo>
                <a:cubicBezTo>
                  <a:pt x="44" y="45"/>
                  <a:pt x="44" y="50"/>
                  <a:pt x="44" y="55"/>
                </a:cubicBezTo>
                <a:lnTo>
                  <a:pt x="44" y="596"/>
                </a:lnTo>
                <a:cubicBezTo>
                  <a:pt x="44" y="650"/>
                  <a:pt x="34" y="657"/>
                  <a:pt x="0" y="659"/>
                </a:cubicBezTo>
                <a:lnTo>
                  <a:pt x="0" y="669"/>
                </a:lnTo>
                <a:lnTo>
                  <a:pt x="132" y="669"/>
                </a:lnTo>
                <a:lnTo>
                  <a:pt x="132" y="659"/>
                </a:lnTo>
                <a:cubicBezTo>
                  <a:pt x="97" y="657"/>
                  <a:pt x="87" y="650"/>
                  <a:pt x="87" y="596"/>
                </a:cubicBezTo>
                <a:lnTo>
                  <a:pt x="87" y="132"/>
                </a:lnTo>
                <a:cubicBezTo>
                  <a:pt x="87" y="123"/>
                  <a:pt x="85" y="107"/>
                  <a:pt x="85" y="107"/>
                </a:cubicBezTo>
                <a:lnTo>
                  <a:pt x="94" y="132"/>
                </a:lnTo>
                <a:lnTo>
                  <a:pt x="308" y="666"/>
                </a:lnTo>
                <a:lnTo>
                  <a:pt x="321" y="666"/>
                </a:lnTo>
                <a:lnTo>
                  <a:pt x="541" y="116"/>
                </a:lnTo>
                <a:lnTo>
                  <a:pt x="548" y="94"/>
                </a:lnTo>
                <a:cubicBezTo>
                  <a:pt x="548" y="94"/>
                  <a:pt x="546" y="104"/>
                  <a:pt x="546" y="114"/>
                </a:cubicBezTo>
                <a:lnTo>
                  <a:pt x="546" y="596"/>
                </a:lnTo>
                <a:cubicBezTo>
                  <a:pt x="546" y="650"/>
                  <a:pt x="536" y="657"/>
                  <a:pt x="500" y="659"/>
                </a:cubicBezTo>
                <a:lnTo>
                  <a:pt x="500" y="669"/>
                </a:lnTo>
                <a:lnTo>
                  <a:pt x="678" y="669"/>
                </a:lnTo>
                <a:lnTo>
                  <a:pt x="678" y="659"/>
                </a:lnTo>
                <a:cubicBezTo>
                  <a:pt x="643" y="657"/>
                  <a:pt x="633" y="650"/>
                  <a:pt x="633" y="596"/>
                </a:cubicBezTo>
                <a:lnTo>
                  <a:pt x="633" y="55"/>
                </a:lnTo>
                <a:cubicBezTo>
                  <a:pt x="633" y="15"/>
                  <a:pt x="643" y="12"/>
                  <a:pt x="677" y="9"/>
                </a:cubicBezTo>
                <a:lnTo>
                  <a:pt x="677" y="0"/>
                </a:lnTo>
                <a:lnTo>
                  <a:pt x="539" y="0"/>
                </a:lnTo>
                <a:lnTo>
                  <a:pt x="341" y="504"/>
                </a:lnTo>
                <a:lnTo>
                  <a:pt x="139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1915560" y="392400"/>
            <a:ext cx="135360" cy="247320"/>
          </a:xfrm>
          <a:custGeom>
            <a:rect b="b" l="l" r="r" t="t"/>
            <a:pathLst>
              <a:path extrusionOk="0" h="687" w="376">
                <a:moveTo>
                  <a:pt x="2" y="631"/>
                </a:moveTo>
                <a:cubicBezTo>
                  <a:pt x="44" y="658"/>
                  <a:pt x="107" y="686"/>
                  <a:pt x="172" y="686"/>
                </a:cubicBezTo>
                <a:cubicBezTo>
                  <a:pt x="173" y="686"/>
                  <a:pt x="175" y="686"/>
                  <a:pt x="176" y="686"/>
                </a:cubicBezTo>
                <a:cubicBezTo>
                  <a:pt x="273" y="684"/>
                  <a:pt x="375" y="606"/>
                  <a:pt x="375" y="485"/>
                </a:cubicBezTo>
                <a:cubicBezTo>
                  <a:pt x="375" y="353"/>
                  <a:pt x="289" y="322"/>
                  <a:pt x="202" y="275"/>
                </a:cubicBezTo>
                <a:cubicBezTo>
                  <a:pt x="115" y="229"/>
                  <a:pt x="77" y="205"/>
                  <a:pt x="77" y="143"/>
                </a:cubicBezTo>
                <a:cubicBezTo>
                  <a:pt x="77" y="101"/>
                  <a:pt x="103" y="39"/>
                  <a:pt x="180" y="39"/>
                </a:cubicBezTo>
                <a:cubicBezTo>
                  <a:pt x="205" y="39"/>
                  <a:pt x="226" y="46"/>
                  <a:pt x="245" y="57"/>
                </a:cubicBezTo>
                <a:cubicBezTo>
                  <a:pt x="308" y="94"/>
                  <a:pt x="311" y="147"/>
                  <a:pt x="319" y="180"/>
                </a:cubicBezTo>
                <a:lnTo>
                  <a:pt x="329" y="180"/>
                </a:lnTo>
                <a:lnTo>
                  <a:pt x="323" y="32"/>
                </a:lnTo>
                <a:cubicBezTo>
                  <a:pt x="283" y="14"/>
                  <a:pt x="251" y="6"/>
                  <a:pt x="228" y="2"/>
                </a:cubicBezTo>
                <a:cubicBezTo>
                  <a:pt x="215" y="1"/>
                  <a:pt x="203" y="0"/>
                  <a:pt x="193" y="0"/>
                </a:cubicBezTo>
                <a:cubicBezTo>
                  <a:pt x="106" y="0"/>
                  <a:pt x="2" y="56"/>
                  <a:pt x="2" y="173"/>
                </a:cubicBezTo>
                <a:cubicBezTo>
                  <a:pt x="2" y="254"/>
                  <a:pt x="47" y="305"/>
                  <a:pt x="137" y="351"/>
                </a:cubicBezTo>
                <a:cubicBezTo>
                  <a:pt x="225" y="399"/>
                  <a:pt x="291" y="418"/>
                  <a:pt x="291" y="512"/>
                </a:cubicBezTo>
                <a:cubicBezTo>
                  <a:pt x="291" y="561"/>
                  <a:pt x="266" y="645"/>
                  <a:pt x="166" y="645"/>
                </a:cubicBezTo>
                <a:cubicBezTo>
                  <a:pt x="128" y="645"/>
                  <a:pt x="95" y="629"/>
                  <a:pt x="71" y="607"/>
                </a:cubicBezTo>
                <a:cubicBezTo>
                  <a:pt x="12" y="548"/>
                  <a:pt x="13" y="500"/>
                  <a:pt x="9" y="482"/>
                </a:cubicBezTo>
                <a:lnTo>
                  <a:pt x="0" y="482"/>
                </a:lnTo>
                <a:lnTo>
                  <a:pt x="2" y="6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73760" y="394200"/>
            <a:ext cx="338400" cy="462240"/>
          </a:xfrm>
          <a:custGeom>
            <a:rect b="b" l="l" r="r" t="t"/>
            <a:pathLst>
              <a:path extrusionOk="0" h="1284" w="940">
                <a:moveTo>
                  <a:pt x="3" y="513"/>
                </a:moveTo>
                <a:cubicBezTo>
                  <a:pt x="3" y="541"/>
                  <a:pt x="0" y="752"/>
                  <a:pt x="124" y="971"/>
                </a:cubicBezTo>
                <a:cubicBezTo>
                  <a:pt x="235" y="1169"/>
                  <a:pt x="400" y="1255"/>
                  <a:pt x="469" y="1283"/>
                </a:cubicBezTo>
                <a:cubicBezTo>
                  <a:pt x="541" y="1255"/>
                  <a:pt x="705" y="1169"/>
                  <a:pt x="815" y="971"/>
                </a:cubicBezTo>
                <a:cubicBezTo>
                  <a:pt x="939" y="752"/>
                  <a:pt x="936" y="541"/>
                  <a:pt x="936" y="513"/>
                </a:cubicBezTo>
                <a:lnTo>
                  <a:pt x="936" y="0"/>
                </a:lnTo>
                <a:lnTo>
                  <a:pt x="3" y="0"/>
                </a:lnTo>
                <a:lnTo>
                  <a:pt x="3" y="51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14360" y="666000"/>
            <a:ext cx="456840" cy="260640"/>
          </a:xfrm>
          <a:custGeom>
            <a:rect b="b" l="l" r="r" t="t"/>
            <a:pathLst>
              <a:path extrusionOk="0" h="724" w="1269">
                <a:moveTo>
                  <a:pt x="1156" y="0"/>
                </a:moveTo>
                <a:lnTo>
                  <a:pt x="1152" y="17"/>
                </a:lnTo>
                <a:cubicBezTo>
                  <a:pt x="1146" y="37"/>
                  <a:pt x="1140" y="56"/>
                  <a:pt x="1134" y="73"/>
                </a:cubicBezTo>
                <a:lnTo>
                  <a:pt x="1094" y="34"/>
                </a:lnTo>
                <a:lnTo>
                  <a:pt x="1088" y="50"/>
                </a:lnTo>
                <a:cubicBezTo>
                  <a:pt x="1067" y="119"/>
                  <a:pt x="1040" y="183"/>
                  <a:pt x="1006" y="241"/>
                </a:cubicBezTo>
                <a:cubicBezTo>
                  <a:pt x="918" y="391"/>
                  <a:pt x="795" y="501"/>
                  <a:pt x="648" y="558"/>
                </a:cubicBezTo>
                <a:cubicBezTo>
                  <a:pt x="648" y="558"/>
                  <a:pt x="638" y="562"/>
                  <a:pt x="633" y="564"/>
                </a:cubicBezTo>
                <a:cubicBezTo>
                  <a:pt x="628" y="562"/>
                  <a:pt x="618" y="558"/>
                  <a:pt x="618" y="558"/>
                </a:cubicBezTo>
                <a:cubicBezTo>
                  <a:pt x="473" y="501"/>
                  <a:pt x="349" y="391"/>
                  <a:pt x="262" y="241"/>
                </a:cubicBezTo>
                <a:cubicBezTo>
                  <a:pt x="229" y="183"/>
                  <a:pt x="201" y="120"/>
                  <a:pt x="180" y="50"/>
                </a:cubicBezTo>
                <a:lnTo>
                  <a:pt x="174" y="34"/>
                </a:lnTo>
                <a:lnTo>
                  <a:pt x="163" y="46"/>
                </a:lnTo>
                <a:lnTo>
                  <a:pt x="134" y="73"/>
                </a:lnTo>
                <a:cubicBezTo>
                  <a:pt x="128" y="55"/>
                  <a:pt x="122" y="37"/>
                  <a:pt x="117" y="17"/>
                </a:cubicBezTo>
                <a:lnTo>
                  <a:pt x="112" y="0"/>
                </a:lnTo>
                <a:lnTo>
                  <a:pt x="100" y="11"/>
                </a:lnTo>
                <a:lnTo>
                  <a:pt x="0" y="109"/>
                </a:lnTo>
                <a:lnTo>
                  <a:pt x="2" y="115"/>
                </a:lnTo>
                <a:cubicBezTo>
                  <a:pt x="25" y="198"/>
                  <a:pt x="65" y="282"/>
                  <a:pt x="94" y="339"/>
                </a:cubicBezTo>
                <a:lnTo>
                  <a:pt x="99" y="351"/>
                </a:lnTo>
                <a:lnTo>
                  <a:pt x="141" y="311"/>
                </a:lnTo>
                <a:cubicBezTo>
                  <a:pt x="143" y="313"/>
                  <a:pt x="144" y="316"/>
                  <a:pt x="147" y="319"/>
                </a:cubicBezTo>
                <a:cubicBezTo>
                  <a:pt x="250" y="498"/>
                  <a:pt x="397" y="628"/>
                  <a:pt x="572" y="698"/>
                </a:cubicBezTo>
                <a:lnTo>
                  <a:pt x="633" y="723"/>
                </a:lnTo>
                <a:lnTo>
                  <a:pt x="696" y="698"/>
                </a:lnTo>
                <a:cubicBezTo>
                  <a:pt x="871" y="628"/>
                  <a:pt x="1017" y="498"/>
                  <a:pt x="1122" y="319"/>
                </a:cubicBezTo>
                <a:cubicBezTo>
                  <a:pt x="1123" y="316"/>
                  <a:pt x="1126" y="313"/>
                  <a:pt x="1127" y="311"/>
                </a:cubicBezTo>
                <a:lnTo>
                  <a:pt x="1169" y="351"/>
                </a:lnTo>
                <a:lnTo>
                  <a:pt x="1174" y="339"/>
                </a:lnTo>
                <a:cubicBezTo>
                  <a:pt x="1204" y="283"/>
                  <a:pt x="1242" y="199"/>
                  <a:pt x="1267" y="115"/>
                </a:cubicBezTo>
                <a:lnTo>
                  <a:pt x="1268" y="109"/>
                </a:lnTo>
                <a:lnTo>
                  <a:pt x="1156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774000" y="473040"/>
            <a:ext cx="8640" cy="16560"/>
          </a:xfrm>
          <a:custGeom>
            <a:rect b="b" l="l" r="r" t="t"/>
            <a:pathLst>
              <a:path extrusionOk="0" h="46" w="24">
                <a:moveTo>
                  <a:pt x="23" y="6"/>
                </a:moveTo>
                <a:cubicBezTo>
                  <a:pt x="23" y="13"/>
                  <a:pt x="22" y="20"/>
                  <a:pt x="18" y="26"/>
                </a:cubicBezTo>
                <a:cubicBezTo>
                  <a:pt x="17" y="30"/>
                  <a:pt x="14" y="34"/>
                  <a:pt x="11" y="38"/>
                </a:cubicBezTo>
                <a:cubicBezTo>
                  <a:pt x="8" y="39"/>
                  <a:pt x="3" y="41"/>
                  <a:pt x="0" y="45"/>
                </a:cubicBezTo>
                <a:cubicBezTo>
                  <a:pt x="0" y="44"/>
                  <a:pt x="0" y="41"/>
                  <a:pt x="0" y="39"/>
                </a:cubicBezTo>
                <a:cubicBezTo>
                  <a:pt x="0" y="32"/>
                  <a:pt x="1" y="25"/>
                  <a:pt x="4" y="18"/>
                </a:cubicBezTo>
                <a:cubicBezTo>
                  <a:pt x="8" y="11"/>
                  <a:pt x="14" y="5"/>
                  <a:pt x="23" y="0"/>
                </a:cubicBezTo>
                <a:cubicBezTo>
                  <a:pt x="23" y="2"/>
                  <a:pt x="23" y="5"/>
                  <a:pt x="2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747000" y="523440"/>
            <a:ext cx="16920" cy="7560"/>
          </a:xfrm>
          <a:custGeom>
            <a:rect b="b" l="l" r="r" t="t"/>
            <a:pathLst>
              <a:path extrusionOk="0" h="21" w="47">
                <a:moveTo>
                  <a:pt x="22" y="1"/>
                </a:moveTo>
                <a:cubicBezTo>
                  <a:pt x="31" y="0"/>
                  <a:pt x="39" y="1"/>
                  <a:pt x="46" y="6"/>
                </a:cubicBezTo>
                <a:cubicBezTo>
                  <a:pt x="41" y="12"/>
                  <a:pt x="34" y="18"/>
                  <a:pt x="24" y="19"/>
                </a:cubicBezTo>
                <a:cubicBezTo>
                  <a:pt x="15" y="20"/>
                  <a:pt x="8" y="18"/>
                  <a:pt x="0" y="14"/>
                </a:cubicBezTo>
                <a:cubicBezTo>
                  <a:pt x="7" y="7"/>
                  <a:pt x="13" y="3"/>
                  <a:pt x="2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740520" y="514440"/>
            <a:ext cx="9720" cy="15120"/>
          </a:xfrm>
          <a:custGeom>
            <a:rect b="b" l="l" r="r" t="t"/>
            <a:pathLst>
              <a:path extrusionOk="0" h="42" w="27">
                <a:moveTo>
                  <a:pt x="0" y="41"/>
                </a:moveTo>
                <a:cubicBezTo>
                  <a:pt x="0" y="41"/>
                  <a:pt x="0" y="40"/>
                  <a:pt x="0" y="39"/>
                </a:cubicBezTo>
                <a:cubicBezTo>
                  <a:pt x="0" y="31"/>
                  <a:pt x="2" y="24"/>
                  <a:pt x="7" y="17"/>
                </a:cubicBezTo>
                <a:cubicBezTo>
                  <a:pt x="11" y="9"/>
                  <a:pt x="18" y="5"/>
                  <a:pt x="25" y="0"/>
                </a:cubicBezTo>
                <a:cubicBezTo>
                  <a:pt x="25" y="1"/>
                  <a:pt x="26" y="2"/>
                  <a:pt x="26" y="4"/>
                </a:cubicBezTo>
                <a:cubicBezTo>
                  <a:pt x="26" y="12"/>
                  <a:pt x="23" y="19"/>
                  <a:pt x="20" y="26"/>
                </a:cubicBezTo>
                <a:cubicBezTo>
                  <a:pt x="14" y="33"/>
                  <a:pt x="8" y="38"/>
                  <a:pt x="0" y="4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750240" y="507600"/>
            <a:ext cx="7200" cy="15840"/>
          </a:xfrm>
          <a:custGeom>
            <a:rect b="b" l="l" r="r" t="t"/>
            <a:pathLst>
              <a:path extrusionOk="0" h="44" w="20">
                <a:moveTo>
                  <a:pt x="3" y="13"/>
                </a:moveTo>
                <a:cubicBezTo>
                  <a:pt x="7" y="8"/>
                  <a:pt x="12" y="4"/>
                  <a:pt x="17" y="0"/>
                </a:cubicBezTo>
                <a:cubicBezTo>
                  <a:pt x="18" y="4"/>
                  <a:pt x="19" y="7"/>
                  <a:pt x="19" y="11"/>
                </a:cubicBezTo>
                <a:cubicBezTo>
                  <a:pt x="19" y="15"/>
                  <a:pt x="19" y="20"/>
                  <a:pt x="17" y="26"/>
                </a:cubicBezTo>
                <a:cubicBezTo>
                  <a:pt x="14" y="32"/>
                  <a:pt x="12" y="37"/>
                  <a:pt x="6" y="41"/>
                </a:cubicBezTo>
                <a:cubicBezTo>
                  <a:pt x="4" y="41"/>
                  <a:pt x="2" y="41"/>
                  <a:pt x="1" y="43"/>
                </a:cubicBezTo>
                <a:cubicBezTo>
                  <a:pt x="0" y="43"/>
                  <a:pt x="0" y="41"/>
                  <a:pt x="0" y="41"/>
                </a:cubicBezTo>
                <a:cubicBezTo>
                  <a:pt x="4" y="33"/>
                  <a:pt x="6" y="24"/>
                  <a:pt x="3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57800" y="498600"/>
            <a:ext cx="5760" cy="17280"/>
          </a:xfrm>
          <a:custGeom>
            <a:rect b="b" l="l" r="r" t="t"/>
            <a:pathLst>
              <a:path extrusionOk="0" h="48" w="16">
                <a:moveTo>
                  <a:pt x="0" y="17"/>
                </a:moveTo>
                <a:cubicBezTo>
                  <a:pt x="1" y="11"/>
                  <a:pt x="4" y="5"/>
                  <a:pt x="10" y="0"/>
                </a:cubicBezTo>
                <a:cubicBezTo>
                  <a:pt x="13" y="7"/>
                  <a:pt x="15" y="14"/>
                  <a:pt x="15" y="21"/>
                </a:cubicBezTo>
                <a:cubicBezTo>
                  <a:pt x="15" y="23"/>
                  <a:pt x="15" y="24"/>
                  <a:pt x="15" y="25"/>
                </a:cubicBezTo>
                <a:cubicBezTo>
                  <a:pt x="15" y="31"/>
                  <a:pt x="13" y="38"/>
                  <a:pt x="10" y="44"/>
                </a:cubicBezTo>
                <a:cubicBezTo>
                  <a:pt x="7" y="44"/>
                  <a:pt x="6" y="46"/>
                  <a:pt x="3" y="47"/>
                </a:cubicBezTo>
                <a:cubicBezTo>
                  <a:pt x="3" y="46"/>
                  <a:pt x="3" y="46"/>
                  <a:pt x="3" y="46"/>
                </a:cubicBezTo>
                <a:cubicBezTo>
                  <a:pt x="4" y="37"/>
                  <a:pt x="4" y="26"/>
                  <a:pt x="0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762120" y="488880"/>
            <a:ext cx="6480" cy="17280"/>
          </a:xfrm>
          <a:custGeom>
            <a:rect b="b" l="l" r="r" t="t"/>
            <a:pathLst>
              <a:path extrusionOk="0" h="48" w="18">
                <a:moveTo>
                  <a:pt x="0" y="19"/>
                </a:moveTo>
                <a:cubicBezTo>
                  <a:pt x="1" y="13"/>
                  <a:pt x="2" y="7"/>
                  <a:pt x="6" y="0"/>
                </a:cubicBezTo>
                <a:cubicBezTo>
                  <a:pt x="11" y="7"/>
                  <a:pt x="15" y="14"/>
                  <a:pt x="17" y="24"/>
                </a:cubicBezTo>
                <a:cubicBezTo>
                  <a:pt x="17" y="26"/>
                  <a:pt x="17" y="28"/>
                  <a:pt x="17" y="30"/>
                </a:cubicBezTo>
                <a:cubicBezTo>
                  <a:pt x="17" y="34"/>
                  <a:pt x="17" y="38"/>
                  <a:pt x="14" y="43"/>
                </a:cubicBezTo>
                <a:cubicBezTo>
                  <a:pt x="13" y="44"/>
                  <a:pt x="12" y="46"/>
                  <a:pt x="11" y="47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37"/>
                  <a:pt x="7" y="28"/>
                  <a:pt x="0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764280" y="479160"/>
            <a:ext cx="7920" cy="16200"/>
          </a:xfrm>
          <a:custGeom>
            <a:rect b="b" l="l" r="r" t="t"/>
            <a:pathLst>
              <a:path extrusionOk="0" h="45" w="22">
                <a:moveTo>
                  <a:pt x="1" y="19"/>
                </a:moveTo>
                <a:cubicBezTo>
                  <a:pt x="0" y="15"/>
                  <a:pt x="0" y="13"/>
                  <a:pt x="0" y="9"/>
                </a:cubicBezTo>
                <a:cubicBezTo>
                  <a:pt x="0" y="6"/>
                  <a:pt x="1" y="4"/>
                  <a:pt x="1" y="0"/>
                </a:cubicBezTo>
                <a:cubicBezTo>
                  <a:pt x="10" y="5"/>
                  <a:pt x="15" y="11"/>
                  <a:pt x="18" y="20"/>
                </a:cubicBezTo>
                <a:cubicBezTo>
                  <a:pt x="20" y="25"/>
                  <a:pt x="21" y="31"/>
                  <a:pt x="21" y="36"/>
                </a:cubicBezTo>
                <a:cubicBezTo>
                  <a:pt x="21" y="37"/>
                  <a:pt x="21" y="37"/>
                  <a:pt x="21" y="38"/>
                </a:cubicBezTo>
                <a:cubicBezTo>
                  <a:pt x="19" y="39"/>
                  <a:pt x="19" y="41"/>
                  <a:pt x="18" y="44"/>
                </a:cubicBezTo>
                <a:lnTo>
                  <a:pt x="17" y="43"/>
                </a:lnTo>
                <a:cubicBezTo>
                  <a:pt x="13" y="34"/>
                  <a:pt x="9" y="26"/>
                  <a:pt x="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763200" y="468720"/>
            <a:ext cx="9720" cy="14400"/>
          </a:xfrm>
          <a:custGeom>
            <a:rect b="b" l="l" r="r" t="t"/>
            <a:pathLst>
              <a:path extrusionOk="0" h="40" w="27">
                <a:moveTo>
                  <a:pt x="3" y="20"/>
                </a:moveTo>
                <a:cubicBezTo>
                  <a:pt x="1" y="14"/>
                  <a:pt x="0" y="8"/>
                  <a:pt x="0" y="0"/>
                </a:cubicBezTo>
                <a:cubicBezTo>
                  <a:pt x="8" y="4"/>
                  <a:pt x="14" y="9"/>
                  <a:pt x="19" y="15"/>
                </a:cubicBezTo>
                <a:cubicBezTo>
                  <a:pt x="24" y="21"/>
                  <a:pt x="25" y="27"/>
                  <a:pt x="26" y="33"/>
                </a:cubicBezTo>
                <a:cubicBezTo>
                  <a:pt x="26" y="36"/>
                  <a:pt x="25" y="37"/>
                  <a:pt x="2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19" y="31"/>
                  <a:pt x="11" y="24"/>
                  <a:pt x="3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760320" y="459360"/>
            <a:ext cx="11880" cy="11880"/>
          </a:xfrm>
          <a:custGeom>
            <a:rect b="b" l="l" r="r" t="t"/>
            <a:pathLst>
              <a:path extrusionOk="0" h="33" w="33">
                <a:moveTo>
                  <a:pt x="32" y="32"/>
                </a:moveTo>
                <a:cubicBezTo>
                  <a:pt x="31" y="32"/>
                  <a:pt x="31" y="32"/>
                  <a:pt x="30" y="32"/>
                </a:cubicBezTo>
                <a:cubicBezTo>
                  <a:pt x="24" y="25"/>
                  <a:pt x="17" y="21"/>
                  <a:pt x="8" y="18"/>
                </a:cubicBezTo>
                <a:cubicBezTo>
                  <a:pt x="4" y="13"/>
                  <a:pt x="1" y="8"/>
                  <a:pt x="0" y="0"/>
                </a:cubicBezTo>
                <a:cubicBezTo>
                  <a:pt x="9" y="1"/>
                  <a:pt x="15" y="5"/>
                  <a:pt x="22" y="11"/>
                </a:cubicBezTo>
                <a:cubicBezTo>
                  <a:pt x="26" y="15"/>
                  <a:pt x="30" y="20"/>
                  <a:pt x="32" y="26"/>
                </a:cubicBezTo>
                <a:cubicBezTo>
                  <a:pt x="32" y="28"/>
                  <a:pt x="32" y="31"/>
                  <a:pt x="32" y="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754560" y="450720"/>
            <a:ext cx="13680" cy="9360"/>
          </a:xfrm>
          <a:custGeom>
            <a:rect b="b" l="l" r="r" t="t"/>
            <a:pathLst>
              <a:path extrusionOk="0" h="26" w="38">
                <a:moveTo>
                  <a:pt x="36" y="25"/>
                </a:moveTo>
                <a:cubicBezTo>
                  <a:pt x="29" y="18"/>
                  <a:pt x="21" y="15"/>
                  <a:pt x="11" y="15"/>
                </a:cubicBezTo>
                <a:cubicBezTo>
                  <a:pt x="7" y="11"/>
                  <a:pt x="2" y="7"/>
                  <a:pt x="0" y="0"/>
                </a:cubicBezTo>
                <a:cubicBezTo>
                  <a:pt x="8" y="0"/>
                  <a:pt x="15" y="1"/>
                  <a:pt x="23" y="5"/>
                </a:cubicBezTo>
                <a:cubicBezTo>
                  <a:pt x="28" y="8"/>
                  <a:pt x="33" y="12"/>
                  <a:pt x="36" y="17"/>
                </a:cubicBezTo>
                <a:cubicBezTo>
                  <a:pt x="36" y="19"/>
                  <a:pt x="37" y="23"/>
                  <a:pt x="37" y="25"/>
                </a:cubicBezTo>
                <a:lnTo>
                  <a:pt x="36" y="2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757440" y="514080"/>
            <a:ext cx="15840" cy="9000"/>
          </a:xfrm>
          <a:custGeom>
            <a:rect b="b" l="l" r="r" t="t"/>
            <a:pathLst>
              <a:path extrusionOk="0" h="25" w="44">
                <a:moveTo>
                  <a:pt x="13" y="24"/>
                </a:moveTo>
                <a:cubicBezTo>
                  <a:pt x="8" y="23"/>
                  <a:pt x="4" y="22"/>
                  <a:pt x="0" y="22"/>
                </a:cubicBezTo>
                <a:cubicBezTo>
                  <a:pt x="4" y="15"/>
                  <a:pt x="10" y="7"/>
                  <a:pt x="18" y="4"/>
                </a:cubicBezTo>
                <a:cubicBezTo>
                  <a:pt x="25" y="0"/>
                  <a:pt x="34" y="0"/>
                  <a:pt x="43" y="3"/>
                </a:cubicBezTo>
                <a:cubicBezTo>
                  <a:pt x="37" y="11"/>
                  <a:pt x="32" y="17"/>
                  <a:pt x="24" y="20"/>
                </a:cubicBezTo>
                <a:cubicBezTo>
                  <a:pt x="21" y="23"/>
                  <a:pt x="17" y="23"/>
                  <a:pt x="13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765000" y="501480"/>
            <a:ext cx="14400" cy="11160"/>
          </a:xfrm>
          <a:custGeom>
            <a:rect b="b" l="l" r="r" t="t"/>
            <a:pathLst>
              <a:path extrusionOk="0" h="31" w="40">
                <a:moveTo>
                  <a:pt x="13" y="28"/>
                </a:moveTo>
                <a:cubicBezTo>
                  <a:pt x="9" y="28"/>
                  <a:pt x="4" y="28"/>
                  <a:pt x="0" y="30"/>
                </a:cubicBezTo>
                <a:cubicBezTo>
                  <a:pt x="3" y="21"/>
                  <a:pt x="8" y="14"/>
                  <a:pt x="14" y="8"/>
                </a:cubicBezTo>
                <a:cubicBezTo>
                  <a:pt x="21" y="2"/>
                  <a:pt x="29" y="0"/>
                  <a:pt x="39" y="0"/>
                </a:cubicBezTo>
                <a:cubicBezTo>
                  <a:pt x="36" y="9"/>
                  <a:pt x="32" y="18"/>
                  <a:pt x="23" y="24"/>
                </a:cubicBezTo>
                <a:cubicBezTo>
                  <a:pt x="21" y="26"/>
                  <a:pt x="18" y="27"/>
                  <a:pt x="13" y="2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771120" y="487440"/>
            <a:ext cx="11160" cy="14040"/>
          </a:xfrm>
          <a:custGeom>
            <a:rect b="b" l="l" r="r" t="t"/>
            <a:pathLst>
              <a:path extrusionOk="0" h="39" w="31">
                <a:moveTo>
                  <a:pt x="20" y="26"/>
                </a:moveTo>
                <a:cubicBezTo>
                  <a:pt x="18" y="30"/>
                  <a:pt x="14" y="32"/>
                  <a:pt x="11" y="34"/>
                </a:cubicBezTo>
                <a:cubicBezTo>
                  <a:pt x="7" y="36"/>
                  <a:pt x="3" y="37"/>
                  <a:pt x="0" y="38"/>
                </a:cubicBezTo>
                <a:cubicBezTo>
                  <a:pt x="0" y="30"/>
                  <a:pt x="3" y="21"/>
                  <a:pt x="8" y="13"/>
                </a:cubicBezTo>
                <a:cubicBezTo>
                  <a:pt x="13" y="7"/>
                  <a:pt x="22" y="4"/>
                  <a:pt x="30" y="0"/>
                </a:cubicBezTo>
                <a:cubicBezTo>
                  <a:pt x="30" y="9"/>
                  <a:pt x="26" y="19"/>
                  <a:pt x="20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773640" y="459000"/>
            <a:ext cx="7200" cy="18000"/>
          </a:xfrm>
          <a:custGeom>
            <a:rect b="b" l="l" r="r" t="t"/>
            <a:pathLst>
              <a:path extrusionOk="0" h="50" w="20">
                <a:moveTo>
                  <a:pt x="19" y="17"/>
                </a:moveTo>
                <a:cubicBezTo>
                  <a:pt x="19" y="19"/>
                  <a:pt x="19" y="23"/>
                  <a:pt x="18" y="26"/>
                </a:cubicBezTo>
                <a:cubicBezTo>
                  <a:pt x="18" y="32"/>
                  <a:pt x="15" y="36"/>
                  <a:pt x="13" y="39"/>
                </a:cubicBezTo>
                <a:cubicBezTo>
                  <a:pt x="9" y="41"/>
                  <a:pt x="6" y="45"/>
                  <a:pt x="3" y="49"/>
                </a:cubicBezTo>
                <a:cubicBezTo>
                  <a:pt x="1" y="43"/>
                  <a:pt x="0" y="39"/>
                  <a:pt x="0" y="33"/>
                </a:cubicBezTo>
                <a:cubicBezTo>
                  <a:pt x="0" y="28"/>
                  <a:pt x="1" y="25"/>
                  <a:pt x="1" y="23"/>
                </a:cubicBezTo>
                <a:cubicBezTo>
                  <a:pt x="3" y="14"/>
                  <a:pt x="9" y="6"/>
                  <a:pt x="17" y="0"/>
                </a:cubicBezTo>
                <a:cubicBezTo>
                  <a:pt x="18" y="5"/>
                  <a:pt x="19" y="11"/>
                  <a:pt x="1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769680" y="445680"/>
            <a:ext cx="6840" cy="18360"/>
          </a:xfrm>
          <a:custGeom>
            <a:rect b="b" l="l" r="r" t="t"/>
            <a:pathLst>
              <a:path extrusionOk="0" h="51" w="19">
                <a:moveTo>
                  <a:pt x="0" y="26"/>
                </a:moveTo>
                <a:cubicBezTo>
                  <a:pt x="0" y="18"/>
                  <a:pt x="4" y="9"/>
                  <a:pt x="9" y="0"/>
                </a:cubicBezTo>
                <a:cubicBezTo>
                  <a:pt x="13" y="9"/>
                  <a:pt x="18" y="18"/>
                  <a:pt x="18" y="26"/>
                </a:cubicBezTo>
                <a:cubicBezTo>
                  <a:pt x="18" y="31"/>
                  <a:pt x="17" y="34"/>
                  <a:pt x="15" y="39"/>
                </a:cubicBezTo>
                <a:cubicBezTo>
                  <a:pt x="12" y="43"/>
                  <a:pt x="9" y="46"/>
                  <a:pt x="8" y="50"/>
                </a:cubicBezTo>
                <a:cubicBezTo>
                  <a:pt x="3" y="43"/>
                  <a:pt x="0" y="34"/>
                  <a:pt x="0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762840" y="434520"/>
            <a:ext cx="7200" cy="18000"/>
          </a:xfrm>
          <a:custGeom>
            <a:rect b="b" l="l" r="r" t="t"/>
            <a:pathLst>
              <a:path extrusionOk="0" h="50" w="20">
                <a:moveTo>
                  <a:pt x="3" y="0"/>
                </a:moveTo>
                <a:cubicBezTo>
                  <a:pt x="11" y="8"/>
                  <a:pt x="15" y="15"/>
                  <a:pt x="17" y="24"/>
                </a:cubicBezTo>
                <a:cubicBezTo>
                  <a:pt x="18" y="27"/>
                  <a:pt x="19" y="30"/>
                  <a:pt x="19" y="33"/>
                </a:cubicBezTo>
                <a:cubicBezTo>
                  <a:pt x="19" y="33"/>
                  <a:pt x="18" y="34"/>
                  <a:pt x="18" y="36"/>
                </a:cubicBezTo>
                <a:cubicBezTo>
                  <a:pt x="15" y="40"/>
                  <a:pt x="14" y="45"/>
                  <a:pt x="13" y="49"/>
                </a:cubicBezTo>
                <a:cubicBezTo>
                  <a:pt x="8" y="43"/>
                  <a:pt x="2" y="36"/>
                  <a:pt x="0" y="27"/>
                </a:cubicBezTo>
                <a:cubicBezTo>
                  <a:pt x="0" y="25"/>
                  <a:pt x="0" y="21"/>
                  <a:pt x="0" y="18"/>
                </a:cubicBezTo>
                <a:cubicBezTo>
                  <a:pt x="0" y="13"/>
                  <a:pt x="1" y="7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747000" y="443160"/>
            <a:ext cx="15840" cy="6480"/>
          </a:xfrm>
          <a:custGeom>
            <a:rect b="b" l="l" r="r" t="t"/>
            <a:pathLst>
              <a:path extrusionOk="0" h="18" w="44">
                <a:moveTo>
                  <a:pt x="43" y="16"/>
                </a:moveTo>
                <a:cubicBezTo>
                  <a:pt x="43" y="17"/>
                  <a:pt x="43" y="17"/>
                  <a:pt x="42" y="17"/>
                </a:cubicBezTo>
                <a:cubicBezTo>
                  <a:pt x="33" y="14"/>
                  <a:pt x="23" y="14"/>
                  <a:pt x="14" y="15"/>
                </a:cubicBezTo>
                <a:cubicBezTo>
                  <a:pt x="9" y="13"/>
                  <a:pt x="4" y="8"/>
                  <a:pt x="0" y="3"/>
                </a:cubicBezTo>
                <a:cubicBezTo>
                  <a:pt x="9" y="0"/>
                  <a:pt x="17" y="0"/>
                  <a:pt x="24" y="1"/>
                </a:cubicBezTo>
                <a:cubicBezTo>
                  <a:pt x="30" y="2"/>
                  <a:pt x="35" y="5"/>
                  <a:pt x="41" y="10"/>
                </a:cubicBezTo>
                <a:cubicBezTo>
                  <a:pt x="42" y="13"/>
                  <a:pt x="43" y="15"/>
                  <a:pt x="43" y="1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752760" y="425880"/>
            <a:ext cx="8640" cy="16560"/>
          </a:xfrm>
          <a:custGeom>
            <a:rect b="b" l="l" r="r" t="t"/>
            <a:pathLst>
              <a:path extrusionOk="0" h="46" w="24">
                <a:moveTo>
                  <a:pt x="1" y="0"/>
                </a:moveTo>
                <a:cubicBezTo>
                  <a:pt x="9" y="5"/>
                  <a:pt x="17" y="11"/>
                  <a:pt x="20" y="19"/>
                </a:cubicBezTo>
                <a:cubicBezTo>
                  <a:pt x="22" y="23"/>
                  <a:pt x="23" y="26"/>
                  <a:pt x="23" y="30"/>
                </a:cubicBezTo>
                <a:cubicBezTo>
                  <a:pt x="23" y="36"/>
                  <a:pt x="22" y="40"/>
                  <a:pt x="22" y="45"/>
                </a:cubicBezTo>
                <a:cubicBezTo>
                  <a:pt x="15" y="40"/>
                  <a:pt x="8" y="34"/>
                  <a:pt x="4" y="26"/>
                </a:cubicBezTo>
                <a:cubicBezTo>
                  <a:pt x="1" y="20"/>
                  <a:pt x="0" y="13"/>
                  <a:pt x="0" y="6"/>
                </a:cubicBezTo>
                <a:cubicBezTo>
                  <a:pt x="0" y="5"/>
                  <a:pt x="1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741600" y="429480"/>
            <a:ext cx="13320" cy="11520"/>
          </a:xfrm>
          <a:custGeom>
            <a:rect b="b" l="l" r="r" t="t"/>
            <a:pathLst>
              <a:path extrusionOk="0" h="32" w="37">
                <a:moveTo>
                  <a:pt x="24" y="8"/>
                </a:moveTo>
                <a:cubicBezTo>
                  <a:pt x="25" y="8"/>
                  <a:pt x="25" y="9"/>
                  <a:pt x="26" y="9"/>
                </a:cubicBezTo>
                <a:cubicBezTo>
                  <a:pt x="28" y="14"/>
                  <a:pt x="29" y="18"/>
                  <a:pt x="30" y="21"/>
                </a:cubicBezTo>
                <a:cubicBezTo>
                  <a:pt x="32" y="25"/>
                  <a:pt x="33" y="27"/>
                  <a:pt x="36" y="31"/>
                </a:cubicBezTo>
                <a:cubicBezTo>
                  <a:pt x="29" y="30"/>
                  <a:pt x="21" y="27"/>
                  <a:pt x="15" y="23"/>
                </a:cubicBezTo>
                <a:cubicBezTo>
                  <a:pt x="9" y="18"/>
                  <a:pt x="3" y="8"/>
                  <a:pt x="0" y="0"/>
                </a:cubicBezTo>
                <a:cubicBezTo>
                  <a:pt x="10" y="0"/>
                  <a:pt x="18" y="2"/>
                  <a:pt x="24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705600" y="415440"/>
            <a:ext cx="38520" cy="129240"/>
          </a:xfrm>
          <a:custGeom>
            <a:rect b="b" l="l" r="r" t="t"/>
            <a:pathLst>
              <a:path extrusionOk="0" h="359" w="107">
                <a:moveTo>
                  <a:pt x="13" y="239"/>
                </a:moveTo>
                <a:cubicBezTo>
                  <a:pt x="18" y="239"/>
                  <a:pt x="21" y="244"/>
                  <a:pt x="21" y="249"/>
                </a:cubicBezTo>
                <a:cubicBezTo>
                  <a:pt x="21" y="251"/>
                  <a:pt x="21" y="252"/>
                  <a:pt x="21" y="254"/>
                </a:cubicBezTo>
                <a:cubicBezTo>
                  <a:pt x="20" y="255"/>
                  <a:pt x="19" y="257"/>
                  <a:pt x="22" y="257"/>
                </a:cubicBezTo>
                <a:lnTo>
                  <a:pt x="35" y="257"/>
                </a:lnTo>
                <a:lnTo>
                  <a:pt x="35" y="85"/>
                </a:lnTo>
                <a:cubicBezTo>
                  <a:pt x="35" y="63"/>
                  <a:pt x="37" y="34"/>
                  <a:pt x="50" y="8"/>
                </a:cubicBezTo>
                <a:lnTo>
                  <a:pt x="53" y="0"/>
                </a:lnTo>
                <a:lnTo>
                  <a:pt x="56" y="8"/>
                </a:lnTo>
                <a:cubicBezTo>
                  <a:pt x="68" y="36"/>
                  <a:pt x="71" y="63"/>
                  <a:pt x="71" y="85"/>
                </a:cubicBezTo>
                <a:lnTo>
                  <a:pt x="71" y="257"/>
                </a:lnTo>
                <a:lnTo>
                  <a:pt x="84" y="257"/>
                </a:lnTo>
                <a:cubicBezTo>
                  <a:pt x="87" y="257"/>
                  <a:pt x="87" y="255"/>
                  <a:pt x="86" y="254"/>
                </a:cubicBezTo>
                <a:cubicBezTo>
                  <a:pt x="85" y="252"/>
                  <a:pt x="85" y="251"/>
                  <a:pt x="85" y="249"/>
                </a:cubicBezTo>
                <a:cubicBezTo>
                  <a:pt x="85" y="244"/>
                  <a:pt x="89" y="239"/>
                  <a:pt x="95" y="239"/>
                </a:cubicBezTo>
                <a:cubicBezTo>
                  <a:pt x="99" y="239"/>
                  <a:pt x="104" y="244"/>
                  <a:pt x="104" y="250"/>
                </a:cubicBezTo>
                <a:cubicBezTo>
                  <a:pt x="104" y="257"/>
                  <a:pt x="98" y="264"/>
                  <a:pt x="87" y="264"/>
                </a:cubicBezTo>
                <a:lnTo>
                  <a:pt x="65" y="264"/>
                </a:lnTo>
                <a:cubicBezTo>
                  <a:pt x="68" y="273"/>
                  <a:pt x="69" y="283"/>
                  <a:pt x="69" y="296"/>
                </a:cubicBezTo>
                <a:cubicBezTo>
                  <a:pt x="69" y="312"/>
                  <a:pt x="67" y="326"/>
                  <a:pt x="63" y="334"/>
                </a:cubicBezTo>
                <a:cubicBezTo>
                  <a:pt x="78" y="332"/>
                  <a:pt x="91" y="328"/>
                  <a:pt x="103" y="322"/>
                </a:cubicBezTo>
                <a:lnTo>
                  <a:pt x="104" y="321"/>
                </a:lnTo>
                <a:lnTo>
                  <a:pt x="106" y="328"/>
                </a:lnTo>
                <a:lnTo>
                  <a:pt x="105" y="328"/>
                </a:lnTo>
                <a:cubicBezTo>
                  <a:pt x="96" y="334"/>
                  <a:pt x="86" y="338"/>
                  <a:pt x="73" y="340"/>
                </a:cubicBezTo>
                <a:cubicBezTo>
                  <a:pt x="73" y="340"/>
                  <a:pt x="64" y="341"/>
                  <a:pt x="58" y="343"/>
                </a:cubicBezTo>
                <a:cubicBezTo>
                  <a:pt x="61" y="345"/>
                  <a:pt x="61" y="347"/>
                  <a:pt x="61" y="350"/>
                </a:cubicBezTo>
                <a:cubicBezTo>
                  <a:pt x="61" y="354"/>
                  <a:pt x="57" y="358"/>
                  <a:pt x="53" y="358"/>
                </a:cubicBezTo>
                <a:cubicBezTo>
                  <a:pt x="47" y="358"/>
                  <a:pt x="44" y="354"/>
                  <a:pt x="44" y="350"/>
                </a:cubicBezTo>
                <a:cubicBezTo>
                  <a:pt x="44" y="347"/>
                  <a:pt x="45" y="345"/>
                  <a:pt x="46" y="343"/>
                </a:cubicBezTo>
                <a:cubicBezTo>
                  <a:pt x="41" y="341"/>
                  <a:pt x="32" y="340"/>
                  <a:pt x="31" y="340"/>
                </a:cubicBezTo>
                <a:cubicBezTo>
                  <a:pt x="20" y="338"/>
                  <a:pt x="11" y="334"/>
                  <a:pt x="1" y="328"/>
                </a:cubicBezTo>
                <a:lnTo>
                  <a:pt x="0" y="328"/>
                </a:lnTo>
                <a:lnTo>
                  <a:pt x="3" y="321"/>
                </a:lnTo>
                <a:lnTo>
                  <a:pt x="4" y="322"/>
                </a:lnTo>
                <a:cubicBezTo>
                  <a:pt x="15" y="328"/>
                  <a:pt x="26" y="332"/>
                  <a:pt x="43" y="334"/>
                </a:cubicBezTo>
                <a:cubicBezTo>
                  <a:pt x="39" y="326"/>
                  <a:pt x="35" y="312"/>
                  <a:pt x="35" y="296"/>
                </a:cubicBezTo>
                <a:cubicBezTo>
                  <a:pt x="35" y="283"/>
                  <a:pt x="37" y="273"/>
                  <a:pt x="40" y="264"/>
                </a:cubicBezTo>
                <a:lnTo>
                  <a:pt x="20" y="264"/>
                </a:lnTo>
                <a:cubicBezTo>
                  <a:pt x="8" y="264"/>
                  <a:pt x="3" y="257"/>
                  <a:pt x="3" y="250"/>
                </a:cubicBezTo>
                <a:cubicBezTo>
                  <a:pt x="3" y="244"/>
                  <a:pt x="8" y="239"/>
                  <a:pt x="13" y="23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692280" y="507240"/>
            <a:ext cx="6840" cy="16200"/>
          </a:xfrm>
          <a:custGeom>
            <a:rect b="b" l="l" r="r" t="t"/>
            <a:pathLst>
              <a:path extrusionOk="0" h="45" w="19">
                <a:moveTo>
                  <a:pt x="18" y="43"/>
                </a:moveTo>
                <a:lnTo>
                  <a:pt x="18" y="44"/>
                </a:lnTo>
                <a:cubicBezTo>
                  <a:pt x="15" y="43"/>
                  <a:pt x="14" y="43"/>
                  <a:pt x="12" y="43"/>
                </a:cubicBezTo>
                <a:cubicBezTo>
                  <a:pt x="7" y="38"/>
                  <a:pt x="3" y="33"/>
                  <a:pt x="2" y="26"/>
                </a:cubicBezTo>
                <a:cubicBezTo>
                  <a:pt x="1" y="23"/>
                  <a:pt x="0" y="17"/>
                  <a:pt x="0" y="12"/>
                </a:cubicBezTo>
                <a:cubicBezTo>
                  <a:pt x="0" y="8"/>
                  <a:pt x="1" y="5"/>
                  <a:pt x="2" y="0"/>
                </a:cubicBezTo>
                <a:cubicBezTo>
                  <a:pt x="7" y="5"/>
                  <a:pt x="11" y="9"/>
                  <a:pt x="14" y="14"/>
                </a:cubicBezTo>
                <a:cubicBezTo>
                  <a:pt x="12" y="25"/>
                  <a:pt x="13" y="34"/>
                  <a:pt x="18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680760" y="450720"/>
            <a:ext cx="14400" cy="9360"/>
          </a:xfrm>
          <a:custGeom>
            <a:rect b="b" l="l" r="r" t="t"/>
            <a:pathLst>
              <a:path extrusionOk="0" h="26" w="40">
                <a:moveTo>
                  <a:pt x="28" y="15"/>
                </a:moveTo>
                <a:cubicBezTo>
                  <a:pt x="18" y="15"/>
                  <a:pt x="9" y="18"/>
                  <a:pt x="2" y="25"/>
                </a:cubicBezTo>
                <a:cubicBezTo>
                  <a:pt x="1" y="25"/>
                  <a:pt x="0" y="25"/>
                  <a:pt x="0" y="25"/>
                </a:cubicBezTo>
                <a:cubicBezTo>
                  <a:pt x="1" y="23"/>
                  <a:pt x="1" y="19"/>
                  <a:pt x="2" y="17"/>
                </a:cubicBezTo>
                <a:cubicBezTo>
                  <a:pt x="6" y="12"/>
                  <a:pt x="10" y="8"/>
                  <a:pt x="14" y="5"/>
                </a:cubicBezTo>
                <a:cubicBezTo>
                  <a:pt x="22" y="1"/>
                  <a:pt x="31" y="0"/>
                  <a:pt x="39" y="0"/>
                </a:cubicBezTo>
                <a:cubicBezTo>
                  <a:pt x="35" y="7"/>
                  <a:pt x="33" y="11"/>
                  <a:pt x="28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685800" y="498600"/>
            <a:ext cx="5760" cy="17280"/>
          </a:xfrm>
          <a:custGeom>
            <a:rect b="b" l="l" r="r" t="t"/>
            <a:pathLst>
              <a:path extrusionOk="0" h="48" w="16">
                <a:moveTo>
                  <a:pt x="12" y="46"/>
                </a:moveTo>
                <a:lnTo>
                  <a:pt x="12" y="47"/>
                </a:lnTo>
                <a:cubicBezTo>
                  <a:pt x="11" y="46"/>
                  <a:pt x="9" y="44"/>
                  <a:pt x="6" y="43"/>
                </a:cubicBezTo>
                <a:cubicBezTo>
                  <a:pt x="3" y="38"/>
                  <a:pt x="0" y="31"/>
                  <a:pt x="0" y="25"/>
                </a:cubicBezTo>
                <a:cubicBezTo>
                  <a:pt x="0" y="24"/>
                  <a:pt x="0" y="23"/>
                  <a:pt x="0" y="21"/>
                </a:cubicBezTo>
                <a:cubicBezTo>
                  <a:pt x="0" y="14"/>
                  <a:pt x="2" y="7"/>
                  <a:pt x="6" y="0"/>
                </a:cubicBezTo>
                <a:cubicBezTo>
                  <a:pt x="11" y="5"/>
                  <a:pt x="13" y="11"/>
                  <a:pt x="15" y="17"/>
                </a:cubicBezTo>
                <a:cubicBezTo>
                  <a:pt x="12" y="26"/>
                  <a:pt x="11" y="37"/>
                  <a:pt x="12" y="4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680760" y="488880"/>
            <a:ext cx="6840" cy="17280"/>
          </a:xfrm>
          <a:custGeom>
            <a:rect b="b" l="l" r="r" t="t"/>
            <a:pathLst>
              <a:path extrusionOk="0" h="48" w="19">
                <a:moveTo>
                  <a:pt x="0" y="24"/>
                </a:moveTo>
                <a:cubicBezTo>
                  <a:pt x="2" y="14"/>
                  <a:pt x="6" y="7"/>
                  <a:pt x="12" y="0"/>
                </a:cubicBezTo>
                <a:cubicBezTo>
                  <a:pt x="15" y="7"/>
                  <a:pt x="18" y="13"/>
                  <a:pt x="18" y="19"/>
                </a:cubicBezTo>
                <a:cubicBezTo>
                  <a:pt x="11" y="28"/>
                  <a:pt x="8" y="37"/>
                  <a:pt x="7" y="46"/>
                </a:cubicBezTo>
                <a:lnTo>
                  <a:pt x="7" y="47"/>
                </a:lnTo>
                <a:cubicBezTo>
                  <a:pt x="6" y="46"/>
                  <a:pt x="4" y="44"/>
                  <a:pt x="2" y="43"/>
                </a:cubicBezTo>
                <a:cubicBezTo>
                  <a:pt x="1" y="38"/>
                  <a:pt x="0" y="34"/>
                  <a:pt x="0" y="30"/>
                </a:cubicBezTo>
                <a:cubicBezTo>
                  <a:pt x="0" y="28"/>
                  <a:pt x="0" y="26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677520" y="479160"/>
            <a:ext cx="8280" cy="16200"/>
          </a:xfrm>
          <a:custGeom>
            <a:rect b="b" l="l" r="r" t="t"/>
            <a:pathLst>
              <a:path extrusionOk="0" h="45" w="23">
                <a:moveTo>
                  <a:pt x="6" y="43"/>
                </a:moveTo>
                <a:cubicBezTo>
                  <a:pt x="6" y="43"/>
                  <a:pt x="4" y="44"/>
                  <a:pt x="3" y="44"/>
                </a:cubicBezTo>
                <a:cubicBezTo>
                  <a:pt x="3" y="41"/>
                  <a:pt x="2" y="39"/>
                  <a:pt x="0" y="38"/>
                </a:cubicBezTo>
                <a:cubicBezTo>
                  <a:pt x="0" y="37"/>
                  <a:pt x="0" y="37"/>
                  <a:pt x="0" y="36"/>
                </a:cubicBezTo>
                <a:cubicBezTo>
                  <a:pt x="0" y="31"/>
                  <a:pt x="0" y="25"/>
                  <a:pt x="3" y="20"/>
                </a:cubicBezTo>
                <a:cubicBezTo>
                  <a:pt x="7" y="11"/>
                  <a:pt x="12" y="5"/>
                  <a:pt x="20" y="0"/>
                </a:cubicBezTo>
                <a:cubicBezTo>
                  <a:pt x="20" y="4"/>
                  <a:pt x="22" y="6"/>
                  <a:pt x="22" y="9"/>
                </a:cubicBezTo>
                <a:cubicBezTo>
                  <a:pt x="22" y="13"/>
                  <a:pt x="22" y="15"/>
                  <a:pt x="20" y="19"/>
                </a:cubicBezTo>
                <a:cubicBezTo>
                  <a:pt x="13" y="26"/>
                  <a:pt x="8" y="34"/>
                  <a:pt x="6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677520" y="459360"/>
            <a:ext cx="12240" cy="11880"/>
          </a:xfrm>
          <a:custGeom>
            <a:rect b="b" l="l" r="r" t="t"/>
            <a:pathLst>
              <a:path extrusionOk="0" h="33" w="34">
                <a:moveTo>
                  <a:pt x="10" y="11"/>
                </a:moveTo>
                <a:cubicBezTo>
                  <a:pt x="17" y="5"/>
                  <a:pt x="24" y="1"/>
                  <a:pt x="33" y="0"/>
                </a:cubicBezTo>
                <a:cubicBezTo>
                  <a:pt x="31" y="8"/>
                  <a:pt x="29" y="13"/>
                  <a:pt x="25" y="18"/>
                </a:cubicBezTo>
                <a:cubicBezTo>
                  <a:pt x="14" y="21"/>
                  <a:pt x="8" y="25"/>
                  <a:pt x="1" y="32"/>
                </a:cubicBezTo>
                <a:lnTo>
                  <a:pt x="0" y="32"/>
                </a:lnTo>
                <a:cubicBezTo>
                  <a:pt x="0" y="31"/>
                  <a:pt x="0" y="28"/>
                  <a:pt x="0" y="26"/>
                </a:cubicBezTo>
                <a:cubicBezTo>
                  <a:pt x="2" y="20"/>
                  <a:pt x="6" y="15"/>
                  <a:pt x="1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676440" y="468720"/>
            <a:ext cx="9720" cy="14400"/>
          </a:xfrm>
          <a:custGeom>
            <a:rect b="b" l="l" r="r" t="t"/>
            <a:pathLst>
              <a:path extrusionOk="0" h="40" w="27">
                <a:moveTo>
                  <a:pt x="6" y="15"/>
                </a:moveTo>
                <a:cubicBezTo>
                  <a:pt x="11" y="9"/>
                  <a:pt x="19" y="4"/>
                  <a:pt x="26" y="0"/>
                </a:cubicBezTo>
                <a:cubicBezTo>
                  <a:pt x="26" y="8"/>
                  <a:pt x="25" y="14"/>
                  <a:pt x="23" y="20"/>
                </a:cubicBezTo>
                <a:cubicBezTo>
                  <a:pt x="14" y="24"/>
                  <a:pt x="7" y="31"/>
                  <a:pt x="2" y="39"/>
                </a:cubicBezTo>
                <a:lnTo>
                  <a:pt x="1" y="39"/>
                </a:lnTo>
                <a:cubicBezTo>
                  <a:pt x="1" y="37"/>
                  <a:pt x="0" y="36"/>
                  <a:pt x="0" y="33"/>
                </a:cubicBezTo>
                <a:cubicBezTo>
                  <a:pt x="1" y="27"/>
                  <a:pt x="2" y="21"/>
                  <a:pt x="6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667080" y="487440"/>
            <a:ext cx="11520" cy="14040"/>
          </a:xfrm>
          <a:custGeom>
            <a:rect b="b" l="l" r="r" t="t"/>
            <a:pathLst>
              <a:path extrusionOk="0" h="39" w="32">
                <a:moveTo>
                  <a:pt x="31" y="38"/>
                </a:moveTo>
                <a:cubicBezTo>
                  <a:pt x="28" y="37"/>
                  <a:pt x="24" y="36"/>
                  <a:pt x="20" y="34"/>
                </a:cubicBezTo>
                <a:cubicBezTo>
                  <a:pt x="17" y="32"/>
                  <a:pt x="13" y="30"/>
                  <a:pt x="11" y="26"/>
                </a:cubicBezTo>
                <a:cubicBezTo>
                  <a:pt x="4" y="19"/>
                  <a:pt x="1" y="9"/>
                  <a:pt x="0" y="0"/>
                </a:cubicBezTo>
                <a:cubicBezTo>
                  <a:pt x="10" y="4"/>
                  <a:pt x="18" y="7"/>
                  <a:pt x="23" y="13"/>
                </a:cubicBezTo>
                <a:cubicBezTo>
                  <a:pt x="28" y="21"/>
                  <a:pt x="30" y="30"/>
                  <a:pt x="31" y="3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669960" y="501480"/>
            <a:ext cx="14400" cy="11160"/>
          </a:xfrm>
          <a:custGeom>
            <a:rect b="b" l="l" r="r" t="t"/>
            <a:pathLst>
              <a:path extrusionOk="0" h="31" w="40">
                <a:moveTo>
                  <a:pt x="24" y="8"/>
                </a:moveTo>
                <a:cubicBezTo>
                  <a:pt x="31" y="14"/>
                  <a:pt x="35" y="21"/>
                  <a:pt x="39" y="30"/>
                </a:cubicBezTo>
                <a:cubicBezTo>
                  <a:pt x="34" y="28"/>
                  <a:pt x="30" y="28"/>
                  <a:pt x="26" y="28"/>
                </a:cubicBezTo>
                <a:cubicBezTo>
                  <a:pt x="22" y="27"/>
                  <a:pt x="19" y="26"/>
                  <a:pt x="15" y="24"/>
                </a:cubicBezTo>
                <a:cubicBezTo>
                  <a:pt x="8" y="18"/>
                  <a:pt x="3" y="9"/>
                  <a:pt x="0" y="0"/>
                </a:cubicBezTo>
                <a:cubicBezTo>
                  <a:pt x="9" y="0"/>
                  <a:pt x="19" y="2"/>
                  <a:pt x="24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676440" y="514080"/>
            <a:ext cx="16200" cy="9000"/>
          </a:xfrm>
          <a:custGeom>
            <a:rect b="b" l="l" r="r" t="t"/>
            <a:pathLst>
              <a:path extrusionOk="0" h="25" w="45">
                <a:moveTo>
                  <a:pt x="24" y="4"/>
                </a:moveTo>
                <a:cubicBezTo>
                  <a:pt x="33" y="7"/>
                  <a:pt x="39" y="15"/>
                  <a:pt x="44" y="22"/>
                </a:cubicBezTo>
                <a:cubicBezTo>
                  <a:pt x="40" y="22"/>
                  <a:pt x="35" y="23"/>
                  <a:pt x="31" y="24"/>
                </a:cubicBezTo>
                <a:cubicBezTo>
                  <a:pt x="28" y="23"/>
                  <a:pt x="22" y="23"/>
                  <a:pt x="19" y="20"/>
                </a:cubicBezTo>
                <a:cubicBezTo>
                  <a:pt x="11" y="17"/>
                  <a:pt x="4" y="11"/>
                  <a:pt x="0" y="3"/>
                </a:cubicBezTo>
                <a:cubicBezTo>
                  <a:pt x="9" y="0"/>
                  <a:pt x="17" y="0"/>
                  <a:pt x="2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685080" y="523440"/>
            <a:ext cx="17280" cy="7560"/>
          </a:xfrm>
          <a:custGeom>
            <a:rect b="b" l="l" r="r" t="t"/>
            <a:pathLst>
              <a:path extrusionOk="0" h="21" w="48">
                <a:moveTo>
                  <a:pt x="25" y="1"/>
                </a:moveTo>
                <a:cubicBezTo>
                  <a:pt x="34" y="3"/>
                  <a:pt x="41" y="7"/>
                  <a:pt x="47" y="14"/>
                </a:cubicBezTo>
                <a:cubicBezTo>
                  <a:pt x="40" y="18"/>
                  <a:pt x="31" y="20"/>
                  <a:pt x="23" y="19"/>
                </a:cubicBezTo>
                <a:cubicBezTo>
                  <a:pt x="14" y="18"/>
                  <a:pt x="7" y="12"/>
                  <a:pt x="0" y="6"/>
                </a:cubicBezTo>
                <a:cubicBezTo>
                  <a:pt x="9" y="1"/>
                  <a:pt x="17" y="0"/>
                  <a:pt x="2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699480" y="514440"/>
            <a:ext cx="9720" cy="15120"/>
          </a:xfrm>
          <a:custGeom>
            <a:rect b="b" l="l" r="r" t="t"/>
            <a:pathLst>
              <a:path extrusionOk="0" h="42" w="27">
                <a:moveTo>
                  <a:pt x="7" y="26"/>
                </a:moveTo>
                <a:cubicBezTo>
                  <a:pt x="2" y="19"/>
                  <a:pt x="0" y="12"/>
                  <a:pt x="0" y="4"/>
                </a:cubicBezTo>
                <a:cubicBezTo>
                  <a:pt x="0" y="2"/>
                  <a:pt x="1" y="1"/>
                  <a:pt x="1" y="0"/>
                </a:cubicBezTo>
                <a:cubicBezTo>
                  <a:pt x="9" y="5"/>
                  <a:pt x="17" y="9"/>
                  <a:pt x="21" y="17"/>
                </a:cubicBezTo>
                <a:cubicBezTo>
                  <a:pt x="24" y="24"/>
                  <a:pt x="26" y="31"/>
                  <a:pt x="26" y="39"/>
                </a:cubicBezTo>
                <a:cubicBezTo>
                  <a:pt x="26" y="40"/>
                  <a:pt x="26" y="41"/>
                  <a:pt x="26" y="41"/>
                </a:cubicBezTo>
                <a:cubicBezTo>
                  <a:pt x="19" y="38"/>
                  <a:pt x="11" y="33"/>
                  <a:pt x="7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694800" y="429480"/>
            <a:ext cx="13320" cy="11520"/>
          </a:xfrm>
          <a:custGeom>
            <a:rect b="b" l="l" r="r" t="t"/>
            <a:pathLst>
              <a:path extrusionOk="0" h="32" w="37">
                <a:moveTo>
                  <a:pt x="7" y="21"/>
                </a:moveTo>
                <a:cubicBezTo>
                  <a:pt x="8" y="18"/>
                  <a:pt x="9" y="14"/>
                  <a:pt x="9" y="9"/>
                </a:cubicBezTo>
                <a:cubicBezTo>
                  <a:pt x="10" y="9"/>
                  <a:pt x="11" y="8"/>
                  <a:pt x="12" y="8"/>
                </a:cubicBezTo>
                <a:cubicBezTo>
                  <a:pt x="19" y="2"/>
                  <a:pt x="26" y="0"/>
                  <a:pt x="36" y="0"/>
                </a:cubicBezTo>
                <a:cubicBezTo>
                  <a:pt x="34" y="8"/>
                  <a:pt x="29" y="18"/>
                  <a:pt x="21" y="23"/>
                </a:cubicBezTo>
                <a:cubicBezTo>
                  <a:pt x="15" y="27"/>
                  <a:pt x="8" y="30"/>
                  <a:pt x="0" y="31"/>
                </a:cubicBezTo>
                <a:cubicBezTo>
                  <a:pt x="2" y="27"/>
                  <a:pt x="4" y="25"/>
                  <a:pt x="6" y="21"/>
                </a:cubicBezTo>
                <a:lnTo>
                  <a:pt x="7" y="2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688320" y="425880"/>
            <a:ext cx="8280" cy="16560"/>
          </a:xfrm>
          <a:custGeom>
            <a:rect b="b" l="l" r="r" t="t"/>
            <a:pathLst>
              <a:path extrusionOk="0" h="46" w="23">
                <a:moveTo>
                  <a:pt x="3" y="19"/>
                </a:moveTo>
                <a:cubicBezTo>
                  <a:pt x="8" y="11"/>
                  <a:pt x="14" y="5"/>
                  <a:pt x="21" y="0"/>
                </a:cubicBezTo>
                <a:cubicBezTo>
                  <a:pt x="22" y="2"/>
                  <a:pt x="22" y="5"/>
                  <a:pt x="22" y="6"/>
                </a:cubicBezTo>
                <a:cubicBezTo>
                  <a:pt x="22" y="13"/>
                  <a:pt x="21" y="20"/>
                  <a:pt x="19" y="26"/>
                </a:cubicBezTo>
                <a:cubicBezTo>
                  <a:pt x="14" y="34"/>
                  <a:pt x="10" y="40"/>
                  <a:pt x="1" y="45"/>
                </a:cubicBezTo>
                <a:cubicBezTo>
                  <a:pt x="1" y="40"/>
                  <a:pt x="0" y="36"/>
                  <a:pt x="0" y="30"/>
                </a:cubicBezTo>
                <a:cubicBezTo>
                  <a:pt x="0" y="26"/>
                  <a:pt x="2" y="23"/>
                  <a:pt x="3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686880" y="443160"/>
            <a:ext cx="15480" cy="6480"/>
          </a:xfrm>
          <a:custGeom>
            <a:rect b="b" l="l" r="r" t="t"/>
            <a:pathLst>
              <a:path extrusionOk="0" h="18" w="43">
                <a:moveTo>
                  <a:pt x="2" y="10"/>
                </a:moveTo>
                <a:cubicBezTo>
                  <a:pt x="7" y="5"/>
                  <a:pt x="12" y="2"/>
                  <a:pt x="19" y="1"/>
                </a:cubicBezTo>
                <a:cubicBezTo>
                  <a:pt x="25" y="0"/>
                  <a:pt x="34" y="0"/>
                  <a:pt x="42" y="3"/>
                </a:cubicBezTo>
                <a:cubicBezTo>
                  <a:pt x="37" y="8"/>
                  <a:pt x="33" y="13"/>
                  <a:pt x="29" y="15"/>
                </a:cubicBezTo>
                <a:cubicBezTo>
                  <a:pt x="19" y="14"/>
                  <a:pt x="9" y="14"/>
                  <a:pt x="1" y="17"/>
                </a:cubicBezTo>
                <a:cubicBezTo>
                  <a:pt x="1" y="17"/>
                  <a:pt x="0" y="17"/>
                  <a:pt x="0" y="16"/>
                </a:cubicBezTo>
                <a:cubicBezTo>
                  <a:pt x="1" y="15"/>
                  <a:pt x="1" y="13"/>
                  <a:pt x="2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79680" y="434520"/>
            <a:ext cx="7200" cy="18000"/>
          </a:xfrm>
          <a:custGeom>
            <a:rect b="b" l="l" r="r" t="t"/>
            <a:pathLst>
              <a:path extrusionOk="0" h="50" w="20">
                <a:moveTo>
                  <a:pt x="1" y="24"/>
                </a:moveTo>
                <a:cubicBezTo>
                  <a:pt x="3" y="15"/>
                  <a:pt x="9" y="8"/>
                  <a:pt x="15" y="0"/>
                </a:cubicBezTo>
                <a:cubicBezTo>
                  <a:pt x="18" y="7"/>
                  <a:pt x="19" y="13"/>
                  <a:pt x="19" y="18"/>
                </a:cubicBezTo>
                <a:cubicBezTo>
                  <a:pt x="19" y="21"/>
                  <a:pt x="19" y="25"/>
                  <a:pt x="18" y="27"/>
                </a:cubicBezTo>
                <a:cubicBezTo>
                  <a:pt x="17" y="36"/>
                  <a:pt x="11" y="43"/>
                  <a:pt x="4" y="49"/>
                </a:cubicBezTo>
                <a:cubicBezTo>
                  <a:pt x="3" y="45"/>
                  <a:pt x="2" y="40"/>
                  <a:pt x="0" y="36"/>
                </a:cubicBezTo>
                <a:cubicBezTo>
                  <a:pt x="0" y="34"/>
                  <a:pt x="0" y="33"/>
                  <a:pt x="0" y="33"/>
                </a:cubicBezTo>
                <a:cubicBezTo>
                  <a:pt x="0" y="30"/>
                  <a:pt x="1" y="27"/>
                  <a:pt x="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673200" y="445680"/>
            <a:ext cx="6480" cy="18360"/>
          </a:xfrm>
          <a:custGeom>
            <a:rect b="b" l="l" r="r" t="t"/>
            <a:pathLst>
              <a:path extrusionOk="0" h="51" w="18">
                <a:moveTo>
                  <a:pt x="0" y="26"/>
                </a:moveTo>
                <a:cubicBezTo>
                  <a:pt x="0" y="18"/>
                  <a:pt x="3" y="9"/>
                  <a:pt x="8" y="0"/>
                </a:cubicBezTo>
                <a:cubicBezTo>
                  <a:pt x="12" y="9"/>
                  <a:pt x="17" y="18"/>
                  <a:pt x="17" y="26"/>
                </a:cubicBezTo>
                <a:cubicBezTo>
                  <a:pt x="17" y="34"/>
                  <a:pt x="13" y="43"/>
                  <a:pt x="9" y="50"/>
                </a:cubicBezTo>
                <a:cubicBezTo>
                  <a:pt x="7" y="46"/>
                  <a:pt x="6" y="43"/>
                  <a:pt x="2" y="39"/>
                </a:cubicBezTo>
                <a:cubicBezTo>
                  <a:pt x="1" y="34"/>
                  <a:pt x="0" y="31"/>
                  <a:pt x="0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668880" y="459000"/>
            <a:ext cx="7200" cy="18000"/>
          </a:xfrm>
          <a:custGeom>
            <a:rect b="b" l="l" r="r" t="t"/>
            <a:pathLst>
              <a:path extrusionOk="0" h="50" w="20">
                <a:moveTo>
                  <a:pt x="4" y="0"/>
                </a:moveTo>
                <a:cubicBezTo>
                  <a:pt x="11" y="6"/>
                  <a:pt x="15" y="14"/>
                  <a:pt x="18" y="23"/>
                </a:cubicBezTo>
                <a:cubicBezTo>
                  <a:pt x="19" y="25"/>
                  <a:pt x="19" y="28"/>
                  <a:pt x="19" y="33"/>
                </a:cubicBezTo>
                <a:cubicBezTo>
                  <a:pt x="19" y="39"/>
                  <a:pt x="18" y="43"/>
                  <a:pt x="17" y="49"/>
                </a:cubicBezTo>
                <a:cubicBezTo>
                  <a:pt x="13" y="45"/>
                  <a:pt x="10" y="41"/>
                  <a:pt x="7" y="39"/>
                </a:cubicBezTo>
                <a:cubicBezTo>
                  <a:pt x="4" y="36"/>
                  <a:pt x="3" y="32"/>
                  <a:pt x="1" y="26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1"/>
                  <a:pt x="1" y="5"/>
                  <a:pt x="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666360" y="473040"/>
            <a:ext cx="9000" cy="16560"/>
          </a:xfrm>
          <a:custGeom>
            <a:rect b="b" l="l" r="r" t="t"/>
            <a:pathLst>
              <a:path extrusionOk="0" h="46" w="25">
                <a:moveTo>
                  <a:pt x="1" y="0"/>
                </a:moveTo>
                <a:cubicBezTo>
                  <a:pt x="9" y="5"/>
                  <a:pt x="17" y="11"/>
                  <a:pt x="20" y="18"/>
                </a:cubicBezTo>
                <a:cubicBezTo>
                  <a:pt x="23" y="25"/>
                  <a:pt x="24" y="32"/>
                  <a:pt x="24" y="39"/>
                </a:cubicBezTo>
                <a:cubicBezTo>
                  <a:pt x="24" y="41"/>
                  <a:pt x="24" y="44"/>
                  <a:pt x="24" y="45"/>
                </a:cubicBezTo>
                <a:cubicBezTo>
                  <a:pt x="21" y="41"/>
                  <a:pt x="18" y="39"/>
                  <a:pt x="13" y="38"/>
                </a:cubicBezTo>
                <a:cubicBezTo>
                  <a:pt x="9" y="34"/>
                  <a:pt x="7" y="30"/>
                  <a:pt x="4" y="26"/>
                </a:cubicBezTo>
                <a:cubicBezTo>
                  <a:pt x="2" y="20"/>
                  <a:pt x="0" y="13"/>
                  <a:pt x="0" y="6"/>
                </a:cubicBezTo>
                <a:cubicBezTo>
                  <a:pt x="0" y="5"/>
                  <a:pt x="1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724320" y="423720"/>
            <a:ext cx="4320" cy="81360"/>
          </a:xfrm>
          <a:custGeom>
            <a:rect b="b" l="l" r="r" t="t"/>
            <a:pathLst>
              <a:path extrusionOk="0" h="226" w="12">
                <a:moveTo>
                  <a:pt x="11" y="64"/>
                </a:moveTo>
                <a:cubicBezTo>
                  <a:pt x="11" y="44"/>
                  <a:pt x="9" y="21"/>
                  <a:pt x="0" y="0"/>
                </a:cubicBezTo>
                <a:lnTo>
                  <a:pt x="0" y="225"/>
                </a:lnTo>
                <a:lnTo>
                  <a:pt x="11" y="225"/>
                </a:lnTo>
                <a:lnTo>
                  <a:pt x="11" y="6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58360" y="424800"/>
            <a:ext cx="47880" cy="91800"/>
          </a:xfrm>
          <a:custGeom>
            <a:rect b="b" l="l" r="r" t="t"/>
            <a:pathLst>
              <a:path extrusionOk="0" h="255" w="133">
                <a:moveTo>
                  <a:pt x="80" y="244"/>
                </a:moveTo>
                <a:cubicBezTo>
                  <a:pt x="97" y="249"/>
                  <a:pt x="115" y="254"/>
                  <a:pt x="132" y="252"/>
                </a:cubicBezTo>
                <a:cubicBezTo>
                  <a:pt x="132" y="243"/>
                  <a:pt x="132" y="55"/>
                  <a:pt x="132" y="21"/>
                </a:cubicBezTo>
                <a:cubicBezTo>
                  <a:pt x="132" y="18"/>
                  <a:pt x="132" y="17"/>
                  <a:pt x="132" y="15"/>
                </a:cubicBezTo>
                <a:cubicBezTo>
                  <a:pt x="114" y="17"/>
                  <a:pt x="95" y="12"/>
                  <a:pt x="78" y="7"/>
                </a:cubicBezTo>
                <a:cubicBezTo>
                  <a:pt x="62" y="4"/>
                  <a:pt x="47" y="0"/>
                  <a:pt x="34" y="0"/>
                </a:cubicBezTo>
                <a:cubicBezTo>
                  <a:pt x="17" y="0"/>
                  <a:pt x="7" y="6"/>
                  <a:pt x="0" y="12"/>
                </a:cubicBezTo>
                <a:lnTo>
                  <a:pt x="0" y="247"/>
                </a:lnTo>
                <a:cubicBezTo>
                  <a:pt x="10" y="241"/>
                  <a:pt x="20" y="237"/>
                  <a:pt x="34" y="237"/>
                </a:cubicBezTo>
                <a:cubicBezTo>
                  <a:pt x="49" y="236"/>
                  <a:pt x="63" y="239"/>
                  <a:pt x="80" y="24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07240" y="424800"/>
            <a:ext cx="47880" cy="91800"/>
          </a:xfrm>
          <a:custGeom>
            <a:rect b="b" l="l" r="r" t="t"/>
            <a:pathLst>
              <a:path extrusionOk="0" h="255" w="133">
                <a:moveTo>
                  <a:pt x="98" y="237"/>
                </a:moveTo>
                <a:cubicBezTo>
                  <a:pt x="112" y="237"/>
                  <a:pt x="122" y="241"/>
                  <a:pt x="132" y="247"/>
                </a:cubicBezTo>
                <a:lnTo>
                  <a:pt x="132" y="12"/>
                </a:lnTo>
                <a:cubicBezTo>
                  <a:pt x="126" y="6"/>
                  <a:pt x="117" y="0"/>
                  <a:pt x="98" y="0"/>
                </a:cubicBezTo>
                <a:cubicBezTo>
                  <a:pt x="84" y="0"/>
                  <a:pt x="69" y="4"/>
                  <a:pt x="54" y="7"/>
                </a:cubicBezTo>
                <a:cubicBezTo>
                  <a:pt x="36" y="12"/>
                  <a:pt x="19" y="17"/>
                  <a:pt x="0" y="15"/>
                </a:cubicBezTo>
                <a:cubicBezTo>
                  <a:pt x="0" y="17"/>
                  <a:pt x="0" y="18"/>
                  <a:pt x="0" y="21"/>
                </a:cubicBezTo>
                <a:cubicBezTo>
                  <a:pt x="0" y="55"/>
                  <a:pt x="0" y="243"/>
                  <a:pt x="0" y="252"/>
                </a:cubicBezTo>
                <a:cubicBezTo>
                  <a:pt x="17" y="254"/>
                  <a:pt x="34" y="249"/>
                  <a:pt x="51" y="244"/>
                </a:cubicBezTo>
                <a:cubicBezTo>
                  <a:pt x="67" y="239"/>
                  <a:pt x="83" y="236"/>
                  <a:pt x="98" y="23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495360" y="432360"/>
            <a:ext cx="122760" cy="101160"/>
          </a:xfrm>
          <a:custGeom>
            <a:rect b="b" l="l" r="r" t="t"/>
            <a:pathLst>
              <a:path extrusionOk="0" h="281" w="341">
                <a:moveTo>
                  <a:pt x="334" y="0"/>
                </a:moveTo>
                <a:lnTo>
                  <a:pt x="320" y="0"/>
                </a:lnTo>
                <a:lnTo>
                  <a:pt x="321" y="5"/>
                </a:lnTo>
                <a:lnTo>
                  <a:pt x="321" y="6"/>
                </a:lnTo>
                <a:lnTo>
                  <a:pt x="321" y="249"/>
                </a:lnTo>
                <a:cubicBezTo>
                  <a:pt x="311" y="249"/>
                  <a:pt x="189" y="249"/>
                  <a:pt x="182" y="249"/>
                </a:cubicBezTo>
                <a:cubicBezTo>
                  <a:pt x="180" y="254"/>
                  <a:pt x="176" y="255"/>
                  <a:pt x="170" y="255"/>
                </a:cubicBezTo>
                <a:cubicBezTo>
                  <a:pt x="164" y="255"/>
                  <a:pt x="161" y="254"/>
                  <a:pt x="159" y="249"/>
                </a:cubicBezTo>
                <a:cubicBezTo>
                  <a:pt x="152" y="249"/>
                  <a:pt x="40" y="249"/>
                  <a:pt x="18" y="249"/>
                </a:cubicBezTo>
                <a:lnTo>
                  <a:pt x="18" y="6"/>
                </a:lnTo>
                <a:lnTo>
                  <a:pt x="18" y="5"/>
                </a:lnTo>
                <a:lnTo>
                  <a:pt x="19" y="0"/>
                </a:lnTo>
                <a:lnTo>
                  <a:pt x="0" y="0"/>
                </a:lnTo>
                <a:lnTo>
                  <a:pt x="0" y="268"/>
                </a:lnTo>
                <a:cubicBezTo>
                  <a:pt x="0" y="268"/>
                  <a:pt x="147" y="268"/>
                  <a:pt x="151" y="268"/>
                </a:cubicBezTo>
                <a:cubicBezTo>
                  <a:pt x="154" y="275"/>
                  <a:pt x="161" y="280"/>
                  <a:pt x="170" y="280"/>
                </a:cubicBezTo>
                <a:cubicBezTo>
                  <a:pt x="180" y="280"/>
                  <a:pt x="186" y="275"/>
                  <a:pt x="189" y="268"/>
                </a:cubicBezTo>
                <a:cubicBezTo>
                  <a:pt x="194" y="268"/>
                  <a:pt x="340" y="268"/>
                  <a:pt x="340" y="268"/>
                </a:cubicBezTo>
                <a:lnTo>
                  <a:pt x="340" y="0"/>
                </a:lnTo>
                <a:lnTo>
                  <a:pt x="33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63040" y="445320"/>
            <a:ext cx="38520" cy="10440"/>
          </a:xfrm>
          <a:custGeom>
            <a:rect b="b" l="l" r="r" t="t"/>
            <a:pathLst>
              <a:path extrusionOk="0" h="29" w="107">
                <a:moveTo>
                  <a:pt x="21" y="0"/>
                </a:moveTo>
                <a:cubicBezTo>
                  <a:pt x="12" y="0"/>
                  <a:pt x="6" y="1"/>
                  <a:pt x="0" y="5"/>
                </a:cubicBezTo>
                <a:lnTo>
                  <a:pt x="0" y="17"/>
                </a:lnTo>
                <a:cubicBezTo>
                  <a:pt x="6" y="14"/>
                  <a:pt x="12" y="13"/>
                  <a:pt x="21" y="12"/>
                </a:cubicBezTo>
                <a:cubicBezTo>
                  <a:pt x="34" y="12"/>
                  <a:pt x="49" y="15"/>
                  <a:pt x="65" y="20"/>
                </a:cubicBezTo>
                <a:cubicBezTo>
                  <a:pt x="77" y="24"/>
                  <a:pt x="91" y="27"/>
                  <a:pt x="106" y="28"/>
                </a:cubicBezTo>
                <a:lnTo>
                  <a:pt x="106" y="18"/>
                </a:lnTo>
                <a:cubicBezTo>
                  <a:pt x="93" y="17"/>
                  <a:pt x="79" y="12"/>
                  <a:pt x="67" y="9"/>
                </a:cubicBezTo>
                <a:cubicBezTo>
                  <a:pt x="50" y="5"/>
                  <a:pt x="35" y="0"/>
                  <a:pt x="21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63040" y="494280"/>
            <a:ext cx="38520" cy="10440"/>
          </a:xfrm>
          <a:custGeom>
            <a:rect b="b" l="l" r="r" t="t"/>
            <a:pathLst>
              <a:path extrusionOk="0" h="29" w="107">
                <a:moveTo>
                  <a:pt x="21" y="0"/>
                </a:moveTo>
                <a:cubicBezTo>
                  <a:pt x="12" y="0"/>
                  <a:pt x="6" y="1"/>
                  <a:pt x="0" y="5"/>
                </a:cubicBezTo>
                <a:lnTo>
                  <a:pt x="0" y="17"/>
                </a:lnTo>
                <a:cubicBezTo>
                  <a:pt x="6" y="14"/>
                  <a:pt x="12" y="13"/>
                  <a:pt x="21" y="13"/>
                </a:cubicBezTo>
                <a:cubicBezTo>
                  <a:pt x="34" y="12"/>
                  <a:pt x="49" y="15"/>
                  <a:pt x="64" y="20"/>
                </a:cubicBezTo>
                <a:cubicBezTo>
                  <a:pt x="77" y="24"/>
                  <a:pt x="91" y="27"/>
                  <a:pt x="106" y="28"/>
                </a:cubicBezTo>
                <a:lnTo>
                  <a:pt x="106" y="17"/>
                </a:lnTo>
                <a:cubicBezTo>
                  <a:pt x="93" y="17"/>
                  <a:pt x="79" y="13"/>
                  <a:pt x="67" y="9"/>
                </a:cubicBezTo>
                <a:cubicBezTo>
                  <a:pt x="50" y="5"/>
                  <a:pt x="35" y="0"/>
                  <a:pt x="21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63040" y="484200"/>
            <a:ext cx="38520" cy="11160"/>
          </a:xfrm>
          <a:custGeom>
            <a:rect b="b" l="l" r="r" t="t"/>
            <a:pathLst>
              <a:path extrusionOk="0" h="31" w="107">
                <a:moveTo>
                  <a:pt x="21" y="1"/>
                </a:moveTo>
                <a:cubicBezTo>
                  <a:pt x="12" y="1"/>
                  <a:pt x="6" y="2"/>
                  <a:pt x="0" y="5"/>
                </a:cubicBezTo>
                <a:lnTo>
                  <a:pt x="0" y="17"/>
                </a:lnTo>
                <a:cubicBezTo>
                  <a:pt x="6" y="14"/>
                  <a:pt x="12" y="13"/>
                  <a:pt x="21" y="13"/>
                </a:cubicBezTo>
                <a:cubicBezTo>
                  <a:pt x="34" y="12"/>
                  <a:pt x="49" y="15"/>
                  <a:pt x="65" y="20"/>
                </a:cubicBezTo>
                <a:cubicBezTo>
                  <a:pt x="77" y="25"/>
                  <a:pt x="91" y="28"/>
                  <a:pt x="106" y="30"/>
                </a:cubicBezTo>
                <a:lnTo>
                  <a:pt x="106" y="17"/>
                </a:lnTo>
                <a:cubicBezTo>
                  <a:pt x="93" y="15"/>
                  <a:pt x="79" y="13"/>
                  <a:pt x="67" y="8"/>
                </a:cubicBezTo>
                <a:cubicBezTo>
                  <a:pt x="50" y="5"/>
                  <a:pt x="35" y="0"/>
                  <a:pt x="21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63040" y="454320"/>
            <a:ext cx="38520" cy="11520"/>
          </a:xfrm>
          <a:custGeom>
            <a:rect b="b" l="l" r="r" t="t"/>
            <a:pathLst>
              <a:path extrusionOk="0" h="32" w="107">
                <a:moveTo>
                  <a:pt x="21" y="3"/>
                </a:moveTo>
                <a:cubicBezTo>
                  <a:pt x="12" y="3"/>
                  <a:pt x="6" y="4"/>
                  <a:pt x="0" y="6"/>
                </a:cubicBezTo>
                <a:lnTo>
                  <a:pt x="0" y="18"/>
                </a:lnTo>
                <a:cubicBezTo>
                  <a:pt x="6" y="16"/>
                  <a:pt x="12" y="14"/>
                  <a:pt x="21" y="13"/>
                </a:cubicBezTo>
                <a:cubicBezTo>
                  <a:pt x="34" y="13"/>
                  <a:pt x="49" y="17"/>
                  <a:pt x="64" y="22"/>
                </a:cubicBezTo>
                <a:cubicBezTo>
                  <a:pt x="77" y="25"/>
                  <a:pt x="91" y="30"/>
                  <a:pt x="106" y="31"/>
                </a:cubicBezTo>
                <a:lnTo>
                  <a:pt x="106" y="18"/>
                </a:lnTo>
                <a:cubicBezTo>
                  <a:pt x="93" y="17"/>
                  <a:pt x="79" y="14"/>
                  <a:pt x="67" y="10"/>
                </a:cubicBezTo>
                <a:cubicBezTo>
                  <a:pt x="50" y="6"/>
                  <a:pt x="35" y="0"/>
                  <a:pt x="21" y="3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63040" y="474840"/>
            <a:ext cx="38520" cy="10440"/>
          </a:xfrm>
          <a:custGeom>
            <a:rect b="b" l="l" r="r" t="t"/>
            <a:pathLst>
              <a:path extrusionOk="0" h="29" w="107">
                <a:moveTo>
                  <a:pt x="21" y="0"/>
                </a:moveTo>
                <a:cubicBezTo>
                  <a:pt x="12" y="0"/>
                  <a:pt x="6" y="1"/>
                  <a:pt x="0" y="4"/>
                </a:cubicBezTo>
                <a:lnTo>
                  <a:pt x="0" y="15"/>
                </a:lnTo>
                <a:cubicBezTo>
                  <a:pt x="6" y="13"/>
                  <a:pt x="12" y="12"/>
                  <a:pt x="21" y="11"/>
                </a:cubicBezTo>
                <a:cubicBezTo>
                  <a:pt x="34" y="11"/>
                  <a:pt x="49" y="15"/>
                  <a:pt x="64" y="19"/>
                </a:cubicBezTo>
                <a:cubicBezTo>
                  <a:pt x="77" y="23"/>
                  <a:pt x="91" y="27"/>
                  <a:pt x="106" y="28"/>
                </a:cubicBezTo>
                <a:lnTo>
                  <a:pt x="106" y="17"/>
                </a:lnTo>
                <a:cubicBezTo>
                  <a:pt x="93" y="15"/>
                  <a:pt x="79" y="12"/>
                  <a:pt x="67" y="8"/>
                </a:cubicBezTo>
                <a:cubicBezTo>
                  <a:pt x="50" y="4"/>
                  <a:pt x="35" y="0"/>
                  <a:pt x="21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63040" y="435600"/>
            <a:ext cx="38520" cy="10440"/>
          </a:xfrm>
          <a:custGeom>
            <a:rect b="b" l="l" r="r" t="t"/>
            <a:pathLst>
              <a:path extrusionOk="0" h="29" w="107">
                <a:moveTo>
                  <a:pt x="67" y="8"/>
                </a:moveTo>
                <a:cubicBezTo>
                  <a:pt x="50" y="5"/>
                  <a:pt x="35" y="0"/>
                  <a:pt x="21" y="0"/>
                </a:cubicBezTo>
                <a:cubicBezTo>
                  <a:pt x="12" y="0"/>
                  <a:pt x="6" y="1"/>
                  <a:pt x="0" y="5"/>
                </a:cubicBezTo>
                <a:lnTo>
                  <a:pt x="0" y="17"/>
                </a:lnTo>
                <a:cubicBezTo>
                  <a:pt x="6" y="14"/>
                  <a:pt x="12" y="13"/>
                  <a:pt x="21" y="13"/>
                </a:cubicBezTo>
                <a:cubicBezTo>
                  <a:pt x="34" y="12"/>
                  <a:pt x="49" y="15"/>
                  <a:pt x="65" y="20"/>
                </a:cubicBezTo>
                <a:cubicBezTo>
                  <a:pt x="77" y="24"/>
                  <a:pt x="91" y="27"/>
                  <a:pt x="106" y="28"/>
                </a:cubicBezTo>
                <a:lnTo>
                  <a:pt x="106" y="17"/>
                </a:lnTo>
                <a:cubicBezTo>
                  <a:pt x="93" y="15"/>
                  <a:pt x="79" y="13"/>
                  <a:pt x="67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12280" y="484200"/>
            <a:ext cx="38520" cy="11160"/>
          </a:xfrm>
          <a:custGeom>
            <a:rect b="b" l="l" r="r" t="t"/>
            <a:pathLst>
              <a:path extrusionOk="0" h="31" w="107">
                <a:moveTo>
                  <a:pt x="39" y="9"/>
                </a:moveTo>
                <a:cubicBezTo>
                  <a:pt x="25" y="13"/>
                  <a:pt x="13" y="15"/>
                  <a:pt x="0" y="17"/>
                </a:cubicBezTo>
                <a:lnTo>
                  <a:pt x="0" y="30"/>
                </a:lnTo>
                <a:cubicBezTo>
                  <a:pt x="14" y="28"/>
                  <a:pt x="28" y="25"/>
                  <a:pt x="41" y="20"/>
                </a:cubicBezTo>
                <a:cubicBezTo>
                  <a:pt x="56" y="15"/>
                  <a:pt x="71" y="12"/>
                  <a:pt x="84" y="13"/>
                </a:cubicBezTo>
                <a:cubicBezTo>
                  <a:pt x="93" y="13"/>
                  <a:pt x="100" y="14"/>
                  <a:pt x="106" y="17"/>
                </a:cubicBezTo>
                <a:lnTo>
                  <a:pt x="106" y="5"/>
                </a:lnTo>
                <a:cubicBezTo>
                  <a:pt x="100" y="2"/>
                  <a:pt x="91" y="1"/>
                  <a:pt x="84" y="1"/>
                </a:cubicBezTo>
                <a:cubicBezTo>
                  <a:pt x="69" y="0"/>
                  <a:pt x="55" y="5"/>
                  <a:pt x="39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12280" y="474840"/>
            <a:ext cx="38520" cy="10440"/>
          </a:xfrm>
          <a:custGeom>
            <a:rect b="b" l="l" r="r" t="t"/>
            <a:pathLst>
              <a:path extrusionOk="0" h="29" w="107">
                <a:moveTo>
                  <a:pt x="39" y="8"/>
                </a:moveTo>
                <a:cubicBezTo>
                  <a:pt x="26" y="12"/>
                  <a:pt x="13" y="15"/>
                  <a:pt x="0" y="17"/>
                </a:cubicBezTo>
                <a:lnTo>
                  <a:pt x="0" y="28"/>
                </a:lnTo>
                <a:cubicBezTo>
                  <a:pt x="14" y="27"/>
                  <a:pt x="28" y="23"/>
                  <a:pt x="41" y="19"/>
                </a:cubicBezTo>
                <a:cubicBezTo>
                  <a:pt x="56" y="15"/>
                  <a:pt x="71" y="11"/>
                  <a:pt x="84" y="11"/>
                </a:cubicBezTo>
                <a:cubicBezTo>
                  <a:pt x="93" y="12"/>
                  <a:pt x="100" y="13"/>
                  <a:pt x="106" y="15"/>
                </a:cubicBezTo>
                <a:lnTo>
                  <a:pt x="106" y="4"/>
                </a:lnTo>
                <a:cubicBezTo>
                  <a:pt x="100" y="1"/>
                  <a:pt x="91" y="0"/>
                  <a:pt x="84" y="0"/>
                </a:cubicBezTo>
                <a:cubicBezTo>
                  <a:pt x="69" y="0"/>
                  <a:pt x="55" y="4"/>
                  <a:pt x="39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63040" y="464760"/>
            <a:ext cx="38520" cy="11160"/>
          </a:xfrm>
          <a:custGeom>
            <a:rect b="b" l="l" r="r" t="t"/>
            <a:pathLst>
              <a:path extrusionOk="0" h="31" w="107">
                <a:moveTo>
                  <a:pt x="21" y="1"/>
                </a:moveTo>
                <a:cubicBezTo>
                  <a:pt x="12" y="1"/>
                  <a:pt x="6" y="2"/>
                  <a:pt x="0" y="5"/>
                </a:cubicBezTo>
                <a:lnTo>
                  <a:pt x="0" y="17"/>
                </a:lnTo>
                <a:cubicBezTo>
                  <a:pt x="6" y="14"/>
                  <a:pt x="12" y="13"/>
                  <a:pt x="21" y="13"/>
                </a:cubicBezTo>
                <a:cubicBezTo>
                  <a:pt x="34" y="12"/>
                  <a:pt x="49" y="15"/>
                  <a:pt x="65" y="20"/>
                </a:cubicBezTo>
                <a:cubicBezTo>
                  <a:pt x="77" y="24"/>
                  <a:pt x="91" y="28"/>
                  <a:pt x="106" y="30"/>
                </a:cubicBezTo>
                <a:lnTo>
                  <a:pt x="106" y="17"/>
                </a:lnTo>
                <a:cubicBezTo>
                  <a:pt x="93" y="17"/>
                  <a:pt x="79" y="13"/>
                  <a:pt x="67" y="9"/>
                </a:cubicBezTo>
                <a:cubicBezTo>
                  <a:pt x="50" y="5"/>
                  <a:pt x="35" y="0"/>
                  <a:pt x="21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12280" y="494280"/>
            <a:ext cx="38520" cy="10440"/>
          </a:xfrm>
          <a:custGeom>
            <a:rect b="b" l="l" r="r" t="t"/>
            <a:pathLst>
              <a:path extrusionOk="0" h="29" w="107">
                <a:moveTo>
                  <a:pt x="39" y="9"/>
                </a:moveTo>
                <a:cubicBezTo>
                  <a:pt x="26" y="13"/>
                  <a:pt x="13" y="17"/>
                  <a:pt x="0" y="17"/>
                </a:cubicBezTo>
                <a:lnTo>
                  <a:pt x="0" y="28"/>
                </a:lnTo>
                <a:cubicBezTo>
                  <a:pt x="14" y="27"/>
                  <a:pt x="28" y="24"/>
                  <a:pt x="41" y="20"/>
                </a:cubicBezTo>
                <a:cubicBezTo>
                  <a:pt x="56" y="15"/>
                  <a:pt x="71" y="12"/>
                  <a:pt x="84" y="13"/>
                </a:cubicBezTo>
                <a:cubicBezTo>
                  <a:pt x="93" y="13"/>
                  <a:pt x="100" y="14"/>
                  <a:pt x="106" y="17"/>
                </a:cubicBezTo>
                <a:lnTo>
                  <a:pt x="106" y="5"/>
                </a:lnTo>
                <a:cubicBezTo>
                  <a:pt x="100" y="1"/>
                  <a:pt x="91" y="0"/>
                  <a:pt x="84" y="0"/>
                </a:cubicBezTo>
                <a:cubicBezTo>
                  <a:pt x="69" y="0"/>
                  <a:pt x="55" y="5"/>
                  <a:pt x="39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12280" y="435600"/>
            <a:ext cx="38520" cy="10440"/>
          </a:xfrm>
          <a:custGeom>
            <a:rect b="b" l="l" r="r" t="t"/>
            <a:pathLst>
              <a:path extrusionOk="0" h="29" w="107">
                <a:moveTo>
                  <a:pt x="39" y="8"/>
                </a:moveTo>
                <a:cubicBezTo>
                  <a:pt x="25" y="13"/>
                  <a:pt x="13" y="15"/>
                  <a:pt x="0" y="17"/>
                </a:cubicBezTo>
                <a:lnTo>
                  <a:pt x="0" y="28"/>
                </a:lnTo>
                <a:cubicBezTo>
                  <a:pt x="14" y="27"/>
                  <a:pt x="28" y="24"/>
                  <a:pt x="41" y="20"/>
                </a:cubicBezTo>
                <a:cubicBezTo>
                  <a:pt x="56" y="15"/>
                  <a:pt x="71" y="12"/>
                  <a:pt x="84" y="13"/>
                </a:cubicBezTo>
                <a:cubicBezTo>
                  <a:pt x="93" y="13"/>
                  <a:pt x="100" y="14"/>
                  <a:pt x="106" y="17"/>
                </a:cubicBezTo>
                <a:lnTo>
                  <a:pt x="106" y="5"/>
                </a:lnTo>
                <a:cubicBezTo>
                  <a:pt x="100" y="1"/>
                  <a:pt x="91" y="0"/>
                  <a:pt x="84" y="0"/>
                </a:cubicBezTo>
                <a:cubicBezTo>
                  <a:pt x="69" y="0"/>
                  <a:pt x="54" y="5"/>
                  <a:pt x="39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12280" y="445320"/>
            <a:ext cx="38520" cy="10440"/>
          </a:xfrm>
          <a:custGeom>
            <a:rect b="b" l="l" r="r" t="t"/>
            <a:pathLst>
              <a:path extrusionOk="0" h="29" w="107">
                <a:moveTo>
                  <a:pt x="39" y="9"/>
                </a:moveTo>
                <a:cubicBezTo>
                  <a:pt x="25" y="12"/>
                  <a:pt x="13" y="17"/>
                  <a:pt x="0" y="18"/>
                </a:cubicBezTo>
                <a:lnTo>
                  <a:pt x="0" y="28"/>
                </a:lnTo>
                <a:cubicBezTo>
                  <a:pt x="14" y="27"/>
                  <a:pt x="28" y="24"/>
                  <a:pt x="41" y="20"/>
                </a:cubicBezTo>
                <a:cubicBezTo>
                  <a:pt x="56" y="15"/>
                  <a:pt x="71" y="12"/>
                  <a:pt x="84" y="12"/>
                </a:cubicBezTo>
                <a:cubicBezTo>
                  <a:pt x="93" y="13"/>
                  <a:pt x="100" y="14"/>
                  <a:pt x="106" y="17"/>
                </a:cubicBezTo>
                <a:lnTo>
                  <a:pt x="106" y="5"/>
                </a:lnTo>
                <a:cubicBezTo>
                  <a:pt x="100" y="1"/>
                  <a:pt x="91" y="0"/>
                  <a:pt x="84" y="0"/>
                </a:cubicBezTo>
                <a:cubicBezTo>
                  <a:pt x="69" y="0"/>
                  <a:pt x="54" y="5"/>
                  <a:pt x="39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12280" y="464760"/>
            <a:ext cx="38520" cy="11160"/>
          </a:xfrm>
          <a:custGeom>
            <a:rect b="b" l="l" r="r" t="t"/>
            <a:pathLst>
              <a:path extrusionOk="0" h="31" w="107">
                <a:moveTo>
                  <a:pt x="39" y="9"/>
                </a:moveTo>
                <a:cubicBezTo>
                  <a:pt x="25" y="13"/>
                  <a:pt x="13" y="17"/>
                  <a:pt x="0" y="17"/>
                </a:cubicBezTo>
                <a:lnTo>
                  <a:pt x="0" y="30"/>
                </a:lnTo>
                <a:cubicBezTo>
                  <a:pt x="14" y="28"/>
                  <a:pt x="28" y="24"/>
                  <a:pt x="41" y="20"/>
                </a:cubicBezTo>
                <a:cubicBezTo>
                  <a:pt x="56" y="15"/>
                  <a:pt x="71" y="12"/>
                  <a:pt x="84" y="13"/>
                </a:cubicBezTo>
                <a:cubicBezTo>
                  <a:pt x="93" y="13"/>
                  <a:pt x="100" y="14"/>
                  <a:pt x="106" y="17"/>
                </a:cubicBezTo>
                <a:lnTo>
                  <a:pt x="106" y="5"/>
                </a:lnTo>
                <a:cubicBezTo>
                  <a:pt x="100" y="2"/>
                  <a:pt x="91" y="1"/>
                  <a:pt x="84" y="1"/>
                </a:cubicBezTo>
                <a:cubicBezTo>
                  <a:pt x="69" y="0"/>
                  <a:pt x="55" y="5"/>
                  <a:pt x="39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12280" y="454320"/>
            <a:ext cx="38520" cy="11520"/>
          </a:xfrm>
          <a:custGeom>
            <a:rect b="b" l="l" r="r" t="t"/>
            <a:pathLst>
              <a:path extrusionOk="0" h="32" w="107">
                <a:moveTo>
                  <a:pt x="39" y="10"/>
                </a:moveTo>
                <a:cubicBezTo>
                  <a:pt x="26" y="14"/>
                  <a:pt x="13" y="17"/>
                  <a:pt x="0" y="18"/>
                </a:cubicBezTo>
                <a:lnTo>
                  <a:pt x="0" y="31"/>
                </a:lnTo>
                <a:cubicBezTo>
                  <a:pt x="14" y="30"/>
                  <a:pt x="28" y="25"/>
                  <a:pt x="41" y="22"/>
                </a:cubicBezTo>
                <a:cubicBezTo>
                  <a:pt x="56" y="17"/>
                  <a:pt x="71" y="13"/>
                  <a:pt x="84" y="13"/>
                </a:cubicBezTo>
                <a:cubicBezTo>
                  <a:pt x="93" y="14"/>
                  <a:pt x="100" y="16"/>
                  <a:pt x="106" y="18"/>
                </a:cubicBezTo>
                <a:lnTo>
                  <a:pt x="106" y="6"/>
                </a:lnTo>
                <a:cubicBezTo>
                  <a:pt x="100" y="4"/>
                  <a:pt x="91" y="3"/>
                  <a:pt x="84" y="3"/>
                </a:cubicBezTo>
                <a:cubicBezTo>
                  <a:pt x="69" y="0"/>
                  <a:pt x="55" y="6"/>
                  <a:pt x="39" y="1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66280" y="700920"/>
            <a:ext cx="42120" cy="44280"/>
          </a:xfrm>
          <a:custGeom>
            <a:rect b="b" l="l" r="r" t="t"/>
            <a:pathLst>
              <a:path extrusionOk="0" h="123" w="117">
                <a:moveTo>
                  <a:pt x="83" y="87"/>
                </a:moveTo>
                <a:lnTo>
                  <a:pt x="83" y="122"/>
                </a:lnTo>
                <a:lnTo>
                  <a:pt x="57" y="101"/>
                </a:lnTo>
                <a:lnTo>
                  <a:pt x="32" y="122"/>
                </a:lnTo>
                <a:lnTo>
                  <a:pt x="31" y="87"/>
                </a:lnTo>
                <a:lnTo>
                  <a:pt x="0" y="78"/>
                </a:lnTo>
                <a:lnTo>
                  <a:pt x="24" y="57"/>
                </a:lnTo>
                <a:lnTo>
                  <a:pt x="11" y="24"/>
                </a:lnTo>
                <a:lnTo>
                  <a:pt x="43" y="31"/>
                </a:lnTo>
                <a:lnTo>
                  <a:pt x="57" y="0"/>
                </a:lnTo>
                <a:lnTo>
                  <a:pt x="72" y="31"/>
                </a:lnTo>
                <a:lnTo>
                  <a:pt x="105" y="24"/>
                </a:lnTo>
                <a:lnTo>
                  <a:pt x="91" y="57"/>
                </a:lnTo>
                <a:lnTo>
                  <a:pt x="116" y="78"/>
                </a:lnTo>
                <a:lnTo>
                  <a:pt x="83" y="8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5" name="Google Shape;145;p16"/>
          <p:cNvSpPr/>
          <p:nvPr/>
        </p:nvSpPr>
        <p:spPr>
          <a:xfrm>
            <a:off x="619200" y="776160"/>
            <a:ext cx="47880" cy="51840"/>
          </a:xfrm>
          <a:custGeom>
            <a:rect b="b" l="l" r="r" t="t"/>
            <a:pathLst>
              <a:path extrusionOk="0" h="144" w="133">
                <a:moveTo>
                  <a:pt x="112" y="122"/>
                </a:moveTo>
                <a:lnTo>
                  <a:pt x="80" y="109"/>
                </a:lnTo>
                <a:lnTo>
                  <a:pt x="66" y="143"/>
                </a:lnTo>
                <a:lnTo>
                  <a:pt x="53" y="109"/>
                </a:lnTo>
                <a:lnTo>
                  <a:pt x="19" y="122"/>
                </a:lnTo>
                <a:lnTo>
                  <a:pt x="31" y="88"/>
                </a:lnTo>
                <a:lnTo>
                  <a:pt x="0" y="71"/>
                </a:lnTo>
                <a:lnTo>
                  <a:pt x="31" y="57"/>
                </a:lnTo>
                <a:lnTo>
                  <a:pt x="19" y="20"/>
                </a:lnTo>
                <a:lnTo>
                  <a:pt x="53" y="33"/>
                </a:lnTo>
                <a:lnTo>
                  <a:pt x="66" y="0"/>
                </a:lnTo>
                <a:lnTo>
                  <a:pt x="80" y="33"/>
                </a:lnTo>
                <a:lnTo>
                  <a:pt x="112" y="20"/>
                </a:lnTo>
                <a:lnTo>
                  <a:pt x="101" y="57"/>
                </a:lnTo>
                <a:lnTo>
                  <a:pt x="132" y="71"/>
                </a:lnTo>
                <a:lnTo>
                  <a:pt x="101" y="88"/>
                </a:lnTo>
                <a:lnTo>
                  <a:pt x="112" y="122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6" name="Google Shape;146;p16"/>
          <p:cNvSpPr/>
          <p:nvPr/>
        </p:nvSpPr>
        <p:spPr>
          <a:xfrm>
            <a:off x="622080" y="644040"/>
            <a:ext cx="42120" cy="43920"/>
          </a:xfrm>
          <a:custGeom>
            <a:rect b="b" l="l" r="r" t="t"/>
            <a:pathLst>
              <a:path extrusionOk="0" h="122" w="117">
                <a:moveTo>
                  <a:pt x="10" y="24"/>
                </a:moveTo>
                <a:lnTo>
                  <a:pt x="43" y="31"/>
                </a:lnTo>
                <a:lnTo>
                  <a:pt x="57" y="0"/>
                </a:lnTo>
                <a:lnTo>
                  <a:pt x="73" y="31"/>
                </a:lnTo>
                <a:lnTo>
                  <a:pt x="105" y="24"/>
                </a:lnTo>
                <a:lnTo>
                  <a:pt x="91" y="55"/>
                </a:lnTo>
                <a:lnTo>
                  <a:pt x="116" y="78"/>
                </a:lnTo>
                <a:lnTo>
                  <a:pt x="85" y="87"/>
                </a:lnTo>
                <a:lnTo>
                  <a:pt x="84" y="121"/>
                </a:lnTo>
                <a:lnTo>
                  <a:pt x="57" y="100"/>
                </a:lnTo>
                <a:lnTo>
                  <a:pt x="31" y="121"/>
                </a:lnTo>
                <a:lnTo>
                  <a:pt x="31" y="87"/>
                </a:lnTo>
                <a:lnTo>
                  <a:pt x="0" y="78"/>
                </a:lnTo>
                <a:lnTo>
                  <a:pt x="24" y="55"/>
                </a:lnTo>
                <a:lnTo>
                  <a:pt x="10" y="2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7" name="Google Shape;147;p16"/>
          <p:cNvSpPr/>
          <p:nvPr/>
        </p:nvSpPr>
        <p:spPr>
          <a:xfrm>
            <a:off x="648360" y="723960"/>
            <a:ext cx="29880" cy="30240"/>
          </a:xfrm>
          <a:custGeom>
            <a:rect b="b" l="l" r="r" t="t"/>
            <a:pathLst>
              <a:path extrusionOk="0" h="84" w="83">
                <a:moveTo>
                  <a:pt x="67" y="83"/>
                </a:moveTo>
                <a:lnTo>
                  <a:pt x="41" y="69"/>
                </a:lnTo>
                <a:lnTo>
                  <a:pt x="17" y="83"/>
                </a:lnTo>
                <a:lnTo>
                  <a:pt x="21" y="53"/>
                </a:lnTo>
                <a:lnTo>
                  <a:pt x="0" y="31"/>
                </a:lnTo>
                <a:lnTo>
                  <a:pt x="28" y="26"/>
                </a:lnTo>
                <a:lnTo>
                  <a:pt x="41" y="0"/>
                </a:lnTo>
                <a:lnTo>
                  <a:pt x="53" y="26"/>
                </a:lnTo>
                <a:lnTo>
                  <a:pt x="82" y="31"/>
                </a:lnTo>
                <a:lnTo>
                  <a:pt x="62" y="53"/>
                </a:lnTo>
                <a:lnTo>
                  <a:pt x="67" y="83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8" name="Google Shape;148;p16"/>
          <p:cNvSpPr/>
          <p:nvPr/>
        </p:nvSpPr>
        <p:spPr>
          <a:xfrm>
            <a:off x="677880" y="686160"/>
            <a:ext cx="31320" cy="38160"/>
          </a:xfrm>
          <a:custGeom>
            <a:rect b="b" l="l" r="r" t="t"/>
            <a:pathLst>
              <a:path extrusionOk="0" h="106" w="87">
                <a:moveTo>
                  <a:pt x="86" y="79"/>
                </a:moveTo>
                <a:lnTo>
                  <a:pt x="57" y="79"/>
                </a:lnTo>
                <a:lnTo>
                  <a:pt x="43" y="105"/>
                </a:lnTo>
                <a:lnTo>
                  <a:pt x="30" y="79"/>
                </a:lnTo>
                <a:lnTo>
                  <a:pt x="0" y="79"/>
                </a:lnTo>
                <a:lnTo>
                  <a:pt x="14" y="53"/>
                </a:lnTo>
                <a:lnTo>
                  <a:pt x="0" y="27"/>
                </a:lnTo>
                <a:lnTo>
                  <a:pt x="30" y="28"/>
                </a:lnTo>
                <a:lnTo>
                  <a:pt x="43" y="0"/>
                </a:lnTo>
                <a:lnTo>
                  <a:pt x="57" y="28"/>
                </a:lnTo>
                <a:lnTo>
                  <a:pt x="86" y="27"/>
                </a:lnTo>
                <a:lnTo>
                  <a:pt x="71" y="53"/>
                </a:lnTo>
                <a:lnTo>
                  <a:pt x="86" y="7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9" name="Google Shape;149;p16"/>
          <p:cNvSpPr/>
          <p:nvPr/>
        </p:nvSpPr>
        <p:spPr>
          <a:xfrm>
            <a:off x="495360" y="529560"/>
            <a:ext cx="294840" cy="192960"/>
          </a:xfrm>
          <a:custGeom>
            <a:rect b="b" l="l" r="r" t="t"/>
            <a:pathLst>
              <a:path extrusionOk="0" h="536" w="819">
                <a:moveTo>
                  <a:pt x="408" y="190"/>
                </a:moveTo>
                <a:lnTo>
                  <a:pt x="765" y="535"/>
                </a:lnTo>
                <a:cubicBezTo>
                  <a:pt x="788" y="486"/>
                  <a:pt x="805" y="440"/>
                  <a:pt x="818" y="395"/>
                </a:cubicBezTo>
                <a:lnTo>
                  <a:pt x="408" y="0"/>
                </a:lnTo>
                <a:lnTo>
                  <a:pt x="0" y="395"/>
                </a:lnTo>
                <a:cubicBezTo>
                  <a:pt x="13" y="440"/>
                  <a:pt x="31" y="486"/>
                  <a:pt x="54" y="535"/>
                </a:cubicBezTo>
                <a:lnTo>
                  <a:pt x="408" y="19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828000" y="679680"/>
            <a:ext cx="35280" cy="83880"/>
          </a:xfrm>
          <a:custGeom>
            <a:rect b="b" l="l" r="r" t="t"/>
            <a:pathLst>
              <a:path extrusionOk="0" h="233" w="98">
                <a:moveTo>
                  <a:pt x="36" y="232"/>
                </a:moveTo>
                <a:lnTo>
                  <a:pt x="56" y="105"/>
                </a:lnTo>
                <a:lnTo>
                  <a:pt x="0" y="51"/>
                </a:lnTo>
                <a:cubicBezTo>
                  <a:pt x="6" y="34"/>
                  <a:pt x="11" y="18"/>
                  <a:pt x="15" y="0"/>
                </a:cubicBezTo>
                <a:cubicBezTo>
                  <a:pt x="33" y="17"/>
                  <a:pt x="88" y="71"/>
                  <a:pt x="97" y="78"/>
                </a:cubicBezTo>
                <a:cubicBezTo>
                  <a:pt x="80" y="133"/>
                  <a:pt x="58" y="187"/>
                  <a:pt x="36" y="2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823320" y="745200"/>
            <a:ext cx="13680" cy="33480"/>
          </a:xfrm>
          <a:custGeom>
            <a:rect b="b" l="l" r="r" t="t"/>
            <a:pathLst>
              <a:path extrusionOk="0" h="93" w="38">
                <a:moveTo>
                  <a:pt x="22" y="92"/>
                </a:moveTo>
                <a:cubicBezTo>
                  <a:pt x="17" y="88"/>
                  <a:pt x="10" y="81"/>
                  <a:pt x="0" y="71"/>
                </a:cubicBezTo>
                <a:lnTo>
                  <a:pt x="0" y="70"/>
                </a:lnTo>
                <a:cubicBezTo>
                  <a:pt x="13" y="47"/>
                  <a:pt x="26" y="24"/>
                  <a:pt x="37" y="0"/>
                </a:cubicBezTo>
                <a:lnTo>
                  <a:pt x="22" y="9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423000" y="679680"/>
            <a:ext cx="35280" cy="83880"/>
          </a:xfrm>
          <a:custGeom>
            <a:rect b="b" l="l" r="r" t="t"/>
            <a:pathLst>
              <a:path extrusionOk="0" h="233" w="98">
                <a:moveTo>
                  <a:pt x="0" y="78"/>
                </a:moveTo>
                <a:cubicBezTo>
                  <a:pt x="8" y="71"/>
                  <a:pt x="64" y="17"/>
                  <a:pt x="80" y="0"/>
                </a:cubicBezTo>
                <a:cubicBezTo>
                  <a:pt x="85" y="18"/>
                  <a:pt x="91" y="34"/>
                  <a:pt x="97" y="51"/>
                </a:cubicBezTo>
                <a:lnTo>
                  <a:pt x="42" y="105"/>
                </a:lnTo>
                <a:lnTo>
                  <a:pt x="61" y="232"/>
                </a:lnTo>
                <a:cubicBezTo>
                  <a:pt x="40" y="186"/>
                  <a:pt x="17" y="132"/>
                  <a:pt x="0" y="7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48920" y="744840"/>
            <a:ext cx="13320" cy="34200"/>
          </a:xfrm>
          <a:custGeom>
            <a:rect b="b" l="l" r="r" t="t"/>
            <a:pathLst>
              <a:path extrusionOk="0" h="95" w="37">
                <a:moveTo>
                  <a:pt x="14" y="94"/>
                </a:moveTo>
                <a:lnTo>
                  <a:pt x="0" y="0"/>
                </a:lnTo>
                <a:cubicBezTo>
                  <a:pt x="12" y="25"/>
                  <a:pt x="24" y="49"/>
                  <a:pt x="36" y="72"/>
                </a:cubicBezTo>
                <a:cubicBezTo>
                  <a:pt x="28" y="81"/>
                  <a:pt x="20" y="89"/>
                  <a:pt x="14" y="9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446400" y="691920"/>
            <a:ext cx="393480" cy="226080"/>
          </a:xfrm>
          <a:custGeom>
            <a:rect b="b" l="l" r="r" t="t"/>
            <a:pathLst>
              <a:path extrusionOk="0" h="628" w="1093">
                <a:moveTo>
                  <a:pt x="1017" y="236"/>
                </a:moveTo>
                <a:cubicBezTo>
                  <a:pt x="915" y="411"/>
                  <a:pt x="772" y="538"/>
                  <a:pt x="602" y="606"/>
                </a:cubicBezTo>
                <a:cubicBezTo>
                  <a:pt x="602" y="606"/>
                  <a:pt x="552" y="625"/>
                  <a:pt x="546" y="627"/>
                </a:cubicBezTo>
                <a:cubicBezTo>
                  <a:pt x="540" y="625"/>
                  <a:pt x="492" y="606"/>
                  <a:pt x="492" y="606"/>
                </a:cubicBezTo>
                <a:cubicBezTo>
                  <a:pt x="321" y="538"/>
                  <a:pt x="176" y="411"/>
                  <a:pt x="75" y="236"/>
                </a:cubicBezTo>
                <a:cubicBezTo>
                  <a:pt x="45" y="185"/>
                  <a:pt x="20" y="132"/>
                  <a:pt x="0" y="75"/>
                </a:cubicBezTo>
                <a:cubicBezTo>
                  <a:pt x="9" y="66"/>
                  <a:pt x="62" y="15"/>
                  <a:pt x="78" y="0"/>
                </a:cubicBezTo>
                <a:cubicBezTo>
                  <a:pt x="99" y="64"/>
                  <a:pt x="125" y="126"/>
                  <a:pt x="158" y="180"/>
                </a:cubicBezTo>
                <a:cubicBezTo>
                  <a:pt x="247" y="335"/>
                  <a:pt x="374" y="448"/>
                  <a:pt x="525" y="507"/>
                </a:cubicBezTo>
                <a:lnTo>
                  <a:pt x="546" y="516"/>
                </a:lnTo>
                <a:lnTo>
                  <a:pt x="568" y="507"/>
                </a:lnTo>
                <a:cubicBezTo>
                  <a:pt x="718" y="449"/>
                  <a:pt x="844" y="335"/>
                  <a:pt x="935" y="180"/>
                </a:cubicBezTo>
                <a:cubicBezTo>
                  <a:pt x="967" y="124"/>
                  <a:pt x="993" y="64"/>
                  <a:pt x="1014" y="0"/>
                </a:cubicBezTo>
                <a:cubicBezTo>
                  <a:pt x="1030" y="15"/>
                  <a:pt x="1083" y="66"/>
                  <a:pt x="1092" y="75"/>
                </a:cubicBezTo>
                <a:cubicBezTo>
                  <a:pt x="1071" y="132"/>
                  <a:pt x="1046" y="186"/>
                  <a:pt x="1017" y="2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464760" y="743760"/>
            <a:ext cx="26640" cy="25920"/>
          </a:xfrm>
          <a:custGeom>
            <a:rect b="b" l="l" r="r" t="t"/>
            <a:pathLst>
              <a:path extrusionOk="0" h="72" w="74">
                <a:moveTo>
                  <a:pt x="37" y="13"/>
                </a:moveTo>
                <a:lnTo>
                  <a:pt x="60" y="8"/>
                </a:lnTo>
                <a:lnTo>
                  <a:pt x="44" y="26"/>
                </a:lnTo>
                <a:lnTo>
                  <a:pt x="37" y="13"/>
                </a:lnTo>
                <a:moveTo>
                  <a:pt x="56" y="36"/>
                </a:moveTo>
                <a:lnTo>
                  <a:pt x="73" y="15"/>
                </a:lnTo>
                <a:lnTo>
                  <a:pt x="72" y="9"/>
                </a:lnTo>
                <a:cubicBezTo>
                  <a:pt x="68" y="6"/>
                  <a:pt x="65" y="4"/>
                  <a:pt x="63" y="0"/>
                </a:cubicBezTo>
                <a:cubicBezTo>
                  <a:pt x="45" y="4"/>
                  <a:pt x="20" y="8"/>
                  <a:pt x="7" y="8"/>
                </a:cubicBezTo>
                <a:lnTo>
                  <a:pt x="3" y="5"/>
                </a:lnTo>
                <a:lnTo>
                  <a:pt x="0" y="6"/>
                </a:lnTo>
                <a:cubicBezTo>
                  <a:pt x="2" y="9"/>
                  <a:pt x="3" y="12"/>
                  <a:pt x="6" y="15"/>
                </a:cubicBezTo>
                <a:cubicBezTo>
                  <a:pt x="7" y="19"/>
                  <a:pt x="8" y="23"/>
                  <a:pt x="10" y="26"/>
                </a:cubicBezTo>
                <a:lnTo>
                  <a:pt x="14" y="24"/>
                </a:lnTo>
                <a:lnTo>
                  <a:pt x="12" y="19"/>
                </a:lnTo>
                <a:lnTo>
                  <a:pt x="30" y="14"/>
                </a:lnTo>
                <a:lnTo>
                  <a:pt x="40" y="33"/>
                </a:lnTo>
                <a:cubicBezTo>
                  <a:pt x="36" y="37"/>
                  <a:pt x="31" y="44"/>
                  <a:pt x="28" y="47"/>
                </a:cubicBezTo>
                <a:lnTo>
                  <a:pt x="23" y="43"/>
                </a:lnTo>
                <a:lnTo>
                  <a:pt x="20" y="45"/>
                </a:lnTo>
                <a:cubicBezTo>
                  <a:pt x="22" y="50"/>
                  <a:pt x="24" y="53"/>
                  <a:pt x="28" y="58"/>
                </a:cubicBezTo>
                <a:cubicBezTo>
                  <a:pt x="30" y="62"/>
                  <a:pt x="31" y="66"/>
                  <a:pt x="34" y="71"/>
                </a:cubicBezTo>
                <a:lnTo>
                  <a:pt x="36" y="69"/>
                </a:lnTo>
                <a:lnTo>
                  <a:pt x="35" y="64"/>
                </a:lnTo>
                <a:cubicBezTo>
                  <a:pt x="39" y="58"/>
                  <a:pt x="50" y="46"/>
                  <a:pt x="56" y="3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484200" y="768240"/>
            <a:ext cx="30960" cy="31680"/>
          </a:xfrm>
          <a:custGeom>
            <a:rect b="b" l="l" r="r" t="t"/>
            <a:pathLst>
              <a:path extrusionOk="0" h="88" w="86">
                <a:moveTo>
                  <a:pt x="82" y="57"/>
                </a:moveTo>
                <a:lnTo>
                  <a:pt x="85" y="55"/>
                </a:lnTo>
                <a:cubicBezTo>
                  <a:pt x="83" y="52"/>
                  <a:pt x="80" y="49"/>
                  <a:pt x="78" y="46"/>
                </a:cubicBezTo>
                <a:cubicBezTo>
                  <a:pt x="77" y="41"/>
                  <a:pt x="75" y="38"/>
                  <a:pt x="73" y="36"/>
                </a:cubicBezTo>
                <a:lnTo>
                  <a:pt x="69" y="38"/>
                </a:lnTo>
                <a:lnTo>
                  <a:pt x="72" y="44"/>
                </a:lnTo>
                <a:cubicBezTo>
                  <a:pt x="64" y="52"/>
                  <a:pt x="43" y="69"/>
                  <a:pt x="43" y="69"/>
                </a:cubicBezTo>
                <a:cubicBezTo>
                  <a:pt x="47" y="52"/>
                  <a:pt x="54" y="33"/>
                  <a:pt x="60" y="17"/>
                </a:cubicBezTo>
                <a:cubicBezTo>
                  <a:pt x="58" y="14"/>
                  <a:pt x="56" y="11"/>
                  <a:pt x="54" y="8"/>
                </a:cubicBezTo>
                <a:cubicBezTo>
                  <a:pt x="52" y="5"/>
                  <a:pt x="51" y="2"/>
                  <a:pt x="50" y="0"/>
                </a:cubicBezTo>
                <a:lnTo>
                  <a:pt x="46" y="2"/>
                </a:lnTo>
                <a:lnTo>
                  <a:pt x="47" y="7"/>
                </a:lnTo>
                <a:cubicBezTo>
                  <a:pt x="44" y="11"/>
                  <a:pt x="40" y="14"/>
                  <a:pt x="34" y="18"/>
                </a:cubicBezTo>
                <a:lnTo>
                  <a:pt x="21" y="28"/>
                </a:lnTo>
                <a:cubicBezTo>
                  <a:pt x="15" y="32"/>
                  <a:pt x="11" y="36"/>
                  <a:pt x="7" y="38"/>
                </a:cubicBezTo>
                <a:lnTo>
                  <a:pt x="3" y="34"/>
                </a:lnTo>
                <a:lnTo>
                  <a:pt x="0" y="37"/>
                </a:lnTo>
                <a:cubicBezTo>
                  <a:pt x="2" y="39"/>
                  <a:pt x="4" y="44"/>
                  <a:pt x="7" y="46"/>
                </a:cubicBezTo>
                <a:cubicBezTo>
                  <a:pt x="8" y="50"/>
                  <a:pt x="10" y="53"/>
                  <a:pt x="12" y="56"/>
                </a:cubicBezTo>
                <a:lnTo>
                  <a:pt x="15" y="53"/>
                </a:lnTo>
                <a:lnTo>
                  <a:pt x="13" y="49"/>
                </a:lnTo>
                <a:cubicBezTo>
                  <a:pt x="21" y="39"/>
                  <a:pt x="32" y="31"/>
                  <a:pt x="43" y="23"/>
                </a:cubicBezTo>
                <a:lnTo>
                  <a:pt x="44" y="24"/>
                </a:lnTo>
                <a:cubicBezTo>
                  <a:pt x="37" y="39"/>
                  <a:pt x="31" y="58"/>
                  <a:pt x="24" y="76"/>
                </a:cubicBezTo>
                <a:cubicBezTo>
                  <a:pt x="25" y="78"/>
                  <a:pt x="28" y="79"/>
                  <a:pt x="29" y="82"/>
                </a:cubicBezTo>
                <a:cubicBezTo>
                  <a:pt x="30" y="84"/>
                  <a:pt x="31" y="85"/>
                  <a:pt x="32" y="87"/>
                </a:cubicBezTo>
                <a:cubicBezTo>
                  <a:pt x="36" y="83"/>
                  <a:pt x="44" y="78"/>
                  <a:pt x="51" y="72"/>
                </a:cubicBezTo>
                <a:lnTo>
                  <a:pt x="64" y="63"/>
                </a:lnTo>
                <a:cubicBezTo>
                  <a:pt x="69" y="58"/>
                  <a:pt x="74" y="56"/>
                  <a:pt x="78" y="53"/>
                </a:cubicBezTo>
                <a:lnTo>
                  <a:pt x="82" y="5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09760" y="801720"/>
            <a:ext cx="27000" cy="27000"/>
          </a:xfrm>
          <a:custGeom>
            <a:rect b="b" l="l" r="r" t="t"/>
            <a:pathLst>
              <a:path extrusionOk="0" h="75" w="75">
                <a:moveTo>
                  <a:pt x="14" y="14"/>
                </a:moveTo>
                <a:cubicBezTo>
                  <a:pt x="0" y="28"/>
                  <a:pt x="2" y="47"/>
                  <a:pt x="13" y="60"/>
                </a:cubicBezTo>
                <a:cubicBezTo>
                  <a:pt x="20" y="68"/>
                  <a:pt x="28" y="73"/>
                  <a:pt x="42" y="74"/>
                </a:cubicBezTo>
                <a:lnTo>
                  <a:pt x="43" y="67"/>
                </a:lnTo>
                <a:cubicBezTo>
                  <a:pt x="35" y="66"/>
                  <a:pt x="28" y="62"/>
                  <a:pt x="26" y="59"/>
                </a:cubicBezTo>
                <a:cubicBezTo>
                  <a:pt x="17" y="49"/>
                  <a:pt x="16" y="35"/>
                  <a:pt x="27" y="25"/>
                </a:cubicBezTo>
                <a:cubicBezTo>
                  <a:pt x="37" y="15"/>
                  <a:pt x="48" y="17"/>
                  <a:pt x="56" y="26"/>
                </a:cubicBezTo>
                <a:cubicBezTo>
                  <a:pt x="58" y="29"/>
                  <a:pt x="61" y="35"/>
                  <a:pt x="63" y="40"/>
                </a:cubicBezTo>
                <a:lnTo>
                  <a:pt x="59" y="43"/>
                </a:lnTo>
                <a:lnTo>
                  <a:pt x="61" y="47"/>
                </a:lnTo>
                <a:cubicBezTo>
                  <a:pt x="65" y="45"/>
                  <a:pt x="70" y="41"/>
                  <a:pt x="74" y="39"/>
                </a:cubicBezTo>
                <a:cubicBezTo>
                  <a:pt x="71" y="32"/>
                  <a:pt x="68" y="26"/>
                  <a:pt x="63" y="20"/>
                </a:cubicBezTo>
                <a:cubicBezTo>
                  <a:pt x="47" y="3"/>
                  <a:pt x="27" y="0"/>
                  <a:pt x="14" y="1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35320" y="827640"/>
            <a:ext cx="28440" cy="29880"/>
          </a:xfrm>
          <a:custGeom>
            <a:rect b="b" l="l" r="r" t="t"/>
            <a:pathLst>
              <a:path extrusionOk="0" h="83" w="79">
                <a:moveTo>
                  <a:pt x="54" y="54"/>
                </a:moveTo>
                <a:cubicBezTo>
                  <a:pt x="45" y="64"/>
                  <a:pt x="34" y="68"/>
                  <a:pt x="23" y="60"/>
                </a:cubicBezTo>
                <a:cubicBezTo>
                  <a:pt x="15" y="52"/>
                  <a:pt x="15" y="38"/>
                  <a:pt x="24" y="28"/>
                </a:cubicBezTo>
                <a:cubicBezTo>
                  <a:pt x="34" y="17"/>
                  <a:pt x="45" y="15"/>
                  <a:pt x="54" y="22"/>
                </a:cubicBezTo>
                <a:cubicBezTo>
                  <a:pt x="61" y="30"/>
                  <a:pt x="61" y="42"/>
                  <a:pt x="54" y="54"/>
                </a:cubicBezTo>
                <a:moveTo>
                  <a:pt x="58" y="15"/>
                </a:moveTo>
                <a:cubicBezTo>
                  <a:pt x="43" y="0"/>
                  <a:pt x="23" y="3"/>
                  <a:pt x="12" y="17"/>
                </a:cubicBezTo>
                <a:cubicBezTo>
                  <a:pt x="0" y="32"/>
                  <a:pt x="2" y="52"/>
                  <a:pt x="18" y="67"/>
                </a:cubicBezTo>
                <a:cubicBezTo>
                  <a:pt x="36" y="82"/>
                  <a:pt x="55" y="79"/>
                  <a:pt x="65" y="64"/>
                </a:cubicBezTo>
                <a:cubicBezTo>
                  <a:pt x="78" y="49"/>
                  <a:pt x="75" y="30"/>
                  <a:pt x="58" y="1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64480" y="849960"/>
            <a:ext cx="27720" cy="33120"/>
          </a:xfrm>
          <a:custGeom>
            <a:rect b="b" l="l" r="r" t="t"/>
            <a:pathLst>
              <a:path extrusionOk="0" h="92" w="77">
                <a:moveTo>
                  <a:pt x="56" y="38"/>
                </a:moveTo>
                <a:cubicBezTo>
                  <a:pt x="53" y="44"/>
                  <a:pt x="47" y="44"/>
                  <a:pt x="40" y="39"/>
                </a:cubicBezTo>
                <a:cubicBezTo>
                  <a:pt x="37" y="38"/>
                  <a:pt x="36" y="37"/>
                  <a:pt x="35" y="36"/>
                </a:cubicBezTo>
                <a:lnTo>
                  <a:pt x="37" y="31"/>
                </a:lnTo>
                <a:cubicBezTo>
                  <a:pt x="41" y="25"/>
                  <a:pt x="43" y="21"/>
                  <a:pt x="44" y="19"/>
                </a:cubicBezTo>
                <a:cubicBezTo>
                  <a:pt x="47" y="20"/>
                  <a:pt x="49" y="21"/>
                  <a:pt x="52" y="24"/>
                </a:cubicBezTo>
                <a:cubicBezTo>
                  <a:pt x="58" y="28"/>
                  <a:pt x="60" y="33"/>
                  <a:pt x="56" y="38"/>
                </a:cubicBezTo>
                <a:moveTo>
                  <a:pt x="61" y="19"/>
                </a:moveTo>
                <a:cubicBezTo>
                  <a:pt x="57" y="17"/>
                  <a:pt x="53" y="14"/>
                  <a:pt x="50" y="13"/>
                </a:cubicBezTo>
                <a:cubicBezTo>
                  <a:pt x="46" y="9"/>
                  <a:pt x="43" y="8"/>
                  <a:pt x="39" y="6"/>
                </a:cubicBezTo>
                <a:cubicBezTo>
                  <a:pt x="36" y="4"/>
                  <a:pt x="34" y="1"/>
                  <a:pt x="31" y="0"/>
                </a:cubicBezTo>
                <a:lnTo>
                  <a:pt x="29" y="2"/>
                </a:lnTo>
                <a:lnTo>
                  <a:pt x="32" y="7"/>
                </a:lnTo>
                <a:cubicBezTo>
                  <a:pt x="30" y="12"/>
                  <a:pt x="28" y="17"/>
                  <a:pt x="24" y="23"/>
                </a:cubicBezTo>
                <a:lnTo>
                  <a:pt x="15" y="39"/>
                </a:lnTo>
                <a:cubicBezTo>
                  <a:pt x="13" y="44"/>
                  <a:pt x="10" y="49"/>
                  <a:pt x="7" y="53"/>
                </a:cubicBezTo>
                <a:lnTo>
                  <a:pt x="1" y="51"/>
                </a:lnTo>
                <a:lnTo>
                  <a:pt x="0" y="55"/>
                </a:lnTo>
                <a:cubicBezTo>
                  <a:pt x="3" y="57"/>
                  <a:pt x="8" y="59"/>
                  <a:pt x="11" y="62"/>
                </a:cubicBezTo>
                <a:cubicBezTo>
                  <a:pt x="15" y="65"/>
                  <a:pt x="19" y="68"/>
                  <a:pt x="22" y="70"/>
                </a:cubicBezTo>
                <a:lnTo>
                  <a:pt x="24" y="66"/>
                </a:lnTo>
                <a:lnTo>
                  <a:pt x="21" y="63"/>
                </a:lnTo>
                <a:cubicBezTo>
                  <a:pt x="22" y="58"/>
                  <a:pt x="24" y="53"/>
                  <a:pt x="29" y="47"/>
                </a:cubicBezTo>
                <a:lnTo>
                  <a:pt x="31" y="43"/>
                </a:lnTo>
                <a:lnTo>
                  <a:pt x="35" y="45"/>
                </a:lnTo>
                <a:cubicBezTo>
                  <a:pt x="36" y="55"/>
                  <a:pt x="36" y="70"/>
                  <a:pt x="37" y="82"/>
                </a:cubicBezTo>
                <a:cubicBezTo>
                  <a:pt x="43" y="84"/>
                  <a:pt x="49" y="88"/>
                  <a:pt x="53" y="91"/>
                </a:cubicBezTo>
                <a:lnTo>
                  <a:pt x="56" y="88"/>
                </a:lnTo>
                <a:lnTo>
                  <a:pt x="54" y="85"/>
                </a:lnTo>
                <a:cubicBezTo>
                  <a:pt x="53" y="81"/>
                  <a:pt x="51" y="58"/>
                  <a:pt x="50" y="52"/>
                </a:cubicBezTo>
                <a:cubicBezTo>
                  <a:pt x="57" y="56"/>
                  <a:pt x="66" y="53"/>
                  <a:pt x="72" y="46"/>
                </a:cubicBezTo>
                <a:cubicBezTo>
                  <a:pt x="76" y="39"/>
                  <a:pt x="76" y="30"/>
                  <a:pt x="61" y="1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595080" y="872640"/>
            <a:ext cx="23400" cy="27720"/>
          </a:xfrm>
          <a:custGeom>
            <a:rect b="b" l="l" r="r" t="t"/>
            <a:pathLst>
              <a:path extrusionOk="0" h="77" w="65">
                <a:moveTo>
                  <a:pt x="46" y="33"/>
                </a:moveTo>
                <a:lnTo>
                  <a:pt x="34" y="27"/>
                </a:lnTo>
                <a:lnTo>
                  <a:pt x="49" y="8"/>
                </a:lnTo>
                <a:lnTo>
                  <a:pt x="46" y="33"/>
                </a:lnTo>
                <a:moveTo>
                  <a:pt x="64" y="6"/>
                </a:moveTo>
                <a:lnTo>
                  <a:pt x="60" y="2"/>
                </a:lnTo>
                <a:cubicBezTo>
                  <a:pt x="55" y="2"/>
                  <a:pt x="51" y="1"/>
                  <a:pt x="47" y="0"/>
                </a:cubicBezTo>
                <a:cubicBezTo>
                  <a:pt x="35" y="13"/>
                  <a:pt x="17" y="34"/>
                  <a:pt x="6" y="43"/>
                </a:cubicBezTo>
                <a:lnTo>
                  <a:pt x="1" y="43"/>
                </a:lnTo>
                <a:lnTo>
                  <a:pt x="0" y="45"/>
                </a:lnTo>
                <a:cubicBezTo>
                  <a:pt x="2" y="47"/>
                  <a:pt x="6" y="49"/>
                  <a:pt x="9" y="50"/>
                </a:cubicBezTo>
                <a:cubicBezTo>
                  <a:pt x="13" y="51"/>
                  <a:pt x="17" y="53"/>
                  <a:pt x="20" y="56"/>
                </a:cubicBezTo>
                <a:lnTo>
                  <a:pt x="22" y="51"/>
                </a:lnTo>
                <a:lnTo>
                  <a:pt x="18" y="49"/>
                </a:lnTo>
                <a:lnTo>
                  <a:pt x="29" y="32"/>
                </a:lnTo>
                <a:lnTo>
                  <a:pt x="45" y="41"/>
                </a:lnTo>
                <a:cubicBezTo>
                  <a:pt x="45" y="47"/>
                  <a:pt x="44" y="56"/>
                  <a:pt x="43" y="60"/>
                </a:cubicBezTo>
                <a:lnTo>
                  <a:pt x="39" y="59"/>
                </a:lnTo>
                <a:lnTo>
                  <a:pt x="36" y="64"/>
                </a:lnTo>
                <a:cubicBezTo>
                  <a:pt x="41" y="65"/>
                  <a:pt x="45" y="68"/>
                  <a:pt x="50" y="70"/>
                </a:cubicBezTo>
                <a:cubicBezTo>
                  <a:pt x="54" y="71"/>
                  <a:pt x="57" y="73"/>
                  <a:pt x="62" y="76"/>
                </a:cubicBezTo>
                <a:lnTo>
                  <a:pt x="64" y="72"/>
                </a:lnTo>
                <a:lnTo>
                  <a:pt x="60" y="69"/>
                </a:lnTo>
                <a:cubicBezTo>
                  <a:pt x="60" y="63"/>
                  <a:pt x="61" y="45"/>
                  <a:pt x="62" y="32"/>
                </a:cubicBezTo>
                <a:lnTo>
                  <a:pt x="64" y="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663480" y="871920"/>
            <a:ext cx="18360" cy="26280"/>
          </a:xfrm>
          <a:custGeom>
            <a:rect b="b" l="l" r="r" t="t"/>
            <a:pathLst>
              <a:path extrusionOk="0" h="73" w="51">
                <a:moveTo>
                  <a:pt x="43" y="57"/>
                </a:moveTo>
                <a:cubicBezTo>
                  <a:pt x="40" y="51"/>
                  <a:pt x="39" y="47"/>
                  <a:pt x="35" y="40"/>
                </a:cubicBezTo>
                <a:lnTo>
                  <a:pt x="28" y="25"/>
                </a:lnTo>
                <a:cubicBezTo>
                  <a:pt x="25" y="18"/>
                  <a:pt x="24" y="13"/>
                  <a:pt x="22" y="7"/>
                </a:cubicBezTo>
                <a:lnTo>
                  <a:pt x="26" y="5"/>
                </a:lnTo>
                <a:lnTo>
                  <a:pt x="25" y="0"/>
                </a:lnTo>
                <a:cubicBezTo>
                  <a:pt x="21" y="4"/>
                  <a:pt x="17" y="5"/>
                  <a:pt x="12" y="7"/>
                </a:cubicBezTo>
                <a:cubicBezTo>
                  <a:pt x="9" y="9"/>
                  <a:pt x="4" y="11"/>
                  <a:pt x="0" y="13"/>
                </a:cubicBezTo>
                <a:lnTo>
                  <a:pt x="1" y="17"/>
                </a:lnTo>
                <a:lnTo>
                  <a:pt x="7" y="14"/>
                </a:lnTo>
                <a:cubicBezTo>
                  <a:pt x="9" y="20"/>
                  <a:pt x="11" y="25"/>
                  <a:pt x="13" y="31"/>
                </a:cubicBezTo>
                <a:lnTo>
                  <a:pt x="21" y="47"/>
                </a:lnTo>
                <a:cubicBezTo>
                  <a:pt x="23" y="53"/>
                  <a:pt x="25" y="58"/>
                  <a:pt x="26" y="65"/>
                </a:cubicBezTo>
                <a:lnTo>
                  <a:pt x="22" y="68"/>
                </a:lnTo>
                <a:lnTo>
                  <a:pt x="24" y="72"/>
                </a:lnTo>
                <a:cubicBezTo>
                  <a:pt x="28" y="70"/>
                  <a:pt x="33" y="68"/>
                  <a:pt x="37" y="65"/>
                </a:cubicBezTo>
                <a:cubicBezTo>
                  <a:pt x="41" y="64"/>
                  <a:pt x="45" y="62"/>
                  <a:pt x="50" y="58"/>
                </a:cubicBezTo>
                <a:lnTo>
                  <a:pt x="49" y="56"/>
                </a:lnTo>
                <a:lnTo>
                  <a:pt x="43" y="5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684360" y="850680"/>
            <a:ext cx="35640" cy="36360"/>
          </a:xfrm>
          <a:custGeom>
            <a:rect b="b" l="l" r="r" t="t"/>
            <a:pathLst>
              <a:path extrusionOk="0" h="101" w="99">
                <a:moveTo>
                  <a:pt x="90" y="55"/>
                </a:moveTo>
                <a:cubicBezTo>
                  <a:pt x="87" y="50"/>
                  <a:pt x="85" y="45"/>
                  <a:pt x="82" y="40"/>
                </a:cubicBezTo>
                <a:lnTo>
                  <a:pt x="73" y="24"/>
                </a:lnTo>
                <a:cubicBezTo>
                  <a:pt x="71" y="19"/>
                  <a:pt x="67" y="13"/>
                  <a:pt x="64" y="8"/>
                </a:cubicBezTo>
                <a:lnTo>
                  <a:pt x="69" y="5"/>
                </a:lnTo>
                <a:lnTo>
                  <a:pt x="67" y="0"/>
                </a:lnTo>
                <a:cubicBezTo>
                  <a:pt x="63" y="4"/>
                  <a:pt x="60" y="6"/>
                  <a:pt x="56" y="7"/>
                </a:cubicBezTo>
                <a:cubicBezTo>
                  <a:pt x="52" y="9"/>
                  <a:pt x="49" y="12"/>
                  <a:pt x="45" y="14"/>
                </a:cubicBezTo>
                <a:cubicBezTo>
                  <a:pt x="47" y="24"/>
                  <a:pt x="53" y="56"/>
                  <a:pt x="55" y="62"/>
                </a:cubicBezTo>
                <a:cubicBezTo>
                  <a:pt x="49" y="57"/>
                  <a:pt x="26" y="37"/>
                  <a:pt x="21" y="31"/>
                </a:cubicBezTo>
                <a:cubicBezTo>
                  <a:pt x="18" y="33"/>
                  <a:pt x="14" y="36"/>
                  <a:pt x="11" y="38"/>
                </a:cubicBezTo>
                <a:cubicBezTo>
                  <a:pt x="8" y="40"/>
                  <a:pt x="3" y="43"/>
                  <a:pt x="0" y="44"/>
                </a:cubicBezTo>
                <a:lnTo>
                  <a:pt x="2" y="49"/>
                </a:lnTo>
                <a:lnTo>
                  <a:pt x="7" y="46"/>
                </a:lnTo>
                <a:lnTo>
                  <a:pt x="11" y="53"/>
                </a:lnTo>
                <a:cubicBezTo>
                  <a:pt x="15" y="60"/>
                  <a:pt x="28" y="85"/>
                  <a:pt x="31" y="92"/>
                </a:cubicBezTo>
                <a:lnTo>
                  <a:pt x="28" y="96"/>
                </a:lnTo>
                <a:lnTo>
                  <a:pt x="29" y="100"/>
                </a:lnTo>
                <a:cubicBezTo>
                  <a:pt x="32" y="97"/>
                  <a:pt x="35" y="96"/>
                  <a:pt x="37" y="94"/>
                </a:cubicBezTo>
                <a:cubicBezTo>
                  <a:pt x="41" y="92"/>
                  <a:pt x="44" y="90"/>
                  <a:pt x="47" y="88"/>
                </a:cubicBezTo>
                <a:lnTo>
                  <a:pt x="45" y="85"/>
                </a:lnTo>
                <a:lnTo>
                  <a:pt x="40" y="87"/>
                </a:lnTo>
                <a:cubicBezTo>
                  <a:pt x="36" y="82"/>
                  <a:pt x="34" y="78"/>
                  <a:pt x="31" y="72"/>
                </a:cubicBezTo>
                <a:lnTo>
                  <a:pt x="25" y="63"/>
                </a:lnTo>
                <a:cubicBezTo>
                  <a:pt x="22" y="56"/>
                  <a:pt x="19" y="50"/>
                  <a:pt x="18" y="46"/>
                </a:cubicBezTo>
                <a:cubicBezTo>
                  <a:pt x="39" y="66"/>
                  <a:pt x="51" y="76"/>
                  <a:pt x="56" y="82"/>
                </a:cubicBezTo>
                <a:lnTo>
                  <a:pt x="64" y="77"/>
                </a:lnTo>
                <a:lnTo>
                  <a:pt x="54" y="23"/>
                </a:lnTo>
                <a:cubicBezTo>
                  <a:pt x="56" y="26"/>
                  <a:pt x="60" y="31"/>
                  <a:pt x="64" y="39"/>
                </a:cubicBezTo>
                <a:lnTo>
                  <a:pt x="69" y="49"/>
                </a:lnTo>
                <a:cubicBezTo>
                  <a:pt x="73" y="53"/>
                  <a:pt x="75" y="58"/>
                  <a:pt x="77" y="64"/>
                </a:cubicBezTo>
                <a:lnTo>
                  <a:pt x="73" y="68"/>
                </a:lnTo>
                <a:lnTo>
                  <a:pt x="75" y="71"/>
                </a:lnTo>
                <a:cubicBezTo>
                  <a:pt x="78" y="68"/>
                  <a:pt x="83" y="65"/>
                  <a:pt x="86" y="63"/>
                </a:cubicBezTo>
                <a:cubicBezTo>
                  <a:pt x="90" y="60"/>
                  <a:pt x="95" y="58"/>
                  <a:pt x="98" y="56"/>
                </a:cubicBezTo>
                <a:lnTo>
                  <a:pt x="97" y="52"/>
                </a:lnTo>
                <a:lnTo>
                  <a:pt x="90" y="5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718920" y="830160"/>
            <a:ext cx="22680" cy="31320"/>
          </a:xfrm>
          <a:custGeom>
            <a:rect b="b" l="l" r="r" t="t"/>
            <a:pathLst>
              <a:path extrusionOk="0" h="87" w="63">
                <a:moveTo>
                  <a:pt x="51" y="65"/>
                </a:moveTo>
                <a:cubicBezTo>
                  <a:pt x="47" y="61"/>
                  <a:pt x="44" y="57"/>
                  <a:pt x="40" y="52"/>
                </a:cubicBezTo>
                <a:lnTo>
                  <a:pt x="32" y="42"/>
                </a:lnTo>
                <a:cubicBezTo>
                  <a:pt x="29" y="38"/>
                  <a:pt x="25" y="32"/>
                  <a:pt x="22" y="26"/>
                </a:cubicBezTo>
                <a:cubicBezTo>
                  <a:pt x="23" y="25"/>
                  <a:pt x="24" y="24"/>
                  <a:pt x="26" y="22"/>
                </a:cubicBezTo>
                <a:cubicBezTo>
                  <a:pt x="32" y="17"/>
                  <a:pt x="39" y="17"/>
                  <a:pt x="42" y="23"/>
                </a:cubicBezTo>
                <a:cubicBezTo>
                  <a:pt x="46" y="27"/>
                  <a:pt x="47" y="33"/>
                  <a:pt x="42" y="39"/>
                </a:cubicBezTo>
                <a:cubicBezTo>
                  <a:pt x="40" y="39"/>
                  <a:pt x="39" y="40"/>
                  <a:pt x="37" y="42"/>
                </a:cubicBezTo>
                <a:lnTo>
                  <a:pt x="40" y="49"/>
                </a:lnTo>
                <a:cubicBezTo>
                  <a:pt x="43" y="48"/>
                  <a:pt x="45" y="46"/>
                  <a:pt x="49" y="44"/>
                </a:cubicBezTo>
                <a:cubicBezTo>
                  <a:pt x="62" y="33"/>
                  <a:pt x="62" y="19"/>
                  <a:pt x="54" y="10"/>
                </a:cubicBezTo>
                <a:cubicBezTo>
                  <a:pt x="47" y="1"/>
                  <a:pt x="37" y="0"/>
                  <a:pt x="28" y="10"/>
                </a:cubicBezTo>
                <a:cubicBezTo>
                  <a:pt x="25" y="12"/>
                  <a:pt x="23" y="14"/>
                  <a:pt x="19" y="18"/>
                </a:cubicBezTo>
                <a:cubicBezTo>
                  <a:pt x="15" y="22"/>
                  <a:pt x="12" y="24"/>
                  <a:pt x="9" y="26"/>
                </a:cubicBezTo>
                <a:cubicBezTo>
                  <a:pt x="7" y="29"/>
                  <a:pt x="3" y="31"/>
                  <a:pt x="0" y="35"/>
                </a:cubicBezTo>
                <a:lnTo>
                  <a:pt x="2" y="38"/>
                </a:lnTo>
                <a:lnTo>
                  <a:pt x="7" y="35"/>
                </a:lnTo>
                <a:cubicBezTo>
                  <a:pt x="10" y="39"/>
                  <a:pt x="14" y="43"/>
                  <a:pt x="18" y="48"/>
                </a:cubicBezTo>
                <a:lnTo>
                  <a:pt x="28" y="62"/>
                </a:lnTo>
                <a:cubicBezTo>
                  <a:pt x="32" y="68"/>
                  <a:pt x="35" y="72"/>
                  <a:pt x="37" y="77"/>
                </a:cubicBezTo>
                <a:lnTo>
                  <a:pt x="34" y="82"/>
                </a:lnTo>
                <a:lnTo>
                  <a:pt x="36" y="86"/>
                </a:lnTo>
                <a:cubicBezTo>
                  <a:pt x="40" y="82"/>
                  <a:pt x="43" y="78"/>
                  <a:pt x="47" y="76"/>
                </a:cubicBezTo>
                <a:cubicBezTo>
                  <a:pt x="51" y="72"/>
                  <a:pt x="54" y="69"/>
                  <a:pt x="61" y="64"/>
                </a:cubicBezTo>
                <a:lnTo>
                  <a:pt x="58" y="61"/>
                </a:lnTo>
                <a:lnTo>
                  <a:pt x="51" y="6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747720" y="810720"/>
            <a:ext cx="26280" cy="28440"/>
          </a:xfrm>
          <a:custGeom>
            <a:rect b="b" l="l" r="r" t="t"/>
            <a:pathLst>
              <a:path extrusionOk="0" h="79" w="73">
                <a:moveTo>
                  <a:pt x="21" y="37"/>
                </a:moveTo>
                <a:lnTo>
                  <a:pt x="10" y="17"/>
                </a:lnTo>
                <a:lnTo>
                  <a:pt x="10" y="15"/>
                </a:lnTo>
                <a:lnTo>
                  <a:pt x="31" y="26"/>
                </a:lnTo>
                <a:lnTo>
                  <a:pt x="21" y="37"/>
                </a:lnTo>
                <a:moveTo>
                  <a:pt x="65" y="25"/>
                </a:moveTo>
                <a:cubicBezTo>
                  <a:pt x="60" y="24"/>
                  <a:pt x="44" y="17"/>
                  <a:pt x="34" y="12"/>
                </a:cubicBezTo>
                <a:lnTo>
                  <a:pt x="13" y="0"/>
                </a:lnTo>
                <a:lnTo>
                  <a:pt x="8" y="4"/>
                </a:lnTo>
                <a:cubicBezTo>
                  <a:pt x="6" y="7"/>
                  <a:pt x="4" y="11"/>
                  <a:pt x="0" y="15"/>
                </a:cubicBezTo>
                <a:cubicBezTo>
                  <a:pt x="9" y="32"/>
                  <a:pt x="21" y="57"/>
                  <a:pt x="25" y="71"/>
                </a:cubicBezTo>
                <a:lnTo>
                  <a:pt x="22" y="75"/>
                </a:lnTo>
                <a:lnTo>
                  <a:pt x="25" y="78"/>
                </a:lnTo>
                <a:cubicBezTo>
                  <a:pt x="28" y="76"/>
                  <a:pt x="30" y="72"/>
                  <a:pt x="32" y="71"/>
                </a:cubicBezTo>
                <a:cubicBezTo>
                  <a:pt x="34" y="68"/>
                  <a:pt x="36" y="65"/>
                  <a:pt x="40" y="60"/>
                </a:cubicBezTo>
                <a:lnTo>
                  <a:pt x="36" y="58"/>
                </a:lnTo>
                <a:lnTo>
                  <a:pt x="33" y="63"/>
                </a:lnTo>
                <a:lnTo>
                  <a:pt x="23" y="44"/>
                </a:lnTo>
                <a:lnTo>
                  <a:pt x="37" y="30"/>
                </a:lnTo>
                <a:cubicBezTo>
                  <a:pt x="42" y="32"/>
                  <a:pt x="49" y="36"/>
                  <a:pt x="53" y="39"/>
                </a:cubicBezTo>
                <a:lnTo>
                  <a:pt x="50" y="43"/>
                </a:lnTo>
                <a:lnTo>
                  <a:pt x="53" y="46"/>
                </a:lnTo>
                <a:cubicBezTo>
                  <a:pt x="56" y="43"/>
                  <a:pt x="58" y="39"/>
                  <a:pt x="63" y="36"/>
                </a:cubicBezTo>
                <a:cubicBezTo>
                  <a:pt x="66" y="32"/>
                  <a:pt x="68" y="28"/>
                  <a:pt x="72" y="25"/>
                </a:cubicBezTo>
                <a:lnTo>
                  <a:pt x="69" y="23"/>
                </a:lnTo>
                <a:lnTo>
                  <a:pt x="65" y="2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765360" y="778680"/>
            <a:ext cx="32040" cy="30600"/>
          </a:xfrm>
          <a:custGeom>
            <a:rect b="b" l="l" r="r" t="t"/>
            <a:pathLst>
              <a:path extrusionOk="0" h="85" w="89">
                <a:moveTo>
                  <a:pt x="37" y="39"/>
                </a:moveTo>
                <a:cubicBezTo>
                  <a:pt x="36" y="40"/>
                  <a:pt x="35" y="42"/>
                  <a:pt x="34" y="43"/>
                </a:cubicBezTo>
                <a:lnTo>
                  <a:pt x="30" y="40"/>
                </a:lnTo>
                <a:cubicBezTo>
                  <a:pt x="26" y="37"/>
                  <a:pt x="22" y="33"/>
                  <a:pt x="21" y="32"/>
                </a:cubicBezTo>
                <a:cubicBezTo>
                  <a:pt x="22" y="30"/>
                  <a:pt x="22" y="27"/>
                  <a:pt x="25" y="25"/>
                </a:cubicBezTo>
                <a:cubicBezTo>
                  <a:pt x="29" y="18"/>
                  <a:pt x="33" y="17"/>
                  <a:pt x="37" y="19"/>
                </a:cubicBezTo>
                <a:cubicBezTo>
                  <a:pt x="43" y="25"/>
                  <a:pt x="42" y="32"/>
                  <a:pt x="37" y="39"/>
                </a:cubicBezTo>
                <a:moveTo>
                  <a:pt x="83" y="27"/>
                </a:moveTo>
                <a:cubicBezTo>
                  <a:pt x="78" y="29"/>
                  <a:pt x="55" y="30"/>
                  <a:pt x="50" y="30"/>
                </a:cubicBezTo>
                <a:cubicBezTo>
                  <a:pt x="54" y="20"/>
                  <a:pt x="53" y="11"/>
                  <a:pt x="46" y="5"/>
                </a:cubicBezTo>
                <a:cubicBezTo>
                  <a:pt x="41" y="0"/>
                  <a:pt x="32" y="0"/>
                  <a:pt x="22" y="13"/>
                </a:cubicBezTo>
                <a:cubicBezTo>
                  <a:pt x="20" y="17"/>
                  <a:pt x="18" y="20"/>
                  <a:pt x="14" y="26"/>
                </a:cubicBezTo>
                <a:cubicBezTo>
                  <a:pt x="12" y="29"/>
                  <a:pt x="10" y="33"/>
                  <a:pt x="8" y="36"/>
                </a:cubicBezTo>
                <a:cubicBezTo>
                  <a:pt x="6" y="39"/>
                  <a:pt x="3" y="42"/>
                  <a:pt x="0" y="45"/>
                </a:cubicBezTo>
                <a:lnTo>
                  <a:pt x="4" y="48"/>
                </a:lnTo>
                <a:lnTo>
                  <a:pt x="8" y="43"/>
                </a:lnTo>
                <a:cubicBezTo>
                  <a:pt x="12" y="46"/>
                  <a:pt x="17" y="50"/>
                  <a:pt x="21" y="53"/>
                </a:cubicBezTo>
                <a:lnTo>
                  <a:pt x="35" y="64"/>
                </a:lnTo>
                <a:cubicBezTo>
                  <a:pt x="40" y="69"/>
                  <a:pt x="43" y="72"/>
                  <a:pt x="47" y="76"/>
                </a:cubicBezTo>
                <a:lnTo>
                  <a:pt x="44" y="81"/>
                </a:lnTo>
                <a:lnTo>
                  <a:pt x="47" y="84"/>
                </a:lnTo>
                <a:cubicBezTo>
                  <a:pt x="50" y="80"/>
                  <a:pt x="53" y="75"/>
                  <a:pt x="55" y="71"/>
                </a:cubicBezTo>
                <a:cubicBezTo>
                  <a:pt x="58" y="68"/>
                  <a:pt x="62" y="64"/>
                  <a:pt x="64" y="59"/>
                </a:cubicBezTo>
                <a:lnTo>
                  <a:pt x="61" y="57"/>
                </a:lnTo>
                <a:lnTo>
                  <a:pt x="57" y="62"/>
                </a:lnTo>
                <a:cubicBezTo>
                  <a:pt x="53" y="58"/>
                  <a:pt x="49" y="56"/>
                  <a:pt x="43" y="51"/>
                </a:cubicBezTo>
                <a:lnTo>
                  <a:pt x="40" y="48"/>
                </a:lnTo>
                <a:lnTo>
                  <a:pt x="42" y="44"/>
                </a:lnTo>
                <a:cubicBezTo>
                  <a:pt x="51" y="44"/>
                  <a:pt x="67" y="44"/>
                  <a:pt x="77" y="45"/>
                </a:cubicBezTo>
                <a:cubicBezTo>
                  <a:pt x="80" y="39"/>
                  <a:pt x="84" y="35"/>
                  <a:pt x="88" y="29"/>
                </a:cubicBezTo>
                <a:lnTo>
                  <a:pt x="85" y="26"/>
                </a:lnTo>
                <a:lnTo>
                  <a:pt x="83" y="2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787320" y="744480"/>
            <a:ext cx="27720" cy="30960"/>
          </a:xfrm>
          <a:custGeom>
            <a:rect b="b" l="l" r="r" t="t"/>
            <a:pathLst>
              <a:path extrusionOk="0" h="86" w="77">
                <a:moveTo>
                  <a:pt x="59" y="55"/>
                </a:moveTo>
                <a:cubicBezTo>
                  <a:pt x="52" y="65"/>
                  <a:pt x="41" y="67"/>
                  <a:pt x="30" y="60"/>
                </a:cubicBezTo>
                <a:cubicBezTo>
                  <a:pt x="18" y="53"/>
                  <a:pt x="14" y="41"/>
                  <a:pt x="20" y="30"/>
                </a:cubicBezTo>
                <a:cubicBezTo>
                  <a:pt x="26" y="20"/>
                  <a:pt x="37" y="19"/>
                  <a:pt x="49" y="26"/>
                </a:cubicBezTo>
                <a:cubicBezTo>
                  <a:pt x="59" y="33"/>
                  <a:pt x="64" y="45"/>
                  <a:pt x="59" y="55"/>
                </a:cubicBezTo>
                <a:moveTo>
                  <a:pt x="57" y="10"/>
                </a:moveTo>
                <a:cubicBezTo>
                  <a:pt x="40" y="0"/>
                  <a:pt x="24" y="5"/>
                  <a:pt x="13" y="26"/>
                </a:cubicBezTo>
                <a:cubicBezTo>
                  <a:pt x="0" y="46"/>
                  <a:pt x="6" y="65"/>
                  <a:pt x="22" y="75"/>
                </a:cubicBezTo>
                <a:cubicBezTo>
                  <a:pt x="38" y="85"/>
                  <a:pt x="56" y="79"/>
                  <a:pt x="65" y="60"/>
                </a:cubicBezTo>
                <a:cubicBezTo>
                  <a:pt x="76" y="40"/>
                  <a:pt x="72" y="20"/>
                  <a:pt x="57" y="1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637920" y="889560"/>
            <a:ext cx="10440" cy="11160"/>
          </a:xfrm>
          <a:custGeom>
            <a:rect b="b" l="l" r="r" t="t"/>
            <a:pathLst>
              <a:path extrusionOk="0" h="31" w="29">
                <a:moveTo>
                  <a:pt x="12" y="0"/>
                </a:moveTo>
                <a:cubicBezTo>
                  <a:pt x="6" y="0"/>
                  <a:pt x="0" y="6"/>
                  <a:pt x="0" y="14"/>
                </a:cubicBezTo>
                <a:cubicBezTo>
                  <a:pt x="0" y="23"/>
                  <a:pt x="6" y="30"/>
                  <a:pt x="12" y="30"/>
                </a:cubicBezTo>
                <a:cubicBezTo>
                  <a:pt x="21" y="30"/>
                  <a:pt x="28" y="23"/>
                  <a:pt x="28" y="14"/>
                </a:cubicBezTo>
                <a:cubicBezTo>
                  <a:pt x="28" y="6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63680" y="718920"/>
            <a:ext cx="9720" cy="11160"/>
          </a:xfrm>
          <a:custGeom>
            <a:rect b="b" l="l" r="r" t="t"/>
            <a:pathLst>
              <a:path extrusionOk="0" h="31" w="27">
                <a:moveTo>
                  <a:pt x="12" y="30"/>
                </a:moveTo>
                <a:cubicBezTo>
                  <a:pt x="21" y="30"/>
                  <a:pt x="26" y="24"/>
                  <a:pt x="26" y="17"/>
                </a:cubicBezTo>
                <a:cubicBezTo>
                  <a:pt x="26" y="8"/>
                  <a:pt x="21" y="0"/>
                  <a:pt x="12" y="0"/>
                </a:cubicBezTo>
                <a:cubicBezTo>
                  <a:pt x="6" y="0"/>
                  <a:pt x="0" y="8"/>
                  <a:pt x="0" y="17"/>
                </a:cubicBezTo>
                <a:cubicBezTo>
                  <a:pt x="0" y="24"/>
                  <a:pt x="6" y="30"/>
                  <a:pt x="12" y="3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812880" y="718920"/>
            <a:ext cx="10440" cy="11160"/>
          </a:xfrm>
          <a:custGeom>
            <a:rect b="b" l="l" r="r" t="t"/>
            <a:pathLst>
              <a:path extrusionOk="0" h="31" w="29">
                <a:moveTo>
                  <a:pt x="14" y="30"/>
                </a:moveTo>
                <a:cubicBezTo>
                  <a:pt x="21" y="30"/>
                  <a:pt x="28" y="24"/>
                  <a:pt x="28" y="17"/>
                </a:cubicBezTo>
                <a:cubicBezTo>
                  <a:pt x="28" y="8"/>
                  <a:pt x="21" y="0"/>
                  <a:pt x="14" y="0"/>
                </a:cubicBezTo>
                <a:cubicBezTo>
                  <a:pt x="7" y="0"/>
                  <a:pt x="0" y="8"/>
                  <a:pt x="0" y="17"/>
                </a:cubicBezTo>
                <a:cubicBezTo>
                  <a:pt x="0" y="24"/>
                  <a:pt x="7" y="30"/>
                  <a:pt x="14" y="3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8280" y="0"/>
            <a:ext cx="2492640" cy="567310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414000" y="2489040"/>
            <a:ext cx="31593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21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FIT5202 Big Data Processing</a:t>
            </a:r>
            <a:endParaRPr b="0" sz="21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407160" y="4004640"/>
            <a:ext cx="3612960" cy="25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Data Streaming using Apache Kafka and Spark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407160" y="4370040"/>
            <a:ext cx="2125800" cy="25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Spark Structured Streaming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413665" y="1758950"/>
            <a:ext cx="37986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370">
                <a:solidFill>
                  <a:srgbClr val="006CAB"/>
                </a:solidFill>
                <a:latin typeface="Arial Narrow"/>
                <a:ea typeface="Arial Narrow"/>
                <a:cs typeface="Arial Narrow"/>
                <a:sym typeface="Arial Narrow"/>
              </a:rPr>
              <a:t>Lab </a:t>
            </a:r>
            <a:r>
              <a:rPr b="1" lang="en-AU" sz="3370" strike="noStrike">
                <a:solidFill>
                  <a:srgbClr val="006CAB"/>
                </a:solidFill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r>
              <a:rPr b="1" lang="en-AU" sz="3370">
                <a:solidFill>
                  <a:srgbClr val="006CAB"/>
                </a:solidFill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endParaRPr b="0" sz="337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9044280" y="53130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59120" y="53475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9249840" y="53497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2" name="Google Shape;182;p17"/>
          <p:cNvSpPr/>
          <p:nvPr/>
        </p:nvSpPr>
        <p:spPr>
          <a:xfrm>
            <a:off x="9249840" y="53202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3" name="Google Shape;183;p17"/>
          <p:cNvSpPr/>
          <p:nvPr/>
        </p:nvSpPr>
        <p:spPr>
          <a:xfrm>
            <a:off x="9267840" y="53497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9350640" y="53475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9444600" y="53490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9489240" y="53475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9577440" y="53497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8" name="Google Shape;188;p17"/>
          <p:cNvSpPr/>
          <p:nvPr/>
        </p:nvSpPr>
        <p:spPr>
          <a:xfrm>
            <a:off x="9596160" y="53202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9577440" y="53202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90" name="Google Shape;190;p17"/>
          <p:cNvSpPr/>
          <p:nvPr/>
        </p:nvSpPr>
        <p:spPr>
          <a:xfrm>
            <a:off x="9182160" y="51524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9654120" y="51553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9324360" y="51553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9439560" y="51553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9037800" y="51553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9562320" y="51535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8723880" y="53065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8751960" y="53497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8762760" y="53634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8777160" y="53817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8790840" y="53965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8807040" y="54091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8824320" y="54217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8862120" y="54220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8874360" y="54098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8892720" y="53986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8909280" y="53871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8919000" y="53695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8931600" y="53500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8848080" y="54310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8751240" y="5336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8945280" y="53360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8757360" y="51553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8808480" y="52942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14" name="Google Shape;214;p17"/>
          <p:cNvSpPr/>
          <p:nvPr/>
        </p:nvSpPr>
        <p:spPr>
          <a:xfrm>
            <a:off x="8768880" y="51762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8775360" y="51718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8803800" y="51718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8923680" y="51992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8908560" y="52269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8905320" y="52222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8910720" y="52183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8914680" y="52132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8917200" y="52082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8918280" y="52024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8917920" y="51967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8915760" y="51913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8912880" y="51866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8914320" y="52222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8919000" y="52147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8922240" y="52071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8923680" y="51909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8921520" y="51837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8917560" y="51776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8909280" y="51823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8911800" y="51729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8905680" y="51747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8878320" y="52183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8872200" y="51866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8874720" y="52132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8872200" y="52082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8870400" y="52024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8870400" y="51913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8869320" y="51967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8864280" y="52071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"/>
          <p:cNvSpPr/>
          <p:nvPr/>
        </p:nvSpPr>
        <p:spPr>
          <a:xfrm>
            <a:off x="8866080" y="52147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8869320" y="52222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8874720" y="52269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"/>
          <p:cNvSpPr/>
          <p:nvPr/>
        </p:nvSpPr>
        <p:spPr>
          <a:xfrm>
            <a:off x="8882640" y="52222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"/>
          <p:cNvSpPr/>
          <p:nvPr/>
        </p:nvSpPr>
        <p:spPr>
          <a:xfrm>
            <a:off x="8879760" y="51747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8876160" y="51729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8875440" y="51823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8871480" y="51776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8867880" y="51837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>
            <a:off x="8865360" y="51909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8863920" y="51992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8885520" y="51672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>
            <a:off x="181080" y="75240"/>
            <a:ext cx="2292120" cy="1034280"/>
          </a:xfrm>
          <a:custGeom>
            <a:rect b="b" l="l" r="r" t="t"/>
            <a:pathLst>
              <a:path extrusionOk="0" h="2873" w="6367">
                <a:moveTo>
                  <a:pt x="0" y="2872"/>
                </a:moveTo>
                <a:lnTo>
                  <a:pt x="6366" y="2872"/>
                </a:lnTo>
                <a:lnTo>
                  <a:pt x="6366" y="0"/>
                </a:lnTo>
                <a:lnTo>
                  <a:pt x="0" y="0"/>
                </a:lnTo>
                <a:lnTo>
                  <a:pt x="0" y="287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9170280" y="52921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>
            <a:off x="9284760" y="53266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>
            <a:off x="9376200" y="53288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60" name="Google Shape;260;p17"/>
          <p:cNvSpPr/>
          <p:nvPr/>
        </p:nvSpPr>
        <p:spPr>
          <a:xfrm>
            <a:off x="9376200" y="52996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61" name="Google Shape;261;p17"/>
          <p:cNvSpPr/>
          <p:nvPr/>
        </p:nvSpPr>
        <p:spPr>
          <a:xfrm>
            <a:off x="9394200" y="53288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9477000" y="53266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9570600" y="53281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9615600" y="53266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9703440" y="53288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>
            <a:off x="9721800" y="52996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9703440" y="52996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68" name="Google Shape;268;p17"/>
          <p:cNvSpPr/>
          <p:nvPr/>
        </p:nvSpPr>
        <p:spPr>
          <a:xfrm>
            <a:off x="9308520" y="51322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9780120" y="51351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9450000" y="51351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9565920" y="51351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9163800" y="51351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>
            <a:off x="9687960" y="51333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8849880" y="52856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8877600" y="53288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8888400" y="53425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8902800" y="53608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8916840" y="53756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8933400" y="53878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"/>
          <p:cNvSpPr/>
          <p:nvPr/>
        </p:nvSpPr>
        <p:spPr>
          <a:xfrm>
            <a:off x="8950320" y="54004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8988120" y="54004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9000000" y="53886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9019080" y="53770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9035280" y="53659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9045360" y="53475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9057240" y="53292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"/>
          <p:cNvSpPr/>
          <p:nvPr/>
        </p:nvSpPr>
        <p:spPr>
          <a:xfrm>
            <a:off x="8974080" y="54098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8877240" y="53151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9071280" y="53151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8883360" y="51351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8934120" y="52737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92" name="Google Shape;292;p17"/>
          <p:cNvSpPr/>
          <p:nvPr/>
        </p:nvSpPr>
        <p:spPr>
          <a:xfrm>
            <a:off x="8894880" y="51564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/>
          <p:nvPr/>
        </p:nvSpPr>
        <p:spPr>
          <a:xfrm>
            <a:off x="8901720" y="51520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7"/>
          <p:cNvSpPr/>
          <p:nvPr/>
        </p:nvSpPr>
        <p:spPr>
          <a:xfrm>
            <a:off x="8929800" y="51520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"/>
          <p:cNvSpPr/>
          <p:nvPr/>
        </p:nvSpPr>
        <p:spPr>
          <a:xfrm>
            <a:off x="9049680" y="51790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"/>
          <p:cNvSpPr/>
          <p:nvPr/>
        </p:nvSpPr>
        <p:spPr>
          <a:xfrm>
            <a:off x="9034920" y="52068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9030960" y="52017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9036720" y="51978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9041040" y="51931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9043200" y="51877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9044280" y="51819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9043560" y="51765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9042120" y="51715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9038880" y="51661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9040320" y="52017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9045000" y="51949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9047880" y="51870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9049680" y="51711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9047520" y="51636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9043560" y="51578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9034920" y="51625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9038160" y="51531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9031680" y="51546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9004320" y="51978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"/>
          <p:cNvSpPr/>
          <p:nvPr/>
        </p:nvSpPr>
        <p:spPr>
          <a:xfrm>
            <a:off x="8997840" y="51661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/>
          <p:cNvSpPr/>
          <p:nvPr/>
        </p:nvSpPr>
        <p:spPr>
          <a:xfrm>
            <a:off x="9000720" y="51931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8997840" y="51877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8996040" y="51819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8996040" y="51715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8995680" y="51765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8989920" y="51870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8992080" y="51949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7"/>
          <p:cNvSpPr/>
          <p:nvPr/>
        </p:nvSpPr>
        <p:spPr>
          <a:xfrm>
            <a:off x="8995680" y="52017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9000360" y="52068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9008280" y="52017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9005400" y="51546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9001800" y="51531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9001080" y="51625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8997120" y="51578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8993520" y="51636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8991360" y="51711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8989920" y="51790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9011520" y="51470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335" name="Google Shape;335;p17"/>
          <p:cNvSpPr/>
          <p:nvPr/>
        </p:nvSpPr>
        <p:spPr>
          <a:xfrm>
            <a:off x="8869680" y="52518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7"/>
          <p:cNvSpPr/>
          <p:nvPr/>
        </p:nvSpPr>
        <p:spPr>
          <a:xfrm>
            <a:off x="8984160" y="52856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9074520" y="52881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8" name="Google Shape;338;p17"/>
          <p:cNvSpPr/>
          <p:nvPr/>
        </p:nvSpPr>
        <p:spPr>
          <a:xfrm>
            <a:off x="9074520" y="52590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9" name="Google Shape;339;p17"/>
          <p:cNvSpPr/>
          <p:nvPr/>
        </p:nvSpPr>
        <p:spPr>
          <a:xfrm>
            <a:off x="9092520" y="52881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9174960" y="52856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9268200" y="52870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9312840" y="52856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9400320" y="52881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4" name="Google Shape;344;p17"/>
          <p:cNvSpPr/>
          <p:nvPr/>
        </p:nvSpPr>
        <p:spPr>
          <a:xfrm>
            <a:off x="9419040" y="52590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9400320" y="52590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6" name="Google Shape;346;p17"/>
          <p:cNvSpPr/>
          <p:nvPr/>
        </p:nvSpPr>
        <p:spPr>
          <a:xfrm>
            <a:off x="9007200" y="50926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9476640" y="50955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9148320" y="50955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9263520" y="50955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8863560" y="50955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9385200" y="50937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8583840" y="50944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8550720" y="52453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8750880" y="51384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8735760" y="51668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8732160" y="51614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8737560" y="51578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8741520" y="51528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8744040" y="51474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7"/>
          <p:cNvSpPr/>
          <p:nvPr/>
        </p:nvSpPr>
        <p:spPr>
          <a:xfrm>
            <a:off x="8745120" y="51420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8744760" y="51358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8742960" y="51308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8739720" y="51261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7"/>
          <p:cNvSpPr/>
          <p:nvPr/>
        </p:nvSpPr>
        <p:spPr>
          <a:xfrm>
            <a:off x="8741160" y="51614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8745480" y="51542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8749080" y="51466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8750520" y="51308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8748360" y="51236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8744400" y="51171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8735760" y="51222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8739000" y="51124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8732520" y="51142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8712720" y="51063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8705160" y="51574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8698680" y="51261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8701560" y="51528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8698680" y="51474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8697240" y="51420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8697240" y="51308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8696520" y="51358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8691120" y="51466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8692920" y="51542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8696520" y="51614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/>
          <p:nvPr/>
        </p:nvSpPr>
        <p:spPr>
          <a:xfrm>
            <a:off x="8701200" y="51668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8709120" y="51614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8706600" y="51142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8703000" y="51124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8702280" y="51222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8698320" y="51171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8694720" y="51236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8692200" y="51308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8690760" y="51384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8722800" y="51114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8630640" y="51117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8602200" y="51117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8595720" y="51160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7"/>
          <p:cNvSpPr/>
          <p:nvPr/>
        </p:nvSpPr>
        <p:spPr>
          <a:xfrm>
            <a:off x="8633160" y="51232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8633160" y="51506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8633160" y="51448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7"/>
          <p:cNvSpPr/>
          <p:nvPr/>
        </p:nvSpPr>
        <p:spPr>
          <a:xfrm>
            <a:off x="8633160" y="51283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7"/>
          <p:cNvSpPr/>
          <p:nvPr/>
        </p:nvSpPr>
        <p:spPr>
          <a:xfrm>
            <a:off x="8633160" y="513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8633160" y="51175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8605080" y="51448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8605080" y="513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8633160" y="51337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7"/>
          <p:cNvSpPr/>
          <p:nvPr/>
        </p:nvSpPr>
        <p:spPr>
          <a:xfrm>
            <a:off x="8605080" y="51506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8605080" y="5117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8605080" y="51232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8605080" y="513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8605080" y="51283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8634960" y="52647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12" name="Google Shape;412;p17"/>
          <p:cNvSpPr/>
          <p:nvPr/>
        </p:nvSpPr>
        <p:spPr>
          <a:xfrm>
            <a:off x="8664480" y="53061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13" name="Google Shape;413;p17"/>
          <p:cNvSpPr/>
          <p:nvPr/>
        </p:nvSpPr>
        <p:spPr>
          <a:xfrm>
            <a:off x="8666280" y="52330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14" name="Google Shape;414;p17"/>
          <p:cNvSpPr/>
          <p:nvPr/>
        </p:nvSpPr>
        <p:spPr>
          <a:xfrm>
            <a:off x="8681040" y="52777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15" name="Google Shape;415;p17"/>
          <p:cNvSpPr/>
          <p:nvPr/>
        </p:nvSpPr>
        <p:spPr>
          <a:xfrm>
            <a:off x="8697240" y="52564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16" name="Google Shape;416;p17"/>
          <p:cNvSpPr/>
          <p:nvPr/>
        </p:nvSpPr>
        <p:spPr>
          <a:xfrm>
            <a:off x="8596080" y="51697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7"/>
          <p:cNvSpPr/>
          <p:nvPr/>
        </p:nvSpPr>
        <p:spPr>
          <a:xfrm>
            <a:off x="8780400" y="52528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8778240" y="52892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7"/>
          <p:cNvSpPr/>
          <p:nvPr/>
        </p:nvSpPr>
        <p:spPr>
          <a:xfrm>
            <a:off x="8555400" y="52528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8569800" y="52892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8568720" y="52597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8578800" y="52881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8589600" y="53018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8604000" y="53205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8618040" y="53346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8634240" y="53472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8651160" y="53594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8689320" y="53594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8700840" y="53475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8719920" y="53367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8736120" y="53256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8745840" y="53072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8758440" y="52885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8674920" y="53691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8578080" y="52748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8772120" y="52748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 txBox="1"/>
          <p:nvPr/>
        </p:nvSpPr>
        <p:spPr>
          <a:xfrm>
            <a:off x="353872" y="307800"/>
            <a:ext cx="46476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>
                <a:latin typeface="Arial Narrow"/>
                <a:ea typeface="Arial Narrow"/>
                <a:cs typeface="Arial Narrow"/>
                <a:sym typeface="Arial Narrow"/>
              </a:rPr>
              <a:t>Lab </a:t>
            </a: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10 Agenda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17"/>
          <p:cNvSpPr txBox="1"/>
          <p:nvPr/>
        </p:nvSpPr>
        <p:spPr>
          <a:xfrm>
            <a:off x="353880" y="116712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669240" y="1394280"/>
            <a:ext cx="1569960" cy="16920"/>
          </a:xfrm>
          <a:custGeom>
            <a:rect b="b" l="l" r="r" t="t"/>
            <a:pathLst>
              <a:path extrusionOk="0" h="47" w="4361">
                <a:moveTo>
                  <a:pt x="0" y="0"/>
                </a:moveTo>
                <a:lnTo>
                  <a:pt x="2180" y="0"/>
                </a:lnTo>
                <a:lnTo>
                  <a:pt x="4360" y="0"/>
                </a:lnTo>
                <a:lnTo>
                  <a:pt x="4360" y="46"/>
                </a:lnTo>
                <a:lnTo>
                  <a:pt x="2180" y="46"/>
                </a:lnTo>
                <a:lnTo>
                  <a:pt x="0" y="46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40" name="Google Shape;440;p17"/>
          <p:cNvSpPr txBox="1"/>
          <p:nvPr/>
        </p:nvSpPr>
        <p:spPr>
          <a:xfrm>
            <a:off x="669254" y="1167125"/>
            <a:ext cx="2292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500"/>
              <a:t>Lab 09</a:t>
            </a: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Review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17"/>
          <p:cNvSpPr txBox="1"/>
          <p:nvPr/>
        </p:nvSpPr>
        <p:spPr>
          <a:xfrm>
            <a:off x="921600" y="146124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17"/>
          <p:cNvSpPr txBox="1"/>
          <p:nvPr/>
        </p:nvSpPr>
        <p:spPr>
          <a:xfrm>
            <a:off x="1235880" y="1498320"/>
            <a:ext cx="12273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Apache Kafka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17"/>
          <p:cNvSpPr txBox="1"/>
          <p:nvPr/>
        </p:nvSpPr>
        <p:spPr>
          <a:xfrm>
            <a:off x="1299960" y="1785600"/>
            <a:ext cx="181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17"/>
          <p:cNvSpPr txBox="1"/>
          <p:nvPr/>
        </p:nvSpPr>
        <p:spPr>
          <a:xfrm>
            <a:off x="1614240" y="1815840"/>
            <a:ext cx="26820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Kafka Producer and Kafka Consumer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17"/>
          <p:cNvSpPr txBox="1"/>
          <p:nvPr/>
        </p:nvSpPr>
        <p:spPr>
          <a:xfrm>
            <a:off x="353880" y="212292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669240" y="2349720"/>
            <a:ext cx="2596320" cy="17280"/>
          </a:xfrm>
          <a:custGeom>
            <a:rect b="b" l="l" r="r" t="t"/>
            <a:pathLst>
              <a:path extrusionOk="0" h="48" w="7212">
                <a:moveTo>
                  <a:pt x="0" y="0"/>
                </a:moveTo>
                <a:lnTo>
                  <a:pt x="2404" y="0"/>
                </a:lnTo>
                <a:lnTo>
                  <a:pt x="4807" y="0"/>
                </a:lnTo>
                <a:lnTo>
                  <a:pt x="7211" y="0"/>
                </a:lnTo>
                <a:lnTo>
                  <a:pt x="7211" y="47"/>
                </a:lnTo>
                <a:lnTo>
                  <a:pt x="4807" y="47"/>
                </a:lnTo>
                <a:lnTo>
                  <a:pt x="2404" y="47"/>
                </a:lnTo>
                <a:lnTo>
                  <a:pt x="0" y="47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47" name="Google Shape;447;p17"/>
          <p:cNvSpPr txBox="1"/>
          <p:nvPr/>
        </p:nvSpPr>
        <p:spPr>
          <a:xfrm>
            <a:off x="669240" y="2122920"/>
            <a:ext cx="26049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Spark Structured Streaming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17"/>
          <p:cNvSpPr txBox="1"/>
          <p:nvPr/>
        </p:nvSpPr>
        <p:spPr>
          <a:xfrm>
            <a:off x="921600" y="241884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17"/>
          <p:cNvSpPr txBox="1"/>
          <p:nvPr/>
        </p:nvSpPr>
        <p:spPr>
          <a:xfrm>
            <a:off x="1235880" y="2456280"/>
            <a:ext cx="11856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17"/>
          <p:cNvSpPr txBox="1"/>
          <p:nvPr/>
        </p:nvSpPr>
        <p:spPr>
          <a:xfrm>
            <a:off x="921600" y="273888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17"/>
          <p:cNvSpPr txBox="1"/>
          <p:nvPr/>
        </p:nvSpPr>
        <p:spPr>
          <a:xfrm>
            <a:off x="1235880" y="2775960"/>
            <a:ext cx="25056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 Use Case with Kafka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17"/>
          <p:cNvSpPr txBox="1"/>
          <p:nvPr/>
        </p:nvSpPr>
        <p:spPr>
          <a:xfrm>
            <a:off x="921600" y="3058200"/>
            <a:ext cx="2235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1235880" y="3095640"/>
            <a:ext cx="7485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 : 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17"/>
          <p:cNvSpPr txBox="1"/>
          <p:nvPr/>
        </p:nvSpPr>
        <p:spPr>
          <a:xfrm>
            <a:off x="1614240" y="3184920"/>
            <a:ext cx="2581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17"/>
          <p:cNvSpPr txBox="1"/>
          <p:nvPr/>
        </p:nvSpPr>
        <p:spPr>
          <a:xfrm>
            <a:off x="1299960" y="3425760"/>
            <a:ext cx="181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17"/>
          <p:cNvSpPr txBox="1"/>
          <p:nvPr/>
        </p:nvSpPr>
        <p:spPr>
          <a:xfrm>
            <a:off x="1614240" y="3456000"/>
            <a:ext cx="2680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Stream Analysis (Producer and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17"/>
          <p:cNvSpPr txBox="1"/>
          <p:nvPr/>
        </p:nvSpPr>
        <p:spPr>
          <a:xfrm>
            <a:off x="1614240" y="3667680"/>
            <a:ext cx="8103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Consumer)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921600" y="4133520"/>
            <a:ext cx="2235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17"/>
          <p:cNvSpPr txBox="1"/>
          <p:nvPr/>
        </p:nvSpPr>
        <p:spPr>
          <a:xfrm>
            <a:off x="1235880" y="4170600"/>
            <a:ext cx="2100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case : Log Analysis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5356080" y="150516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5670720" y="1731600"/>
            <a:ext cx="3513600" cy="16920"/>
          </a:xfrm>
          <a:custGeom>
            <a:rect b="b" l="l" r="r" t="t"/>
            <a:pathLst>
              <a:path extrusionOk="0" h="47" w="9760">
                <a:moveTo>
                  <a:pt x="0" y="0"/>
                </a:moveTo>
                <a:lnTo>
                  <a:pt x="2440" y="0"/>
                </a:lnTo>
                <a:lnTo>
                  <a:pt x="4879" y="0"/>
                </a:lnTo>
                <a:lnTo>
                  <a:pt x="7319" y="0"/>
                </a:lnTo>
                <a:lnTo>
                  <a:pt x="9759" y="0"/>
                </a:lnTo>
                <a:lnTo>
                  <a:pt x="9759" y="46"/>
                </a:lnTo>
                <a:lnTo>
                  <a:pt x="7319" y="46"/>
                </a:lnTo>
                <a:lnTo>
                  <a:pt x="4879" y="46"/>
                </a:lnTo>
                <a:lnTo>
                  <a:pt x="2440" y="46"/>
                </a:lnTo>
                <a:lnTo>
                  <a:pt x="0" y="46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62" name="Google Shape;462;p17"/>
          <p:cNvSpPr txBox="1"/>
          <p:nvPr/>
        </p:nvSpPr>
        <p:spPr>
          <a:xfrm>
            <a:off x="5672160" y="1505160"/>
            <a:ext cx="3555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Topics on Structured Streaming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17"/>
          <p:cNvSpPr txBox="1"/>
          <p:nvPr/>
        </p:nvSpPr>
        <p:spPr>
          <a:xfrm>
            <a:off x="5924160" y="179928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6238440" y="1836360"/>
            <a:ext cx="13281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Modes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5924160" y="212040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17"/>
          <p:cNvSpPr txBox="1"/>
          <p:nvPr/>
        </p:nvSpPr>
        <p:spPr>
          <a:xfrm>
            <a:off x="6238440" y="2157480"/>
            <a:ext cx="10761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Sink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5924160" y="2440080"/>
            <a:ext cx="2235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6238440" y="2477160"/>
            <a:ext cx="7266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Triggers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1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1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88" name="Google Shape;488;p21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89" name="Google Shape;489;p21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1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1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1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1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94" name="Google Shape;494;p21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1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96" name="Google Shape;496;p21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1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1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1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1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1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1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1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1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1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1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1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1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1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1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1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1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1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1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1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20" name="Google Shape;520;p21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1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1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1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1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1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1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1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1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1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1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1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1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1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1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1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1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1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1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1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1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1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1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1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1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1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1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1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1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1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1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1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1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1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1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1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1"/>
          <p:cNvSpPr/>
          <p:nvPr/>
        </p:nvSpPr>
        <p:spPr>
          <a:xfrm>
            <a:off x="181080" y="75240"/>
            <a:ext cx="2292120" cy="1034280"/>
          </a:xfrm>
          <a:custGeom>
            <a:rect b="b" l="l" r="r" t="t"/>
            <a:pathLst>
              <a:path extrusionOk="0" h="2873" w="6367">
                <a:moveTo>
                  <a:pt x="0" y="2872"/>
                </a:moveTo>
                <a:lnTo>
                  <a:pt x="6366" y="2872"/>
                </a:lnTo>
                <a:lnTo>
                  <a:pt x="6366" y="0"/>
                </a:lnTo>
                <a:lnTo>
                  <a:pt x="0" y="0"/>
                </a:lnTo>
                <a:lnTo>
                  <a:pt x="0" y="287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3" name="Google Shape;563;p21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1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1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66" name="Google Shape;566;p21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67" name="Google Shape;567;p21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1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1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1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72" name="Google Shape;572;p21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1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74" name="Google Shape;574;p21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1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1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1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1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1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1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1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1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1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1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1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1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1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1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1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1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1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1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1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1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1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1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1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98" name="Google Shape;598;p21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1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1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1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1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1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1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1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1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1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1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1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1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1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1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1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1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1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1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1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1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1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1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1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1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1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1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1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1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1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1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1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1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1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1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1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1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1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1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1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1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1"/>
          <p:cNvSpPr/>
          <p:nvPr/>
        </p:nvSpPr>
        <p:spPr>
          <a:xfrm>
            <a:off x="0" y="4958525"/>
            <a:ext cx="10080720" cy="744153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641" name="Google Shape;641;p21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1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1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44" name="Google Shape;644;p21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45" name="Google Shape;645;p21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1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1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1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1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50" name="Google Shape;650;p21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1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52" name="Google Shape;652;p21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1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1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1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1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1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1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1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1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1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1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1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1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1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1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1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1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1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1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1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1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1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1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1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1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1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1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1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1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1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1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1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1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1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1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1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1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1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1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1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1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1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1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1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1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1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1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1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1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1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1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1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1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1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1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1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1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1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1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1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1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1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1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1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1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1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18" name="Google Shape;718;p21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19" name="Google Shape;719;p21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20" name="Google Shape;720;p21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21" name="Google Shape;721;p21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22" name="Google Shape;722;p21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1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1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1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1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1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1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1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1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1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1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1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1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1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1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1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1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1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1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1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1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9120" y="1701360"/>
            <a:ext cx="4784401" cy="276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1"/>
          <p:cNvSpPr txBox="1"/>
          <p:nvPr/>
        </p:nvSpPr>
        <p:spPr>
          <a:xfrm>
            <a:off x="353880" y="307800"/>
            <a:ext cx="298440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Spark Streaming 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5" name="Google Shape;745;p21"/>
          <p:cNvSpPr txBox="1"/>
          <p:nvPr/>
        </p:nvSpPr>
        <p:spPr>
          <a:xfrm>
            <a:off x="353880" y="1060200"/>
            <a:ext cx="25410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Spark Streaming 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used the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21"/>
          <p:cNvSpPr txBox="1"/>
          <p:nvPr/>
        </p:nvSpPr>
        <p:spPr>
          <a:xfrm>
            <a:off x="353880" y="1312560"/>
            <a:ext cx="2248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 of </a:t>
            </a:r>
            <a:r>
              <a:rPr lang="en-AU" sz="1410"/>
              <a:t>micro batches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21"/>
          <p:cNvSpPr txBox="1"/>
          <p:nvPr/>
        </p:nvSpPr>
        <p:spPr>
          <a:xfrm>
            <a:off x="353880" y="1566720"/>
            <a:ext cx="28464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incoming record was a dstream,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8" name="Google Shape;7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960" y="2174760"/>
            <a:ext cx="3798359" cy="90648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21"/>
          <p:cNvSpPr txBox="1"/>
          <p:nvPr/>
        </p:nvSpPr>
        <p:spPr>
          <a:xfrm>
            <a:off x="353880" y="1819080"/>
            <a:ext cx="1771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RDD based API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21"/>
          <p:cNvSpPr txBox="1"/>
          <p:nvPr/>
        </p:nvSpPr>
        <p:spPr>
          <a:xfrm>
            <a:off x="4527360" y="1060200"/>
            <a:ext cx="5445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 Streaming 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no concept of batch, data is received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21"/>
          <p:cNvSpPr txBox="1"/>
          <p:nvPr/>
        </p:nvSpPr>
        <p:spPr>
          <a:xfrm>
            <a:off x="4527360" y="1312560"/>
            <a:ext cx="5247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trigger, appended continuously to the unbounded result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2" name="Google Shape;752;p21"/>
          <p:cNvCxnSpPr/>
          <p:nvPr/>
        </p:nvCxnSpPr>
        <p:spPr>
          <a:xfrm>
            <a:off x="4226760" y="993240"/>
            <a:ext cx="0" cy="35880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dashDot"/>
            <a:miter lim="8000"/>
            <a:headEnd len="sm" w="sm" type="none"/>
            <a:tailEnd len="sm" w="sm" type="none"/>
          </a:ln>
        </p:spPr>
      </p:cxnSp>
      <p:sp>
        <p:nvSpPr>
          <p:cNvPr id="753" name="Google Shape;753;p21"/>
          <p:cNvSpPr txBox="1"/>
          <p:nvPr/>
        </p:nvSpPr>
        <p:spPr>
          <a:xfrm>
            <a:off x="4527360" y="1566720"/>
            <a:ext cx="4830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table.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" name="Google Shape;754;p21"/>
          <p:cNvSpPr txBox="1"/>
          <p:nvPr/>
        </p:nvSpPr>
        <p:spPr>
          <a:xfrm>
            <a:off x="221750" y="4266468"/>
            <a:ext cx="36633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05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Resource</a:t>
            </a:r>
            <a:r>
              <a:rPr b="0" lang="en-AU" sz="105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0" lang="en-AU" sz="105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Comparison between Spark Streaming and </a:t>
            </a:r>
            <a:r>
              <a:rPr lang="en-AU" sz="1050" u="sng">
                <a:solidFill>
                  <a:schemeClr val="hlink"/>
                </a:solidFill>
                <a:hlinkClick r:id="rId6"/>
              </a:rPr>
              <a:t>Structured</a:t>
            </a:r>
            <a:r>
              <a:rPr b="0" lang="en-AU" sz="105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 Streaming</a:t>
            </a:r>
            <a:endParaRPr b="0" sz="10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21"/>
          <p:cNvSpPr txBox="1"/>
          <p:nvPr/>
        </p:nvSpPr>
        <p:spPr>
          <a:xfrm>
            <a:off x="4835160" y="4399200"/>
            <a:ext cx="4155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Treat a live data stream as a table that is being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21"/>
          <p:cNvSpPr txBox="1"/>
          <p:nvPr/>
        </p:nvSpPr>
        <p:spPr>
          <a:xfrm>
            <a:off x="4835160" y="4651920"/>
            <a:ext cx="2080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continuously appended.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7" name="Google Shape;757;p21"/>
          <p:cNvSpPr txBox="1"/>
          <p:nvPr/>
        </p:nvSpPr>
        <p:spPr>
          <a:xfrm>
            <a:off x="353880" y="3438000"/>
            <a:ext cx="3373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Dstream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provide us data divided into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21"/>
          <p:cNvSpPr txBox="1"/>
          <p:nvPr/>
        </p:nvSpPr>
        <p:spPr>
          <a:xfrm>
            <a:off x="353880" y="3690720"/>
            <a:ext cx="1467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chunks as RDDs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2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2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2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66" name="Google Shape;766;p22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67" name="Google Shape;767;p22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2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2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2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2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72" name="Google Shape;772;p22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2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74" name="Google Shape;774;p22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2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2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2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2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2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2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2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2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2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2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2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2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2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2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2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2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2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2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2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2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2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2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2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98" name="Google Shape;798;p22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2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2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2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2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2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2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2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2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2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2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2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2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2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2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2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2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2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2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2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2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2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2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2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2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2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2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2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2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2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2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2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2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2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2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2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2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2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2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2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2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2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2"/>
          <p:cNvSpPr/>
          <p:nvPr/>
        </p:nvSpPr>
        <p:spPr>
          <a:xfrm>
            <a:off x="181080" y="75240"/>
            <a:ext cx="2292120" cy="1034280"/>
          </a:xfrm>
          <a:custGeom>
            <a:rect b="b" l="l" r="r" t="t"/>
            <a:pathLst>
              <a:path extrusionOk="0" h="2873" w="6367">
                <a:moveTo>
                  <a:pt x="0" y="2872"/>
                </a:moveTo>
                <a:lnTo>
                  <a:pt x="6366" y="2872"/>
                </a:lnTo>
                <a:lnTo>
                  <a:pt x="6366" y="0"/>
                </a:lnTo>
                <a:lnTo>
                  <a:pt x="0" y="0"/>
                </a:lnTo>
                <a:lnTo>
                  <a:pt x="0" y="287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41" name="Google Shape;841;p22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2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2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844" name="Google Shape;844;p22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845" name="Google Shape;845;p22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2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2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2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2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850" name="Google Shape;850;p22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2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852" name="Google Shape;852;p22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2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2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2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2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2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2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2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2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2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2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2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2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2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2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22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2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2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2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2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2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2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2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2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876" name="Google Shape;876;p22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22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2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2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2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2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2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2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2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2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2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2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2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2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2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2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2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2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2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2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2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2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2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2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2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2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2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2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2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2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2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2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2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2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2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2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2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2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2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2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2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2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2"/>
          <p:cNvSpPr/>
          <p:nvPr/>
        </p:nvSpPr>
        <p:spPr>
          <a:xfrm>
            <a:off x="0" y="4882320"/>
            <a:ext cx="10080720" cy="774000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919" name="Google Shape;919;p22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2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2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22" name="Google Shape;922;p22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23" name="Google Shape;923;p22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2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2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2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2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28" name="Google Shape;928;p22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2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30" name="Google Shape;930;p22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2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2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2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2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2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2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2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2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2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2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2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2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2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2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2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2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2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2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2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2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2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2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2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2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2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2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2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2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2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2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2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2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2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2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2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2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2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2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2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2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2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2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2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2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2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2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2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2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2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2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2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2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2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2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2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2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2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2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2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2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2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2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2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2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2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996" name="Google Shape;996;p22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997" name="Google Shape;997;p22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998" name="Google Shape;998;p22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999" name="Google Shape;999;p22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000" name="Google Shape;1000;p22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2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2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2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2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2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2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2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2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2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2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2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2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2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2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2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2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2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2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2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2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1" name="Google Shape;10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0840" y="829080"/>
            <a:ext cx="5810760" cy="386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22"/>
          <p:cNvSpPr txBox="1"/>
          <p:nvPr/>
        </p:nvSpPr>
        <p:spPr>
          <a:xfrm>
            <a:off x="353880" y="307800"/>
            <a:ext cx="481896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Spark Structured Streaming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3" name="Google Shape;1023;p22"/>
          <p:cNvSpPr txBox="1"/>
          <p:nvPr/>
        </p:nvSpPr>
        <p:spPr>
          <a:xfrm>
            <a:off x="5073840" y="1290600"/>
            <a:ext cx="1962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4" name="Google Shape;1024;p22"/>
          <p:cNvSpPr txBox="1"/>
          <p:nvPr/>
        </p:nvSpPr>
        <p:spPr>
          <a:xfrm>
            <a:off x="5390280" y="1290600"/>
            <a:ext cx="425124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query on the input generates the “Result table”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5" name="Google Shape;1025;p22"/>
          <p:cNvSpPr txBox="1"/>
          <p:nvPr/>
        </p:nvSpPr>
        <p:spPr>
          <a:xfrm>
            <a:off x="5073840" y="1796400"/>
            <a:ext cx="1962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6" name="Google Shape;1026;p22"/>
          <p:cNvSpPr txBox="1"/>
          <p:nvPr/>
        </p:nvSpPr>
        <p:spPr>
          <a:xfrm>
            <a:off x="5390280" y="1796400"/>
            <a:ext cx="456228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every </a:t>
            </a:r>
            <a:r>
              <a:rPr b="1" lang="en-AU" sz="141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trigger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interval (say, every 1 second), new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7" name="Google Shape;1027;p22"/>
          <p:cNvSpPr txBox="1"/>
          <p:nvPr/>
        </p:nvSpPr>
        <p:spPr>
          <a:xfrm>
            <a:off x="5390280" y="2049840"/>
            <a:ext cx="38664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rows are appended to the </a:t>
            </a: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input table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8" name="Google Shape;1028;p22"/>
          <p:cNvSpPr txBox="1"/>
          <p:nvPr/>
        </p:nvSpPr>
        <p:spPr>
          <a:xfrm>
            <a:off x="5390280" y="2302560"/>
            <a:ext cx="299304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eventually updates the </a:t>
            </a: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result table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p22"/>
          <p:cNvSpPr txBox="1"/>
          <p:nvPr/>
        </p:nvSpPr>
        <p:spPr>
          <a:xfrm>
            <a:off x="5073840" y="2808720"/>
            <a:ext cx="1962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0" name="Google Shape;1030;p22"/>
          <p:cNvSpPr txBox="1"/>
          <p:nvPr/>
        </p:nvSpPr>
        <p:spPr>
          <a:xfrm>
            <a:off x="5390280" y="2808720"/>
            <a:ext cx="44593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Whenever the result table is updated, the changed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22"/>
          <p:cNvSpPr txBox="1"/>
          <p:nvPr/>
        </p:nvSpPr>
        <p:spPr>
          <a:xfrm>
            <a:off x="5390280" y="3060720"/>
            <a:ext cx="373716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rows are written to an external </a:t>
            </a:r>
            <a:r>
              <a:rPr b="1" lang="en-AU" sz="141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sink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22"/>
          <p:cNvSpPr txBox="1"/>
          <p:nvPr/>
        </p:nvSpPr>
        <p:spPr>
          <a:xfrm>
            <a:off x="5073840" y="3567600"/>
            <a:ext cx="1962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3" name="Google Shape;1033;p22"/>
          <p:cNvSpPr txBox="1"/>
          <p:nvPr/>
        </p:nvSpPr>
        <p:spPr>
          <a:xfrm>
            <a:off x="5390280" y="3567600"/>
            <a:ext cx="43974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output is what is written to external storage, it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4" name="Google Shape;1034;p22"/>
          <p:cNvSpPr txBox="1"/>
          <p:nvPr/>
        </p:nvSpPr>
        <p:spPr>
          <a:xfrm>
            <a:off x="5390280" y="3820320"/>
            <a:ext cx="112824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3 modes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5" name="Google Shape;1035;p22"/>
          <p:cNvSpPr txBox="1"/>
          <p:nvPr/>
        </p:nvSpPr>
        <p:spPr>
          <a:xfrm>
            <a:off x="5605320" y="4127280"/>
            <a:ext cx="1677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6" name="Google Shape;1036;p22"/>
          <p:cNvSpPr txBox="1"/>
          <p:nvPr/>
        </p:nvSpPr>
        <p:spPr>
          <a:xfrm>
            <a:off x="5982960" y="4127280"/>
            <a:ext cx="11901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 Mode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22"/>
          <p:cNvSpPr txBox="1"/>
          <p:nvPr/>
        </p:nvSpPr>
        <p:spPr>
          <a:xfrm>
            <a:off x="5605320" y="4344720"/>
            <a:ext cx="1674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8" name="Google Shape;1038;p22"/>
          <p:cNvSpPr txBox="1"/>
          <p:nvPr/>
        </p:nvSpPr>
        <p:spPr>
          <a:xfrm>
            <a:off x="5982960" y="4344720"/>
            <a:ext cx="10524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 Mode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9" name="Google Shape;1039;p22"/>
          <p:cNvSpPr txBox="1"/>
          <p:nvPr/>
        </p:nvSpPr>
        <p:spPr>
          <a:xfrm>
            <a:off x="5605320" y="4561440"/>
            <a:ext cx="1674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0" name="Google Shape;1040;p22"/>
          <p:cNvSpPr txBox="1"/>
          <p:nvPr/>
        </p:nvSpPr>
        <p:spPr>
          <a:xfrm>
            <a:off x="5982960" y="4561440"/>
            <a:ext cx="10140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Update Mode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23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3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3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048" name="Google Shape;1048;p23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049" name="Google Shape;1049;p23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3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23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3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23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054" name="Google Shape;1054;p23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23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056" name="Google Shape;1056;p23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3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3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3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3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3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3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23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3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3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3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3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3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23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3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3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3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3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3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3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23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3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3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3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080" name="Google Shape;1080;p23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23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23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23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23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3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3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3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3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3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23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3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23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23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23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3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23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3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23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3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3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3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3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3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3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3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3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3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23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3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3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23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23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23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3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3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23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3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3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23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3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3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3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3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3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125" name="Google Shape;1125;p23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126" name="Google Shape;1126;p23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3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3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23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3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131" name="Google Shape;1131;p23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3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133" name="Google Shape;1133;p23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3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23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3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3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3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23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3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3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3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23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3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23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3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23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3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3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3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3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3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3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3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3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3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157" name="Google Shape;1157;p23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3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3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23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3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23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3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3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3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3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23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23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3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3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3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23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3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23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3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23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23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23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3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23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3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23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23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23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3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23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3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23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3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23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3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23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3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23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3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3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23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23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3"/>
          <p:cNvSpPr/>
          <p:nvPr/>
        </p:nvSpPr>
        <p:spPr>
          <a:xfrm>
            <a:off x="0" y="4882320"/>
            <a:ext cx="10080720" cy="774000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1200" name="Google Shape;1200;p23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23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23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203" name="Google Shape;1203;p23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204" name="Google Shape;1204;p23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23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23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23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23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209" name="Google Shape;1209;p23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23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211" name="Google Shape;1211;p23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23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23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23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23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23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3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23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23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23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3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23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3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3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23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3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23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23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23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3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23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23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23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3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23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23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23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23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23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3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23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23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3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3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3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3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3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3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23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23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23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23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23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23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23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23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23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23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23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23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23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23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23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23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23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23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3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23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23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3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3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23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3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23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3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3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277" name="Google Shape;1277;p23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278" name="Google Shape;1278;p23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279" name="Google Shape;1279;p23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280" name="Google Shape;1280;p23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281" name="Google Shape;1281;p23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23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3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3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23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23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3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23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23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23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23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23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3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3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23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23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3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3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23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23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3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2" name="Google Shape;13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160" y="4556760"/>
            <a:ext cx="3897721" cy="815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23"/>
          <p:cNvSpPr/>
          <p:nvPr/>
        </p:nvSpPr>
        <p:spPr>
          <a:xfrm>
            <a:off x="307080" y="3787080"/>
            <a:ext cx="3868200" cy="783000"/>
          </a:xfrm>
          <a:custGeom>
            <a:rect b="b" l="l" r="r" t="t"/>
            <a:pathLst>
              <a:path extrusionOk="0" h="2175" w="10745">
                <a:moveTo>
                  <a:pt x="0" y="187"/>
                </a:moveTo>
                <a:cubicBezTo>
                  <a:pt x="0" y="84"/>
                  <a:pt x="78" y="0"/>
                  <a:pt x="174" y="0"/>
                </a:cubicBezTo>
                <a:lnTo>
                  <a:pt x="10571" y="0"/>
                </a:lnTo>
                <a:cubicBezTo>
                  <a:pt x="10666" y="0"/>
                  <a:pt x="10744" y="84"/>
                  <a:pt x="10744" y="187"/>
                </a:cubicBezTo>
                <a:lnTo>
                  <a:pt x="10744" y="1988"/>
                </a:lnTo>
                <a:cubicBezTo>
                  <a:pt x="10744" y="2091"/>
                  <a:pt x="10666" y="2174"/>
                  <a:pt x="10571" y="2174"/>
                </a:cubicBezTo>
                <a:lnTo>
                  <a:pt x="174" y="2174"/>
                </a:lnTo>
                <a:cubicBezTo>
                  <a:pt x="78" y="2174"/>
                  <a:pt x="0" y="2091"/>
                  <a:pt x="0" y="1988"/>
                </a:cubicBezTo>
                <a:lnTo>
                  <a:pt x="0" y="187"/>
                </a:lnTo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4" name="Google Shape;13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440" y="3711240"/>
            <a:ext cx="3866760" cy="78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23"/>
          <p:cNvSpPr txBox="1"/>
          <p:nvPr/>
        </p:nvSpPr>
        <p:spPr>
          <a:xfrm>
            <a:off x="215640" y="51720"/>
            <a:ext cx="2727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24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Clickstream analysis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6" name="Google Shape;1306;p23"/>
          <p:cNvSpPr txBox="1"/>
          <p:nvPr/>
        </p:nvSpPr>
        <p:spPr>
          <a:xfrm>
            <a:off x="726840" y="2134320"/>
            <a:ext cx="1476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sz="10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7" name="Google Shape;1307;p23"/>
          <p:cNvSpPr txBox="1"/>
          <p:nvPr/>
        </p:nvSpPr>
        <p:spPr>
          <a:xfrm>
            <a:off x="827640" y="2324040"/>
            <a:ext cx="7686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"Clicks":"0",</a:t>
            </a:r>
            <a:endParaRPr b="0" sz="10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8" name="Google Shape;1308;p23"/>
          <p:cNvSpPr txBox="1"/>
          <p:nvPr/>
        </p:nvSpPr>
        <p:spPr>
          <a:xfrm>
            <a:off x="827640" y="2513760"/>
            <a:ext cx="11682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"Impressions":"6",</a:t>
            </a:r>
            <a:endParaRPr b="0" sz="10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9" name="Google Shape;1309;p23"/>
          <p:cNvSpPr txBox="1"/>
          <p:nvPr/>
        </p:nvSpPr>
        <p:spPr>
          <a:xfrm>
            <a:off x="827640" y="2703480"/>
            <a:ext cx="1082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"ts":1602944650</a:t>
            </a:r>
            <a:endParaRPr b="0" sz="10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0" name="Google Shape;1310;p23"/>
          <p:cNvSpPr/>
          <p:nvPr/>
        </p:nvSpPr>
        <p:spPr>
          <a:xfrm>
            <a:off x="2264400" y="2497200"/>
            <a:ext cx="326520" cy="286200"/>
          </a:xfrm>
          <a:custGeom>
            <a:rect b="b" l="l" r="r" t="t"/>
            <a:pathLst>
              <a:path extrusionOk="0" h="795" w="907">
                <a:moveTo>
                  <a:pt x="0" y="199"/>
                </a:moveTo>
                <a:lnTo>
                  <a:pt x="538" y="199"/>
                </a:lnTo>
                <a:lnTo>
                  <a:pt x="538" y="0"/>
                </a:lnTo>
                <a:lnTo>
                  <a:pt x="906" y="397"/>
                </a:lnTo>
                <a:lnTo>
                  <a:pt x="538" y="794"/>
                </a:lnTo>
                <a:lnTo>
                  <a:pt x="538" y="595"/>
                </a:lnTo>
                <a:lnTo>
                  <a:pt x="0" y="595"/>
                </a:lnTo>
                <a:lnTo>
                  <a:pt x="0" y="199"/>
                </a:lnTo>
              </a:path>
            </a:pathLst>
          </a:custGeom>
          <a:solidFill>
            <a:srgbClr val="4472C4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1311" name="Google Shape;131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55080" y="2329800"/>
            <a:ext cx="3161160" cy="6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23"/>
          <p:cNvSpPr/>
          <p:nvPr/>
        </p:nvSpPr>
        <p:spPr>
          <a:xfrm>
            <a:off x="7058160" y="2330160"/>
            <a:ext cx="586800" cy="253440"/>
          </a:xfrm>
          <a:custGeom>
            <a:rect b="b" l="l" r="r" t="t"/>
            <a:pathLst>
              <a:path extrusionOk="0" h="704" w="1630">
                <a:moveTo>
                  <a:pt x="0" y="703"/>
                </a:moveTo>
                <a:lnTo>
                  <a:pt x="1629" y="703"/>
                </a:lnTo>
                <a:lnTo>
                  <a:pt x="1629" y="0"/>
                </a:lnTo>
                <a:lnTo>
                  <a:pt x="0" y="0"/>
                </a:lnTo>
                <a:lnTo>
                  <a:pt x="0" y="703"/>
                </a:lnTo>
              </a:path>
            </a:pathLst>
          </a:custGeom>
          <a:solidFill>
            <a:srgbClr val="D6DCE5"/>
          </a:solidFill>
          <a:ln>
            <a:noFill/>
          </a:ln>
        </p:spPr>
      </p:sp>
      <p:sp>
        <p:nvSpPr>
          <p:cNvPr id="1313" name="Google Shape;1313;p23"/>
          <p:cNvSpPr/>
          <p:nvPr/>
        </p:nvSpPr>
        <p:spPr>
          <a:xfrm>
            <a:off x="7644240" y="2330160"/>
            <a:ext cx="986400" cy="253440"/>
          </a:xfrm>
          <a:custGeom>
            <a:rect b="b" l="l" r="r" t="t"/>
            <a:pathLst>
              <a:path extrusionOk="0" h="704" w="2740">
                <a:moveTo>
                  <a:pt x="0" y="703"/>
                </a:moveTo>
                <a:lnTo>
                  <a:pt x="2739" y="703"/>
                </a:lnTo>
                <a:lnTo>
                  <a:pt x="2739" y="0"/>
                </a:lnTo>
                <a:lnTo>
                  <a:pt x="0" y="0"/>
                </a:lnTo>
                <a:lnTo>
                  <a:pt x="0" y="703"/>
                </a:lnTo>
              </a:path>
            </a:pathLst>
          </a:custGeom>
          <a:solidFill>
            <a:srgbClr val="D6DCE5"/>
          </a:solidFill>
          <a:ln>
            <a:noFill/>
          </a:ln>
        </p:spPr>
      </p:sp>
      <p:sp>
        <p:nvSpPr>
          <p:cNvPr id="1314" name="Google Shape;1314;p23"/>
          <p:cNvSpPr/>
          <p:nvPr/>
        </p:nvSpPr>
        <p:spPr>
          <a:xfrm>
            <a:off x="8630280" y="2330160"/>
            <a:ext cx="1292760" cy="253440"/>
          </a:xfrm>
          <a:custGeom>
            <a:rect b="b" l="l" r="r" t="t"/>
            <a:pathLst>
              <a:path extrusionOk="0" h="704" w="3591">
                <a:moveTo>
                  <a:pt x="0" y="703"/>
                </a:moveTo>
                <a:lnTo>
                  <a:pt x="3590" y="703"/>
                </a:lnTo>
                <a:lnTo>
                  <a:pt x="3590" y="0"/>
                </a:lnTo>
                <a:lnTo>
                  <a:pt x="0" y="0"/>
                </a:lnTo>
                <a:lnTo>
                  <a:pt x="0" y="703"/>
                </a:lnTo>
              </a:path>
            </a:pathLst>
          </a:custGeom>
          <a:solidFill>
            <a:srgbClr val="D6DCE5"/>
          </a:solidFill>
          <a:ln>
            <a:noFill/>
          </a:ln>
        </p:spPr>
      </p:sp>
      <p:cxnSp>
        <p:nvCxnSpPr>
          <p:cNvPr id="1315" name="Google Shape;1315;p23"/>
          <p:cNvCxnSpPr/>
          <p:nvPr/>
        </p:nvCxnSpPr>
        <p:spPr>
          <a:xfrm>
            <a:off x="7644240" y="2324040"/>
            <a:ext cx="0" cy="517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6" name="Google Shape;1316;p23"/>
          <p:cNvCxnSpPr/>
          <p:nvPr/>
        </p:nvCxnSpPr>
        <p:spPr>
          <a:xfrm>
            <a:off x="8629920" y="2324040"/>
            <a:ext cx="0" cy="517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7" name="Google Shape;1317;p23"/>
          <p:cNvCxnSpPr/>
          <p:nvPr/>
        </p:nvCxnSpPr>
        <p:spPr>
          <a:xfrm>
            <a:off x="7052760" y="2582520"/>
            <a:ext cx="2874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8" name="Google Shape;1318;p23"/>
          <p:cNvCxnSpPr/>
          <p:nvPr/>
        </p:nvCxnSpPr>
        <p:spPr>
          <a:xfrm>
            <a:off x="7058160" y="2324040"/>
            <a:ext cx="0" cy="517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9" name="Google Shape;1319;p23"/>
          <p:cNvCxnSpPr/>
          <p:nvPr/>
        </p:nvCxnSpPr>
        <p:spPr>
          <a:xfrm>
            <a:off x="9922320" y="2324040"/>
            <a:ext cx="0" cy="517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0" name="Google Shape;1320;p23"/>
          <p:cNvCxnSpPr/>
          <p:nvPr/>
        </p:nvCxnSpPr>
        <p:spPr>
          <a:xfrm>
            <a:off x="7052760" y="2330160"/>
            <a:ext cx="2874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1" name="Google Shape;1321;p23"/>
          <p:cNvCxnSpPr/>
          <p:nvPr/>
        </p:nvCxnSpPr>
        <p:spPr>
          <a:xfrm>
            <a:off x="7052760" y="2835600"/>
            <a:ext cx="2874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2" name="Google Shape;1322;p23"/>
          <p:cNvSpPr txBox="1"/>
          <p:nvPr/>
        </p:nvSpPr>
        <p:spPr>
          <a:xfrm>
            <a:off x="726840" y="2892840"/>
            <a:ext cx="1476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sz="10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3" name="Google Shape;1323;p23"/>
          <p:cNvSpPr txBox="1"/>
          <p:nvPr/>
        </p:nvSpPr>
        <p:spPr>
          <a:xfrm>
            <a:off x="7160040" y="2393160"/>
            <a:ext cx="3048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Clicks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4" name="Google Shape;1324;p23"/>
          <p:cNvSpPr txBox="1"/>
          <p:nvPr/>
        </p:nvSpPr>
        <p:spPr>
          <a:xfrm>
            <a:off x="7746840" y="2393160"/>
            <a:ext cx="619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Impressions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5" name="Google Shape;1325;p23"/>
          <p:cNvSpPr txBox="1"/>
          <p:nvPr/>
        </p:nvSpPr>
        <p:spPr>
          <a:xfrm>
            <a:off x="8732880" y="239316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6" name="Google Shape;1326;p23"/>
          <p:cNvSpPr txBox="1"/>
          <p:nvPr/>
        </p:nvSpPr>
        <p:spPr>
          <a:xfrm>
            <a:off x="7160040" y="264588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7" name="Google Shape;1327;p23"/>
          <p:cNvSpPr txBox="1"/>
          <p:nvPr/>
        </p:nvSpPr>
        <p:spPr>
          <a:xfrm>
            <a:off x="7746840" y="264588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8" name="Google Shape;1328;p23"/>
          <p:cNvSpPr/>
          <p:nvPr/>
        </p:nvSpPr>
        <p:spPr>
          <a:xfrm>
            <a:off x="3436920" y="1857480"/>
            <a:ext cx="138600" cy="434520"/>
          </a:xfrm>
          <a:custGeom>
            <a:rect b="b" l="l" r="r" t="t"/>
            <a:pathLst>
              <a:path extrusionOk="0" h="1207" w="385">
                <a:moveTo>
                  <a:pt x="0" y="206"/>
                </a:moveTo>
                <a:lnTo>
                  <a:pt x="96" y="206"/>
                </a:lnTo>
                <a:lnTo>
                  <a:pt x="96" y="1206"/>
                </a:lnTo>
                <a:lnTo>
                  <a:pt x="288" y="1206"/>
                </a:lnTo>
                <a:lnTo>
                  <a:pt x="288" y="206"/>
                </a:lnTo>
                <a:lnTo>
                  <a:pt x="384" y="206"/>
                </a:lnTo>
                <a:lnTo>
                  <a:pt x="191" y="0"/>
                </a:lnTo>
                <a:lnTo>
                  <a:pt x="0" y="206"/>
                </a:lnTo>
              </a:path>
            </a:pathLst>
          </a:custGeom>
          <a:solidFill>
            <a:srgbClr val="4472C4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29" name="Google Shape;1329;p23"/>
          <p:cNvSpPr/>
          <p:nvPr/>
        </p:nvSpPr>
        <p:spPr>
          <a:xfrm>
            <a:off x="2916360" y="1518000"/>
            <a:ext cx="1181880" cy="300600"/>
          </a:xfrm>
          <a:custGeom>
            <a:rect b="b" l="l" r="r" t="t"/>
            <a:pathLst>
              <a:path extrusionOk="0" h="835" w="3283">
                <a:moveTo>
                  <a:pt x="0" y="834"/>
                </a:moveTo>
                <a:lnTo>
                  <a:pt x="3282" y="834"/>
                </a:lnTo>
                <a:lnTo>
                  <a:pt x="3282" y="0"/>
                </a:lnTo>
                <a:lnTo>
                  <a:pt x="0" y="0"/>
                </a:lnTo>
                <a:lnTo>
                  <a:pt x="0" y="834"/>
                </a:lnTo>
              </a:path>
            </a:pathLst>
          </a:custGeom>
          <a:solidFill>
            <a:srgbClr val="FFFFFF"/>
          </a:solidFill>
          <a:ln cap="flat" cmpd="sng" w="11875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0" name="Google Shape;1330;p23"/>
          <p:cNvSpPr txBox="1"/>
          <p:nvPr/>
        </p:nvSpPr>
        <p:spPr>
          <a:xfrm>
            <a:off x="8732880" y="2645880"/>
            <a:ext cx="6393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1602944650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1" name="Google Shape;1331;p23"/>
          <p:cNvSpPr/>
          <p:nvPr/>
        </p:nvSpPr>
        <p:spPr>
          <a:xfrm>
            <a:off x="5072400" y="1448520"/>
            <a:ext cx="2273760" cy="434520"/>
          </a:xfrm>
          <a:custGeom>
            <a:rect b="b" l="l" r="r" t="t"/>
            <a:pathLst>
              <a:path extrusionOk="0" h="1207" w="6316">
                <a:moveTo>
                  <a:pt x="0" y="1206"/>
                </a:moveTo>
                <a:lnTo>
                  <a:pt x="6315" y="1206"/>
                </a:lnTo>
                <a:lnTo>
                  <a:pt x="6315" y="0"/>
                </a:lnTo>
                <a:lnTo>
                  <a:pt x="0" y="0"/>
                </a:lnTo>
                <a:lnTo>
                  <a:pt x="0" y="1206"/>
                </a:lnTo>
              </a:path>
            </a:pathLst>
          </a:custGeom>
          <a:solidFill>
            <a:srgbClr val="5B9BD5"/>
          </a:solidFill>
          <a:ln cap="flat" cmpd="sng" w="198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2" name="Google Shape;1332;p23"/>
          <p:cNvSpPr txBox="1"/>
          <p:nvPr/>
        </p:nvSpPr>
        <p:spPr>
          <a:xfrm>
            <a:off x="3107520" y="1600800"/>
            <a:ext cx="7974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6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Cast to String</a:t>
            </a:r>
            <a:endParaRPr b="0" sz="106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3" name="Google Shape;1333;p23"/>
          <p:cNvSpPr txBox="1"/>
          <p:nvPr/>
        </p:nvSpPr>
        <p:spPr>
          <a:xfrm>
            <a:off x="5382000" y="1504680"/>
            <a:ext cx="1660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 the string data in json</a:t>
            </a:r>
            <a:endParaRPr b="0" sz="10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4" name="Google Shape;1334;p23"/>
          <p:cNvSpPr/>
          <p:nvPr/>
        </p:nvSpPr>
        <p:spPr>
          <a:xfrm>
            <a:off x="6139800" y="936240"/>
            <a:ext cx="136800" cy="474120"/>
          </a:xfrm>
          <a:custGeom>
            <a:rect b="b" l="l" r="r" t="t"/>
            <a:pathLst>
              <a:path extrusionOk="0" h="1317" w="380">
                <a:moveTo>
                  <a:pt x="0" y="1113"/>
                </a:moveTo>
                <a:lnTo>
                  <a:pt x="95" y="1113"/>
                </a:lnTo>
                <a:lnTo>
                  <a:pt x="95" y="0"/>
                </a:lnTo>
                <a:lnTo>
                  <a:pt x="286" y="0"/>
                </a:lnTo>
                <a:lnTo>
                  <a:pt x="286" y="1113"/>
                </a:lnTo>
                <a:lnTo>
                  <a:pt x="379" y="1113"/>
                </a:lnTo>
                <a:lnTo>
                  <a:pt x="191" y="1316"/>
                </a:lnTo>
                <a:lnTo>
                  <a:pt x="0" y="1113"/>
                </a:lnTo>
              </a:path>
            </a:pathLst>
          </a:custGeom>
          <a:solidFill>
            <a:srgbClr val="4472C4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5" name="Google Shape;1335;p23"/>
          <p:cNvSpPr/>
          <p:nvPr/>
        </p:nvSpPr>
        <p:spPr>
          <a:xfrm>
            <a:off x="4097160" y="1619520"/>
            <a:ext cx="974520" cy="91080"/>
          </a:xfrm>
          <a:custGeom>
            <a:rect b="b" l="l" r="r" t="t"/>
            <a:pathLst>
              <a:path extrusionOk="0" h="253" w="2707">
                <a:moveTo>
                  <a:pt x="0" y="154"/>
                </a:moveTo>
                <a:lnTo>
                  <a:pt x="2512" y="147"/>
                </a:lnTo>
                <a:lnTo>
                  <a:pt x="2512" y="104"/>
                </a:lnTo>
                <a:lnTo>
                  <a:pt x="0" y="113"/>
                </a:lnTo>
                <a:lnTo>
                  <a:pt x="0" y="154"/>
                </a:lnTo>
                <a:moveTo>
                  <a:pt x="2474" y="252"/>
                </a:moveTo>
                <a:lnTo>
                  <a:pt x="2706" y="124"/>
                </a:lnTo>
                <a:lnTo>
                  <a:pt x="2473" y="0"/>
                </a:lnTo>
                <a:lnTo>
                  <a:pt x="2474" y="252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pic>
        <p:nvPicPr>
          <p:cNvPr id="1336" name="Google Shape;13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3360" y="26160"/>
            <a:ext cx="3364560" cy="648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7" name="Google Shape;1337;p23"/>
          <p:cNvCxnSpPr/>
          <p:nvPr/>
        </p:nvCxnSpPr>
        <p:spPr>
          <a:xfrm>
            <a:off x="7644240" y="2833800"/>
            <a:ext cx="0" cy="2643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23"/>
          <p:cNvCxnSpPr/>
          <p:nvPr/>
        </p:nvCxnSpPr>
        <p:spPr>
          <a:xfrm>
            <a:off x="8629920" y="2833800"/>
            <a:ext cx="0" cy="2643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9" name="Google Shape;1339;p23"/>
          <p:cNvCxnSpPr/>
          <p:nvPr/>
        </p:nvCxnSpPr>
        <p:spPr>
          <a:xfrm>
            <a:off x="7058160" y="2833800"/>
            <a:ext cx="0" cy="2643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0" name="Google Shape;1340;p23"/>
          <p:cNvCxnSpPr/>
          <p:nvPr/>
        </p:nvCxnSpPr>
        <p:spPr>
          <a:xfrm>
            <a:off x="9922320" y="2833800"/>
            <a:ext cx="0" cy="2643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1" name="Google Shape;1341;p23"/>
          <p:cNvCxnSpPr/>
          <p:nvPr/>
        </p:nvCxnSpPr>
        <p:spPr>
          <a:xfrm>
            <a:off x="7052760" y="2839560"/>
            <a:ext cx="2874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2" name="Google Shape;1342;p23"/>
          <p:cNvCxnSpPr/>
          <p:nvPr/>
        </p:nvCxnSpPr>
        <p:spPr>
          <a:xfrm>
            <a:off x="7052760" y="3092640"/>
            <a:ext cx="2874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3" name="Google Shape;1343;p23"/>
          <p:cNvSpPr txBox="1"/>
          <p:nvPr/>
        </p:nvSpPr>
        <p:spPr>
          <a:xfrm>
            <a:off x="5254200" y="1694400"/>
            <a:ext cx="1912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 according to the schema</a:t>
            </a:r>
            <a:endParaRPr b="0" sz="10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4" name="Google Shape;1344;p23"/>
          <p:cNvSpPr txBox="1"/>
          <p:nvPr/>
        </p:nvSpPr>
        <p:spPr>
          <a:xfrm>
            <a:off x="7160040" y="290328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5" name="Google Shape;1345;p23"/>
          <p:cNvSpPr txBox="1"/>
          <p:nvPr/>
        </p:nvSpPr>
        <p:spPr>
          <a:xfrm>
            <a:off x="7746840" y="2903280"/>
            <a:ext cx="1284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46" name="Google Shape;1346;p23"/>
          <p:cNvCxnSpPr/>
          <p:nvPr/>
        </p:nvCxnSpPr>
        <p:spPr>
          <a:xfrm>
            <a:off x="7644240" y="3086880"/>
            <a:ext cx="0" cy="2643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7" name="Google Shape;1347;p23"/>
          <p:cNvCxnSpPr/>
          <p:nvPr/>
        </p:nvCxnSpPr>
        <p:spPr>
          <a:xfrm>
            <a:off x="8629920" y="3086880"/>
            <a:ext cx="0" cy="2643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8" name="Google Shape;1348;p23"/>
          <p:cNvCxnSpPr/>
          <p:nvPr/>
        </p:nvCxnSpPr>
        <p:spPr>
          <a:xfrm>
            <a:off x="7058160" y="3086880"/>
            <a:ext cx="0" cy="2643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9" name="Google Shape;1349;p23"/>
          <p:cNvCxnSpPr/>
          <p:nvPr/>
        </p:nvCxnSpPr>
        <p:spPr>
          <a:xfrm>
            <a:off x="9922320" y="3086880"/>
            <a:ext cx="0" cy="2643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0" name="Google Shape;1350;p23"/>
          <p:cNvCxnSpPr/>
          <p:nvPr/>
        </p:nvCxnSpPr>
        <p:spPr>
          <a:xfrm>
            <a:off x="7052760" y="3092640"/>
            <a:ext cx="2874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1" name="Google Shape;1351;p23"/>
          <p:cNvCxnSpPr/>
          <p:nvPr/>
        </p:nvCxnSpPr>
        <p:spPr>
          <a:xfrm>
            <a:off x="7052760" y="3345720"/>
            <a:ext cx="2874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2" name="Google Shape;1352;p23"/>
          <p:cNvSpPr txBox="1"/>
          <p:nvPr/>
        </p:nvSpPr>
        <p:spPr>
          <a:xfrm>
            <a:off x="8732880" y="2903280"/>
            <a:ext cx="6393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1602944650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3" name="Google Shape;1353;p23"/>
          <p:cNvSpPr txBox="1"/>
          <p:nvPr/>
        </p:nvSpPr>
        <p:spPr>
          <a:xfrm>
            <a:off x="7160040" y="315600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4" name="Google Shape;1354;p23"/>
          <p:cNvSpPr txBox="1"/>
          <p:nvPr/>
        </p:nvSpPr>
        <p:spPr>
          <a:xfrm>
            <a:off x="7746840" y="315600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5" name="Google Shape;1355;p23"/>
          <p:cNvSpPr/>
          <p:nvPr/>
        </p:nvSpPr>
        <p:spPr>
          <a:xfrm>
            <a:off x="7344720" y="1657320"/>
            <a:ext cx="1189080" cy="673200"/>
          </a:xfrm>
          <a:custGeom>
            <a:rect b="b" l="l" r="r" t="t"/>
            <a:pathLst>
              <a:path extrusionOk="0" h="1870" w="3303">
                <a:moveTo>
                  <a:pt x="0" y="0"/>
                </a:moveTo>
                <a:lnTo>
                  <a:pt x="3203" y="0"/>
                </a:lnTo>
                <a:lnTo>
                  <a:pt x="3203" y="1660"/>
                </a:lnTo>
                <a:lnTo>
                  <a:pt x="3165" y="1660"/>
                </a:lnTo>
                <a:lnTo>
                  <a:pt x="3165" y="20"/>
                </a:lnTo>
                <a:lnTo>
                  <a:pt x="3185" y="41"/>
                </a:lnTo>
                <a:lnTo>
                  <a:pt x="0" y="41"/>
                </a:lnTo>
                <a:lnTo>
                  <a:pt x="0" y="0"/>
                </a:lnTo>
                <a:moveTo>
                  <a:pt x="3302" y="1618"/>
                </a:moveTo>
                <a:lnTo>
                  <a:pt x="3185" y="1869"/>
                </a:lnTo>
                <a:lnTo>
                  <a:pt x="3068" y="1618"/>
                </a:lnTo>
                <a:lnTo>
                  <a:pt x="3302" y="1618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1356" name="Google Shape;1356;p23"/>
          <p:cNvSpPr txBox="1"/>
          <p:nvPr/>
        </p:nvSpPr>
        <p:spPr>
          <a:xfrm>
            <a:off x="8732880" y="3156000"/>
            <a:ext cx="6393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1602944650</a:t>
            </a:r>
            <a:endParaRPr b="0" sz="8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7" name="Google Shape;1357;p23"/>
          <p:cNvSpPr txBox="1"/>
          <p:nvPr/>
        </p:nvSpPr>
        <p:spPr>
          <a:xfrm>
            <a:off x="100800" y="1661640"/>
            <a:ext cx="1336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Kafka producer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8" name="Google Shape;1358;p23"/>
          <p:cNvSpPr txBox="1"/>
          <p:nvPr/>
        </p:nvSpPr>
        <p:spPr>
          <a:xfrm>
            <a:off x="408600" y="4655525"/>
            <a:ext cx="3259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Spark subscribe to </a:t>
            </a:r>
            <a:r>
              <a:rPr lang="en-AU" sz="1410">
                <a:solidFill>
                  <a:srgbClr val="0070C0"/>
                </a:solidFill>
              </a:rPr>
              <a:t>topic &amp; read data</a:t>
            </a:r>
            <a:endParaRPr sz="14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9" name="Google Shape;135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56160" y="3046560"/>
            <a:ext cx="1881000" cy="7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23"/>
          <p:cNvSpPr txBox="1"/>
          <p:nvPr/>
        </p:nvSpPr>
        <p:spPr>
          <a:xfrm>
            <a:off x="2365200" y="3230520"/>
            <a:ext cx="1333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Kafka format data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1" name="Google Shape;136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68920" y="633360"/>
            <a:ext cx="3004920" cy="22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800" y="785040"/>
            <a:ext cx="3752640" cy="1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23"/>
          <p:cNvSpPr txBox="1"/>
          <p:nvPr/>
        </p:nvSpPr>
        <p:spPr>
          <a:xfrm>
            <a:off x="2365200" y="3447240"/>
            <a:ext cx="21747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- Data in value are byte array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4" name="Google Shape;1364;p23"/>
          <p:cNvSpPr txBox="1"/>
          <p:nvPr/>
        </p:nvSpPr>
        <p:spPr>
          <a:xfrm>
            <a:off x="8565120" y="148200"/>
            <a:ext cx="1443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Using the schema,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5" name="Google Shape;1365;p23"/>
          <p:cNvSpPr txBox="1"/>
          <p:nvPr/>
        </p:nvSpPr>
        <p:spPr>
          <a:xfrm>
            <a:off x="8565120" y="364560"/>
            <a:ext cx="11448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we convert the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6" name="Google Shape;1366;p23"/>
          <p:cNvSpPr txBox="1"/>
          <p:nvPr/>
        </p:nvSpPr>
        <p:spPr>
          <a:xfrm>
            <a:off x="8565120" y="582360"/>
            <a:ext cx="11937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data to a Spark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7" name="Google Shape;136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02480" y="1464120"/>
            <a:ext cx="1584000" cy="55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23"/>
          <p:cNvSpPr/>
          <p:nvPr/>
        </p:nvSpPr>
        <p:spPr>
          <a:xfrm>
            <a:off x="8419680" y="3346080"/>
            <a:ext cx="84960" cy="365760"/>
          </a:xfrm>
          <a:custGeom>
            <a:rect b="b" l="l" r="r" t="t"/>
            <a:pathLst>
              <a:path extrusionOk="0" h="1016" w="236">
                <a:moveTo>
                  <a:pt x="136" y="0"/>
                </a:moveTo>
                <a:lnTo>
                  <a:pt x="136" y="805"/>
                </a:lnTo>
                <a:lnTo>
                  <a:pt x="97" y="805"/>
                </a:lnTo>
                <a:lnTo>
                  <a:pt x="97" y="0"/>
                </a:lnTo>
                <a:lnTo>
                  <a:pt x="136" y="0"/>
                </a:lnTo>
                <a:moveTo>
                  <a:pt x="235" y="763"/>
                </a:moveTo>
                <a:lnTo>
                  <a:pt x="117" y="1015"/>
                </a:lnTo>
                <a:lnTo>
                  <a:pt x="0" y="763"/>
                </a:lnTo>
                <a:lnTo>
                  <a:pt x="235" y="763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1369" name="Google Shape;1369;p23"/>
          <p:cNvSpPr/>
          <p:nvPr/>
        </p:nvSpPr>
        <p:spPr>
          <a:xfrm>
            <a:off x="7220880" y="3712200"/>
            <a:ext cx="2273760" cy="432360"/>
          </a:xfrm>
          <a:custGeom>
            <a:rect b="b" l="l" r="r" t="t"/>
            <a:pathLst>
              <a:path extrusionOk="0" h="1201" w="6316">
                <a:moveTo>
                  <a:pt x="0" y="1200"/>
                </a:moveTo>
                <a:lnTo>
                  <a:pt x="6315" y="1200"/>
                </a:lnTo>
                <a:lnTo>
                  <a:pt x="6315" y="0"/>
                </a:lnTo>
                <a:lnTo>
                  <a:pt x="0" y="0"/>
                </a:lnTo>
                <a:lnTo>
                  <a:pt x="0" y="1200"/>
                </a:lnTo>
              </a:path>
            </a:pathLst>
          </a:custGeom>
          <a:solidFill>
            <a:srgbClr val="5B9BD5"/>
          </a:solidFill>
          <a:ln cap="flat" cmpd="sng" w="198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70" name="Google Shape;1370;p23"/>
          <p:cNvSpPr txBox="1"/>
          <p:nvPr/>
        </p:nvSpPr>
        <p:spPr>
          <a:xfrm>
            <a:off x="8564760" y="799080"/>
            <a:ext cx="8427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1" name="Google Shape;1371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40160" y="4182840"/>
            <a:ext cx="3792960" cy="451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23"/>
          <p:cNvSpPr/>
          <p:nvPr/>
        </p:nvSpPr>
        <p:spPr>
          <a:xfrm>
            <a:off x="5945040" y="4405680"/>
            <a:ext cx="2099160" cy="582840"/>
          </a:xfrm>
          <a:custGeom>
            <a:rect b="b" l="l" r="r" t="t"/>
            <a:pathLst>
              <a:path extrusionOk="0" h="1619" w="5831">
                <a:moveTo>
                  <a:pt x="5830" y="0"/>
                </a:moveTo>
                <a:lnTo>
                  <a:pt x="5830" y="1513"/>
                </a:lnTo>
                <a:lnTo>
                  <a:pt x="195" y="1513"/>
                </a:lnTo>
                <a:lnTo>
                  <a:pt x="195" y="1471"/>
                </a:lnTo>
                <a:lnTo>
                  <a:pt x="5812" y="1471"/>
                </a:lnTo>
                <a:lnTo>
                  <a:pt x="5792" y="1492"/>
                </a:lnTo>
                <a:lnTo>
                  <a:pt x="5792" y="0"/>
                </a:lnTo>
                <a:lnTo>
                  <a:pt x="5830" y="0"/>
                </a:lnTo>
                <a:moveTo>
                  <a:pt x="234" y="1618"/>
                </a:moveTo>
                <a:lnTo>
                  <a:pt x="0" y="1492"/>
                </a:lnTo>
                <a:lnTo>
                  <a:pt x="234" y="1367"/>
                </a:lnTo>
                <a:lnTo>
                  <a:pt x="234" y="1618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pic>
        <p:nvPicPr>
          <p:cNvPr id="1373" name="Google Shape;1373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56160" y="4247400"/>
            <a:ext cx="1385280" cy="77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917840" y="4786920"/>
            <a:ext cx="2144880" cy="78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23"/>
          <p:cNvSpPr txBox="1"/>
          <p:nvPr/>
        </p:nvSpPr>
        <p:spPr>
          <a:xfrm>
            <a:off x="7394040" y="3861960"/>
            <a:ext cx="1932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6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on Streaming Dataframes</a:t>
            </a:r>
            <a:endParaRPr b="0" sz="106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6" name="Google Shape;1376;p23"/>
          <p:cNvSpPr txBox="1"/>
          <p:nvPr/>
        </p:nvSpPr>
        <p:spPr>
          <a:xfrm>
            <a:off x="4618080" y="3951720"/>
            <a:ext cx="13803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Output result table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7" name="Google Shape;1377;p23"/>
          <p:cNvSpPr txBox="1"/>
          <p:nvPr/>
        </p:nvSpPr>
        <p:spPr>
          <a:xfrm>
            <a:off x="6046200" y="5017800"/>
            <a:ext cx="17550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For aggregation query,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8" name="Google Shape;1378;p23"/>
          <p:cNvSpPr txBox="1"/>
          <p:nvPr/>
        </p:nvSpPr>
        <p:spPr>
          <a:xfrm>
            <a:off x="6046200" y="5234520"/>
            <a:ext cx="15465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use ‘complete’ mode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4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4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24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386" name="Google Shape;1386;p24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387" name="Google Shape;1387;p24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24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24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24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24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392" name="Google Shape;1392;p24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24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394" name="Google Shape;1394;p24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24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24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24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24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24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24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24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24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24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24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24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24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24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24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24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24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24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24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24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24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24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24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24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18" name="Google Shape;1418;p24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24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24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24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24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24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24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24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24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24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24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24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4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24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24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24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24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24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24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24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24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24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24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24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24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24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24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24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24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24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24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24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24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24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24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24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24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24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24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24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24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24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24"/>
          <p:cNvSpPr/>
          <p:nvPr/>
        </p:nvSpPr>
        <p:spPr>
          <a:xfrm>
            <a:off x="181080" y="75240"/>
            <a:ext cx="2292120" cy="1034280"/>
          </a:xfrm>
          <a:custGeom>
            <a:rect b="b" l="l" r="r" t="t"/>
            <a:pathLst>
              <a:path extrusionOk="0" h="2873" w="6367">
                <a:moveTo>
                  <a:pt x="0" y="2872"/>
                </a:moveTo>
                <a:lnTo>
                  <a:pt x="6366" y="2872"/>
                </a:lnTo>
                <a:lnTo>
                  <a:pt x="6366" y="0"/>
                </a:lnTo>
                <a:lnTo>
                  <a:pt x="0" y="0"/>
                </a:lnTo>
                <a:lnTo>
                  <a:pt x="0" y="287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61" name="Google Shape;1461;p24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24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24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64" name="Google Shape;1464;p24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65" name="Google Shape;1465;p24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24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24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24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24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70" name="Google Shape;1470;p24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24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72" name="Google Shape;1472;p24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24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24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24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24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24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24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24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24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24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24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24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24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24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24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24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24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24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24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24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24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24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24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24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96" name="Google Shape;1496;p24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24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24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24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24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24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24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24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24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24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24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24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24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24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24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24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24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24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24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24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24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24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24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24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24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24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24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24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24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24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24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24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24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24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24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24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24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24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24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24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24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24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24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1539" name="Google Shape;1539;p24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24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24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542" name="Google Shape;1542;p24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543" name="Google Shape;1543;p24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24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24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24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24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548" name="Google Shape;1548;p24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24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550" name="Google Shape;1550;p24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24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24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24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24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24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24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24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24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24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24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24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24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24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24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24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24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24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24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24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24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24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24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24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24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24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24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24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24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24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24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24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24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24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24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24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24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24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24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24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24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24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24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24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24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24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24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24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24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24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24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24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24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24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24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24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24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24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24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24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24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24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24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24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24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24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616" name="Google Shape;1616;p24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617" name="Google Shape;1617;p24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618" name="Google Shape;1618;p24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619" name="Google Shape;1619;p24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620" name="Google Shape;1620;p24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24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24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24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24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24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24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24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24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24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24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24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24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24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24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24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24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24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24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24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4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24"/>
          <p:cNvSpPr/>
          <p:nvPr/>
        </p:nvSpPr>
        <p:spPr>
          <a:xfrm>
            <a:off x="4206063" y="1932492"/>
            <a:ext cx="5875560" cy="2356200"/>
          </a:xfrm>
          <a:custGeom>
            <a:rect b="b" l="l" r="r" t="t"/>
            <a:pathLst>
              <a:path extrusionOk="0" h="6545" w="16321">
                <a:moveTo>
                  <a:pt x="0" y="6544"/>
                </a:moveTo>
                <a:lnTo>
                  <a:pt x="16320" y="6544"/>
                </a:lnTo>
                <a:lnTo>
                  <a:pt x="16320" y="0"/>
                </a:lnTo>
                <a:lnTo>
                  <a:pt x="0" y="0"/>
                </a:lnTo>
                <a:lnTo>
                  <a:pt x="0" y="6544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42" name="Google Shape;1642;p24"/>
          <p:cNvSpPr txBox="1"/>
          <p:nvPr/>
        </p:nvSpPr>
        <p:spPr>
          <a:xfrm>
            <a:off x="353880" y="1160640"/>
            <a:ext cx="1837080" cy="41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24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Input Sources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3" name="Google Shape;1643;p24"/>
          <p:cNvSpPr txBox="1"/>
          <p:nvPr/>
        </p:nvSpPr>
        <p:spPr>
          <a:xfrm>
            <a:off x="4336920" y="2325600"/>
            <a:ext cx="5753160" cy="20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AU" sz="1200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File source -</a:t>
            </a:r>
            <a:r>
              <a:rPr b="0" lang="en-AU" sz="12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Reads files written in a directory as a stream of data</a:t>
            </a:r>
            <a:r>
              <a:rPr b="0" lang="en-AU" sz="1200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. Files will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4" name="Google Shape;1644;p24"/>
          <p:cNvSpPr txBox="1"/>
          <p:nvPr/>
        </p:nvSpPr>
        <p:spPr>
          <a:xfrm>
            <a:off x="4336920" y="2542320"/>
            <a:ext cx="5613840" cy="20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be processed in the order of file modification time. If latestFirst is set, order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5" name="Google Shape;1645;p24"/>
          <p:cNvSpPr txBox="1"/>
          <p:nvPr/>
        </p:nvSpPr>
        <p:spPr>
          <a:xfrm>
            <a:off x="4336920" y="2759040"/>
            <a:ext cx="5706000" cy="20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will be reversed. Supported file formats are text, CSV, JSON, ORC, Parquet.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6" name="Google Shape;1646;p24"/>
          <p:cNvSpPr txBox="1"/>
          <p:nvPr/>
        </p:nvSpPr>
        <p:spPr>
          <a:xfrm>
            <a:off x="4336920" y="3156480"/>
            <a:ext cx="5500800" cy="20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Kafka source</a:t>
            </a: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b="0" lang="en-AU" sz="12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Reads data from Kafka. </a:t>
            </a: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compatible with Kafka broker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7" name="Google Shape;1647;p24"/>
          <p:cNvSpPr txBox="1"/>
          <p:nvPr/>
        </p:nvSpPr>
        <p:spPr>
          <a:xfrm>
            <a:off x="4336920" y="3373560"/>
            <a:ext cx="56103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versions 0.10.0 or higher. See the</a:t>
            </a:r>
            <a:r>
              <a:rPr b="0" lang="en-AU" sz="1200" strike="noStrik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 Kafka Integration Guide</a:t>
            </a: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more details.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8" name="Google Shape;1648;p24"/>
          <p:cNvSpPr txBox="1"/>
          <p:nvPr/>
        </p:nvSpPr>
        <p:spPr>
          <a:xfrm>
            <a:off x="4336920" y="3771000"/>
            <a:ext cx="5037120" cy="20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Socket source (for testing)</a:t>
            </a:r>
            <a:r>
              <a:rPr b="0" lang="en-AU" sz="12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- Reads UTF-8 text data from a socket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9" name="Google Shape;1649;p24"/>
          <p:cNvSpPr txBox="1"/>
          <p:nvPr/>
        </p:nvSpPr>
        <p:spPr>
          <a:xfrm>
            <a:off x="4336920" y="3987720"/>
            <a:ext cx="4068000" cy="20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connection</a:t>
            </a: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The listening server socket is at the driver.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0" name="Google Shape;1650;p24"/>
          <p:cNvSpPr txBox="1"/>
          <p:nvPr/>
        </p:nvSpPr>
        <p:spPr>
          <a:xfrm>
            <a:off x="201240" y="4992840"/>
            <a:ext cx="6315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https://spark.apache.org/docs/latest/structured-streaming-programming-guide.html#starting-streaming-</a:t>
            </a:r>
            <a:r>
              <a:rPr lang="en-AU" sz="989" u="sng">
                <a:solidFill>
                  <a:schemeClr val="hlink"/>
                </a:solidFill>
                <a:hlinkClick r:id="rId4"/>
              </a:rPr>
              <a:t>queries</a:t>
            </a:r>
            <a:endParaRPr b="0" sz="989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1" name="Google Shape;165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440" y="1940040"/>
            <a:ext cx="3638160" cy="114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3440" y="3421440"/>
            <a:ext cx="2618640" cy="87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24"/>
          <p:cNvSpPr txBox="1"/>
          <p:nvPr/>
        </p:nvSpPr>
        <p:spPr>
          <a:xfrm>
            <a:off x="201600" y="5173920"/>
            <a:ext cx="4575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89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4" name="Google Shape;1654;p24"/>
          <p:cNvSpPr txBox="1"/>
          <p:nvPr/>
        </p:nvSpPr>
        <p:spPr>
          <a:xfrm>
            <a:off x="314640" y="332640"/>
            <a:ext cx="507924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2400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Creating streaming DataFrames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25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25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25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662" name="Google Shape;1662;p25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663" name="Google Shape;1663;p25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25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25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25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25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668" name="Google Shape;1668;p25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25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670" name="Google Shape;1670;p25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25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25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25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25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25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25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25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25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25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25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25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25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25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25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25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25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25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25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25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25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25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25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25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694" name="Google Shape;1694;p25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25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25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25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25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25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25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25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25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25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25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25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25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25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25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25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25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25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25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25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25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25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25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25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25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25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25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25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25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25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25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25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25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25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25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25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25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25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25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25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25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25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25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25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25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739" name="Google Shape;1739;p25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740" name="Google Shape;1740;p25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25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25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25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25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745" name="Google Shape;1745;p25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25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747" name="Google Shape;1747;p25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25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25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25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25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25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25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25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25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25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25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25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25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25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25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25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25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25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25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25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25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25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25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25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771" name="Google Shape;1771;p25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25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25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25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25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25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25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25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25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25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25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25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25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25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25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25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25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25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25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25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25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25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25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25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25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25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25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25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25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25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25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25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25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25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25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25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25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25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25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25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25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25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25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1814" name="Google Shape;1814;p25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25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25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17" name="Google Shape;1817;p25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18" name="Google Shape;1818;p25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25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25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25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25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23" name="Google Shape;1823;p25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25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25" name="Google Shape;1825;p25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25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25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25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25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25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25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25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25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25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25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25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25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25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25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25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25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25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25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25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25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25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25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25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25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25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25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25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25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25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25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25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25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25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25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25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25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25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25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25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25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25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25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25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25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25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25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25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25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25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25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25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25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25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25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25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25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25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25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25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25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25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25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25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25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25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91" name="Google Shape;1891;p25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92" name="Google Shape;1892;p25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93" name="Google Shape;1893;p25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94" name="Google Shape;1894;p25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95" name="Google Shape;1895;p25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25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25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25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25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25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25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25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25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25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25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25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25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25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25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25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25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25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25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25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25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25"/>
          <p:cNvSpPr/>
          <p:nvPr/>
        </p:nvSpPr>
        <p:spPr>
          <a:xfrm>
            <a:off x="477000" y="1302600"/>
            <a:ext cx="5356800" cy="2611080"/>
          </a:xfrm>
          <a:custGeom>
            <a:rect b="b" l="l" r="r" t="t"/>
            <a:pathLst>
              <a:path extrusionOk="0" h="7253" w="14880">
                <a:moveTo>
                  <a:pt x="0" y="7252"/>
                </a:moveTo>
                <a:lnTo>
                  <a:pt x="14879" y="7252"/>
                </a:lnTo>
                <a:lnTo>
                  <a:pt x="14879" y="0"/>
                </a:lnTo>
                <a:lnTo>
                  <a:pt x="0" y="0"/>
                </a:lnTo>
                <a:lnTo>
                  <a:pt x="0" y="725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17" name="Google Shape;1917;p25"/>
          <p:cNvSpPr txBox="1"/>
          <p:nvPr/>
        </p:nvSpPr>
        <p:spPr>
          <a:xfrm>
            <a:off x="353880" y="3000"/>
            <a:ext cx="24402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Output Modes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25"/>
          <p:cNvSpPr txBox="1"/>
          <p:nvPr/>
        </p:nvSpPr>
        <p:spPr>
          <a:xfrm>
            <a:off x="607680" y="1326000"/>
            <a:ext cx="51114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Append mode (default)</a:t>
            </a: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- Only the new rows added to the Result Table since the 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25"/>
          <p:cNvSpPr txBox="1"/>
          <p:nvPr/>
        </p:nvSpPr>
        <p:spPr>
          <a:xfrm>
            <a:off x="607680" y="1507080"/>
            <a:ext cx="49152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last trigger will be outputted to the sink</a:t>
            </a: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. This is supported for only those queries 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25"/>
          <p:cNvSpPr txBox="1"/>
          <p:nvPr/>
        </p:nvSpPr>
        <p:spPr>
          <a:xfrm>
            <a:off x="607680" y="1687440"/>
            <a:ext cx="51012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where rows added to the Result Table is never going to change. Hence, this mode 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25"/>
          <p:cNvSpPr txBox="1"/>
          <p:nvPr/>
        </p:nvSpPr>
        <p:spPr>
          <a:xfrm>
            <a:off x="607680" y="1867800"/>
            <a:ext cx="52107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guarantees that each row will be output only once (assuming fault-tolerant sink). For 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25"/>
          <p:cNvSpPr txBox="1"/>
          <p:nvPr/>
        </p:nvSpPr>
        <p:spPr>
          <a:xfrm>
            <a:off x="607680" y="2048880"/>
            <a:ext cx="16404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example, </a:t>
            </a: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queries with only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25"/>
          <p:cNvSpPr txBox="1"/>
          <p:nvPr/>
        </p:nvSpPr>
        <p:spPr>
          <a:xfrm>
            <a:off x="2288520" y="2061840"/>
            <a:ext cx="333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sz="9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25"/>
          <p:cNvSpPr txBox="1"/>
          <p:nvPr/>
        </p:nvSpPr>
        <p:spPr>
          <a:xfrm>
            <a:off x="2621160" y="2048880"/>
            <a:ext cx="138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25"/>
          <p:cNvSpPr txBox="1"/>
          <p:nvPr/>
        </p:nvSpPr>
        <p:spPr>
          <a:xfrm>
            <a:off x="2694960" y="2061840"/>
            <a:ext cx="345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b="0" sz="9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25"/>
          <p:cNvSpPr txBox="1"/>
          <p:nvPr/>
        </p:nvSpPr>
        <p:spPr>
          <a:xfrm>
            <a:off x="3037680" y="2048880"/>
            <a:ext cx="138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25"/>
          <p:cNvSpPr txBox="1"/>
          <p:nvPr/>
        </p:nvSpPr>
        <p:spPr>
          <a:xfrm>
            <a:off x="3114720" y="2061840"/>
            <a:ext cx="24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 b="0" sz="9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25"/>
          <p:cNvSpPr txBox="1"/>
          <p:nvPr/>
        </p:nvSpPr>
        <p:spPr>
          <a:xfrm>
            <a:off x="3362040" y="2048880"/>
            <a:ext cx="138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25"/>
          <p:cNvSpPr txBox="1"/>
          <p:nvPr/>
        </p:nvSpPr>
        <p:spPr>
          <a:xfrm>
            <a:off x="3435840" y="2061840"/>
            <a:ext cx="415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flatMap</a:t>
            </a:r>
            <a:endParaRPr b="0" sz="9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25"/>
          <p:cNvSpPr txBox="1"/>
          <p:nvPr/>
        </p:nvSpPr>
        <p:spPr>
          <a:xfrm>
            <a:off x="3848760" y="2048880"/>
            <a:ext cx="138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25"/>
          <p:cNvSpPr txBox="1"/>
          <p:nvPr/>
        </p:nvSpPr>
        <p:spPr>
          <a:xfrm>
            <a:off x="3926160" y="2061840"/>
            <a:ext cx="240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endParaRPr b="0" sz="9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25"/>
          <p:cNvSpPr txBox="1"/>
          <p:nvPr/>
        </p:nvSpPr>
        <p:spPr>
          <a:xfrm>
            <a:off x="4166640" y="2048880"/>
            <a:ext cx="138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25"/>
          <p:cNvSpPr txBox="1"/>
          <p:nvPr/>
        </p:nvSpPr>
        <p:spPr>
          <a:xfrm>
            <a:off x="4242600" y="2061840"/>
            <a:ext cx="199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endParaRPr b="0" sz="9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25"/>
          <p:cNvSpPr txBox="1"/>
          <p:nvPr/>
        </p:nvSpPr>
        <p:spPr>
          <a:xfrm>
            <a:off x="4440600" y="2048880"/>
            <a:ext cx="10761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, etc. will support 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25"/>
          <p:cNvSpPr txBox="1"/>
          <p:nvPr/>
        </p:nvSpPr>
        <p:spPr>
          <a:xfrm>
            <a:off x="607680" y="2229240"/>
            <a:ext cx="904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Append mode.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25"/>
          <p:cNvSpPr txBox="1"/>
          <p:nvPr/>
        </p:nvSpPr>
        <p:spPr>
          <a:xfrm>
            <a:off x="607680" y="2590680"/>
            <a:ext cx="5136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Complete mode</a:t>
            </a: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The whole Result Table will be outputted to the sink after every 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25"/>
          <p:cNvSpPr txBox="1"/>
          <p:nvPr/>
        </p:nvSpPr>
        <p:spPr>
          <a:xfrm>
            <a:off x="607680" y="2771760"/>
            <a:ext cx="40044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trigger</a:t>
            </a: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. This is supported for </a:t>
            </a: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aggregation queries (e.g., groupBy)</a:t>
            </a: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25"/>
          <p:cNvSpPr txBox="1"/>
          <p:nvPr/>
        </p:nvSpPr>
        <p:spPr>
          <a:xfrm>
            <a:off x="607680" y="3132840"/>
            <a:ext cx="51534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Update mode</a:t>
            </a: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Only the rows in the Result Table that were updated since the last 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25"/>
          <p:cNvSpPr txBox="1"/>
          <p:nvPr/>
        </p:nvSpPr>
        <p:spPr>
          <a:xfrm>
            <a:off x="607680" y="3313560"/>
            <a:ext cx="52092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trigger will be outputted to the sink</a:t>
            </a:r>
            <a:r>
              <a:rPr b="0" lang="en-AU" sz="989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lang="en-AU" sz="989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there are no aggregations it works exactly 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25"/>
          <p:cNvSpPr txBox="1"/>
          <p:nvPr/>
        </p:nvSpPr>
        <p:spPr>
          <a:xfrm>
            <a:off x="607680" y="3494280"/>
            <a:ext cx="17430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same as “append” mode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25"/>
          <p:cNvSpPr txBox="1"/>
          <p:nvPr/>
        </p:nvSpPr>
        <p:spPr>
          <a:xfrm>
            <a:off x="180290" y="5163390"/>
            <a:ext cx="6315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989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https://spark.apache.org/docs/latest/structured-streaming-programming-guide.html#starting-streaming-</a:t>
            </a:r>
            <a:r>
              <a:rPr lang="en-AU" sz="989" u="sng">
                <a:solidFill>
                  <a:schemeClr val="hlink"/>
                </a:solidFill>
                <a:hlinkClick r:id="rId4"/>
              </a:rPr>
              <a:t>queries</a:t>
            </a:r>
            <a:endParaRPr b="0" sz="989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25"/>
          <p:cNvSpPr/>
          <p:nvPr/>
        </p:nvSpPr>
        <p:spPr>
          <a:xfrm>
            <a:off x="6199200" y="1401960"/>
            <a:ext cx="441000" cy="275040"/>
          </a:xfrm>
          <a:custGeom>
            <a:rect b="b" l="l" r="r" t="t"/>
            <a:pathLst>
              <a:path extrusionOk="0" h="764" w="1225">
                <a:moveTo>
                  <a:pt x="0" y="191"/>
                </a:moveTo>
                <a:lnTo>
                  <a:pt x="869" y="191"/>
                </a:lnTo>
                <a:lnTo>
                  <a:pt x="869" y="0"/>
                </a:lnTo>
                <a:lnTo>
                  <a:pt x="1224" y="383"/>
                </a:lnTo>
                <a:lnTo>
                  <a:pt x="869" y="763"/>
                </a:lnTo>
                <a:lnTo>
                  <a:pt x="869" y="574"/>
                </a:lnTo>
                <a:lnTo>
                  <a:pt x="0" y="574"/>
                </a:lnTo>
                <a:lnTo>
                  <a:pt x="0" y="191"/>
                </a:lnTo>
              </a:path>
            </a:pathLst>
          </a:custGeom>
          <a:solidFill>
            <a:srgbClr val="4472C4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43" name="Google Shape;1943;p25"/>
          <p:cNvSpPr txBox="1"/>
          <p:nvPr/>
        </p:nvSpPr>
        <p:spPr>
          <a:xfrm>
            <a:off x="431280" y="768000"/>
            <a:ext cx="7756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output mode specifies </a:t>
            </a:r>
            <a:r>
              <a:rPr b="1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way the data in result table is written to output sink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25"/>
          <p:cNvSpPr txBox="1"/>
          <p:nvPr/>
        </p:nvSpPr>
        <p:spPr>
          <a:xfrm>
            <a:off x="7088400" y="1296480"/>
            <a:ext cx="19833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 write new rows in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25"/>
          <p:cNvSpPr/>
          <p:nvPr/>
        </p:nvSpPr>
        <p:spPr>
          <a:xfrm>
            <a:off x="6193800" y="2357400"/>
            <a:ext cx="441000" cy="275760"/>
          </a:xfrm>
          <a:custGeom>
            <a:rect b="b" l="l" r="r" t="t"/>
            <a:pathLst>
              <a:path extrusionOk="0" h="766" w="1225">
                <a:moveTo>
                  <a:pt x="0" y="191"/>
                </a:moveTo>
                <a:lnTo>
                  <a:pt x="869" y="191"/>
                </a:lnTo>
                <a:lnTo>
                  <a:pt x="869" y="0"/>
                </a:lnTo>
                <a:lnTo>
                  <a:pt x="1224" y="382"/>
                </a:lnTo>
                <a:lnTo>
                  <a:pt x="869" y="765"/>
                </a:lnTo>
                <a:lnTo>
                  <a:pt x="869" y="573"/>
                </a:lnTo>
                <a:lnTo>
                  <a:pt x="0" y="573"/>
                </a:lnTo>
                <a:lnTo>
                  <a:pt x="0" y="191"/>
                </a:lnTo>
              </a:path>
            </a:pathLst>
          </a:custGeom>
          <a:solidFill>
            <a:srgbClr val="4472C4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46" name="Google Shape;1946;p25"/>
          <p:cNvSpPr txBox="1"/>
          <p:nvPr/>
        </p:nvSpPr>
        <p:spPr>
          <a:xfrm>
            <a:off x="7088400" y="1549560"/>
            <a:ext cx="1591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table to sink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25"/>
          <p:cNvSpPr/>
          <p:nvPr/>
        </p:nvSpPr>
        <p:spPr>
          <a:xfrm>
            <a:off x="6188760" y="3004320"/>
            <a:ext cx="441000" cy="275040"/>
          </a:xfrm>
          <a:custGeom>
            <a:rect b="b" l="l" r="r" t="t"/>
            <a:pathLst>
              <a:path extrusionOk="0" h="764" w="1225">
                <a:moveTo>
                  <a:pt x="0" y="191"/>
                </a:moveTo>
                <a:lnTo>
                  <a:pt x="870" y="191"/>
                </a:lnTo>
                <a:lnTo>
                  <a:pt x="870" y="0"/>
                </a:lnTo>
                <a:lnTo>
                  <a:pt x="1224" y="383"/>
                </a:lnTo>
                <a:lnTo>
                  <a:pt x="870" y="763"/>
                </a:lnTo>
                <a:lnTo>
                  <a:pt x="870" y="574"/>
                </a:lnTo>
                <a:lnTo>
                  <a:pt x="0" y="574"/>
                </a:lnTo>
                <a:lnTo>
                  <a:pt x="0" y="191"/>
                </a:lnTo>
              </a:path>
            </a:pathLst>
          </a:custGeom>
          <a:solidFill>
            <a:srgbClr val="4472C4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48" name="Google Shape;1948;p25"/>
          <p:cNvSpPr txBox="1"/>
          <p:nvPr/>
        </p:nvSpPr>
        <p:spPr>
          <a:xfrm>
            <a:off x="7088400" y="2335800"/>
            <a:ext cx="2137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all the rows to sink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25"/>
          <p:cNvSpPr txBox="1"/>
          <p:nvPr/>
        </p:nvSpPr>
        <p:spPr>
          <a:xfrm>
            <a:off x="7088400" y="3054360"/>
            <a:ext cx="20703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‘only’ all the rows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0" name="Google Shape;195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7040" y="3684720"/>
            <a:ext cx="3075480" cy="10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1" name="Google Shape;1951;p25"/>
          <p:cNvSpPr/>
          <p:nvPr/>
        </p:nvSpPr>
        <p:spPr>
          <a:xfrm>
            <a:off x="614520" y="4042200"/>
            <a:ext cx="1402200" cy="166680"/>
          </a:xfrm>
          <a:custGeom>
            <a:rect b="b" l="l" r="r" t="t"/>
            <a:pathLst>
              <a:path extrusionOk="0" h="463" w="3895">
                <a:moveTo>
                  <a:pt x="0" y="462"/>
                </a:moveTo>
                <a:lnTo>
                  <a:pt x="3894" y="462"/>
                </a:lnTo>
                <a:lnTo>
                  <a:pt x="3894" y="0"/>
                </a:lnTo>
                <a:lnTo>
                  <a:pt x="0" y="0"/>
                </a:lnTo>
                <a:lnTo>
                  <a:pt x="0" y="462"/>
                </a:lnTo>
              </a:path>
            </a:pathLst>
          </a:custGeom>
          <a:solidFill>
            <a:srgbClr val="FFE699">
              <a:alpha val="42745"/>
            </a:srgbClr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1952" name="Google Shape;195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1680" y="3678960"/>
            <a:ext cx="2882160" cy="10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3" name="Google Shape;1953;p25"/>
          <p:cNvSpPr/>
          <p:nvPr/>
        </p:nvSpPr>
        <p:spPr>
          <a:xfrm>
            <a:off x="4147920" y="4042200"/>
            <a:ext cx="1401480" cy="166680"/>
          </a:xfrm>
          <a:custGeom>
            <a:rect b="b" l="l" r="r" t="t"/>
            <a:pathLst>
              <a:path extrusionOk="0" h="463" w="3893">
                <a:moveTo>
                  <a:pt x="0" y="462"/>
                </a:moveTo>
                <a:lnTo>
                  <a:pt x="3892" y="462"/>
                </a:lnTo>
                <a:lnTo>
                  <a:pt x="3892" y="0"/>
                </a:lnTo>
                <a:lnTo>
                  <a:pt x="0" y="0"/>
                </a:lnTo>
                <a:lnTo>
                  <a:pt x="0" y="462"/>
                </a:lnTo>
              </a:path>
            </a:pathLst>
          </a:custGeom>
          <a:solidFill>
            <a:srgbClr val="FFE699">
              <a:alpha val="42745"/>
            </a:srgbClr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54" name="Google Shape;1954;p25"/>
          <p:cNvSpPr txBox="1"/>
          <p:nvPr/>
        </p:nvSpPr>
        <p:spPr>
          <a:xfrm>
            <a:off x="7088400" y="3307440"/>
            <a:ext cx="2062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are updated to sink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26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26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26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962" name="Google Shape;1962;p26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963" name="Google Shape;1963;p26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26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26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26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26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968" name="Google Shape;1968;p26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26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970" name="Google Shape;1970;p26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26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26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26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26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26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26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26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26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26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26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26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26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26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26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26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26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26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26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26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26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26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26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26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994" name="Google Shape;1994;p26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26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26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26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26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26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26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26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26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26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26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26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26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26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26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26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26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26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26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26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26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26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26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26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26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26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26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26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26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26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26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26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26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26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26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26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26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26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26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26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26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26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26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26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26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039" name="Google Shape;2039;p26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040" name="Google Shape;2040;p26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26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26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26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26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045" name="Google Shape;2045;p26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26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047" name="Google Shape;2047;p26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26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26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26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26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26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26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26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26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26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26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26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26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26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26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26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26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26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26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26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26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26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26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26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071" name="Google Shape;2071;p26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26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26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26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26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26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26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26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26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26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26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26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26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26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26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26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26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26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26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26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26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26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26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26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26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26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26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26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26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26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26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26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26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26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26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26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26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26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26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26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26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26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26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2114" name="Google Shape;2114;p26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26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26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17" name="Google Shape;2117;p26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18" name="Google Shape;2118;p26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26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26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26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26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23" name="Google Shape;2123;p26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26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25" name="Google Shape;2125;p26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26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26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26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26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26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26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26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26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26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26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26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26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26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26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26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26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26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26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26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26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26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26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26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26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26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26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26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26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26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26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26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26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26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26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26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26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26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26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26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26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26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26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26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26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26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26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26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26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26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26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26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26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26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26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26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26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26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26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26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26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26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26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26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26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26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191" name="Google Shape;2191;p26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192" name="Google Shape;2192;p26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193" name="Google Shape;2193;p26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194" name="Google Shape;2194;p26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195" name="Google Shape;2195;p26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26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26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26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26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26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26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26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26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26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26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26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26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26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26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26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26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26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26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26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26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6" name="Google Shape;221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600" y="567840"/>
            <a:ext cx="2855880" cy="929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7" name="Google Shape;221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280" y="2988120"/>
            <a:ext cx="4117320" cy="1061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8" name="Google Shape;221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0000" y="667200"/>
            <a:ext cx="5958721" cy="2877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9" name="Google Shape;2219;p26"/>
          <p:cNvSpPr/>
          <p:nvPr/>
        </p:nvSpPr>
        <p:spPr>
          <a:xfrm>
            <a:off x="201600" y="4065840"/>
            <a:ext cx="3795840" cy="766800"/>
          </a:xfrm>
          <a:custGeom>
            <a:rect b="b" l="l" r="r" t="t"/>
            <a:pathLst>
              <a:path extrusionOk="0" h="2130" w="10544">
                <a:moveTo>
                  <a:pt x="0" y="2129"/>
                </a:moveTo>
                <a:lnTo>
                  <a:pt x="10543" y="2129"/>
                </a:lnTo>
                <a:lnTo>
                  <a:pt x="10543" y="0"/>
                </a:lnTo>
                <a:lnTo>
                  <a:pt x="0" y="0"/>
                </a:lnTo>
                <a:lnTo>
                  <a:pt x="0" y="2129"/>
                </a:lnTo>
              </a:path>
            </a:pathLst>
          </a:custGeom>
          <a:solidFill>
            <a:srgbClr val="ED7D31">
              <a:alpha val="49803"/>
            </a:srgbClr>
          </a:solidFill>
          <a:ln>
            <a:noFill/>
          </a:ln>
        </p:spPr>
      </p:sp>
      <p:sp>
        <p:nvSpPr>
          <p:cNvPr id="2220" name="Google Shape;2220;p26"/>
          <p:cNvSpPr txBox="1"/>
          <p:nvPr/>
        </p:nvSpPr>
        <p:spPr>
          <a:xfrm>
            <a:off x="302400" y="67080"/>
            <a:ext cx="20574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Output Sink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1" name="Google Shape;2221;p26"/>
          <p:cNvSpPr txBox="1"/>
          <p:nvPr/>
        </p:nvSpPr>
        <p:spPr>
          <a:xfrm>
            <a:off x="302400" y="4159440"/>
            <a:ext cx="30468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u="sng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What is Parquet file format [Ref Link]?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26"/>
          <p:cNvSpPr txBox="1"/>
          <p:nvPr/>
        </p:nvSpPr>
        <p:spPr>
          <a:xfrm>
            <a:off x="302400" y="4405320"/>
            <a:ext cx="33459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11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Efficient as well as performant flat columnar storage 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3" name="Google Shape;222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10680" y="3544680"/>
            <a:ext cx="6168599" cy="10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4" name="Google Shape;222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6600" y="1588440"/>
            <a:ext cx="3335761" cy="12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25" name="Google Shape;2225;p26"/>
          <p:cNvSpPr txBox="1"/>
          <p:nvPr/>
        </p:nvSpPr>
        <p:spPr>
          <a:xfrm>
            <a:off x="302400" y="4604040"/>
            <a:ext cx="29037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11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format compared to row-based csv or tsv files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6" name="Google Shape;2226;p26"/>
          <p:cNvSpPr txBox="1"/>
          <p:nvPr/>
        </p:nvSpPr>
        <p:spPr>
          <a:xfrm>
            <a:off x="4142600" y="4522500"/>
            <a:ext cx="57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/>
              <a:t>To view console output: </a:t>
            </a:r>
            <a:r>
              <a:rPr b="1" lang="en-AU"/>
              <a:t>docker logs --follow [container ID]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27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27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27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234" name="Google Shape;2234;p27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235" name="Google Shape;2235;p27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27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27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27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27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240" name="Google Shape;2240;p27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27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242" name="Google Shape;2242;p27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27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27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27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27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27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27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27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27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27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27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27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27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27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27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27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27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27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27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27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27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27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27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27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266" name="Google Shape;2266;p27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27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27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27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27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27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27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27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27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27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27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27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27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27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27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27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27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27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27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27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27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27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27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27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27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27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7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27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27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27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27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27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27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27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27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27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27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27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27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27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27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27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27"/>
          <p:cNvSpPr/>
          <p:nvPr/>
        </p:nvSpPr>
        <p:spPr>
          <a:xfrm>
            <a:off x="181080" y="75240"/>
            <a:ext cx="2292120" cy="1034280"/>
          </a:xfrm>
          <a:custGeom>
            <a:rect b="b" l="l" r="r" t="t"/>
            <a:pathLst>
              <a:path extrusionOk="0" h="2873" w="6367">
                <a:moveTo>
                  <a:pt x="0" y="2872"/>
                </a:moveTo>
                <a:lnTo>
                  <a:pt x="6366" y="2872"/>
                </a:lnTo>
                <a:lnTo>
                  <a:pt x="6366" y="0"/>
                </a:lnTo>
                <a:lnTo>
                  <a:pt x="0" y="0"/>
                </a:lnTo>
                <a:lnTo>
                  <a:pt x="0" y="287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09" name="Google Shape;2309;p27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27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27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312" name="Google Shape;2312;p27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313" name="Google Shape;2313;p27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27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27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27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27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318" name="Google Shape;2318;p27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27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320" name="Google Shape;2320;p27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27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27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27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27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27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27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27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27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27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27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27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7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7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7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27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27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27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27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27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27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27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27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344" name="Google Shape;2344;p27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27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27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27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27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27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27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27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27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27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27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27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27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27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27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9" name="Google Shape;2359;p27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27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27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27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27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27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27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27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27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27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27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27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27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27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27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27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27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27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27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27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27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27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27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27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27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27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27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27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2387" name="Google Shape;2387;p27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27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27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90" name="Google Shape;2390;p27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91" name="Google Shape;2391;p27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27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27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27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27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96" name="Google Shape;2396;p27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27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98" name="Google Shape;2398;p27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27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27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27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27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27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27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27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27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27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27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27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27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27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27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27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27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27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27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27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27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27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27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27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27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27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27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27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27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27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27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27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27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27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27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27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27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27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27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27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8" name="Google Shape;2438;p27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27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27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27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27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27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27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27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27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7" name="Google Shape;2447;p27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p27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p27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p27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27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27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27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27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27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27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27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27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27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27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27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27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27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464" name="Google Shape;2464;p27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465" name="Google Shape;2465;p27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466" name="Google Shape;2466;p27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467" name="Google Shape;2467;p27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468" name="Google Shape;2468;p27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27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27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27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27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27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27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27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27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27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27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27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27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27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27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27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27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27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27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27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27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27"/>
          <p:cNvSpPr txBox="1"/>
          <p:nvPr/>
        </p:nvSpPr>
        <p:spPr>
          <a:xfrm>
            <a:off x="353880" y="307800"/>
            <a:ext cx="145260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Triggers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27"/>
          <p:cNvSpPr txBox="1"/>
          <p:nvPr/>
        </p:nvSpPr>
        <p:spPr>
          <a:xfrm>
            <a:off x="4571640" y="1677600"/>
            <a:ext cx="20952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1" name="Google Shape;2491;p27"/>
          <p:cNvSpPr txBox="1"/>
          <p:nvPr/>
        </p:nvSpPr>
        <p:spPr>
          <a:xfrm>
            <a:off x="4949280" y="1677600"/>
            <a:ext cx="414720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</a:t>
            </a: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only processes once and terminates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p27"/>
          <p:cNvSpPr txBox="1"/>
          <p:nvPr/>
        </p:nvSpPr>
        <p:spPr>
          <a:xfrm>
            <a:off x="4949280" y="1920960"/>
            <a:ext cx="999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stream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p27"/>
          <p:cNvSpPr txBox="1"/>
          <p:nvPr/>
        </p:nvSpPr>
        <p:spPr>
          <a:xfrm>
            <a:off x="4571640" y="2284920"/>
            <a:ext cx="20952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4" name="Google Shape;2494;p27"/>
          <p:cNvSpPr txBox="1"/>
          <p:nvPr/>
        </p:nvSpPr>
        <p:spPr>
          <a:xfrm>
            <a:off x="4949280" y="2284920"/>
            <a:ext cx="389340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Processing time</a:t>
            </a: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Most widely used and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5" name="Google Shape;2495;p27"/>
          <p:cNvSpPr txBox="1"/>
          <p:nvPr/>
        </p:nvSpPr>
        <p:spPr>
          <a:xfrm>
            <a:off x="4949280" y="2528640"/>
            <a:ext cx="134964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recommended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27"/>
          <p:cNvSpPr txBox="1"/>
          <p:nvPr/>
        </p:nvSpPr>
        <p:spPr>
          <a:xfrm>
            <a:off x="5139000" y="2832480"/>
            <a:ext cx="359784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Processes datastreams as a series of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7"/>
          <p:cNvSpPr txBox="1"/>
          <p:nvPr/>
        </p:nvSpPr>
        <p:spPr>
          <a:xfrm>
            <a:off x="5517360" y="3060000"/>
            <a:ext cx="146916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batch jobs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27"/>
          <p:cNvSpPr txBox="1"/>
          <p:nvPr/>
        </p:nvSpPr>
        <p:spPr>
          <a:xfrm>
            <a:off x="5139000" y="3349800"/>
            <a:ext cx="38581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gives better control over how often micro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9" name="Google Shape;2499;p27"/>
          <p:cNvSpPr txBox="1"/>
          <p:nvPr/>
        </p:nvSpPr>
        <p:spPr>
          <a:xfrm>
            <a:off x="5517360" y="3576960"/>
            <a:ext cx="320148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jobs should get triggered (e.g.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0" name="Google Shape;2500;p27"/>
          <p:cNvSpPr txBox="1"/>
          <p:nvPr/>
        </p:nvSpPr>
        <p:spPr>
          <a:xfrm>
            <a:off x="5517360" y="3804840"/>
            <a:ext cx="123048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5 secs).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p27"/>
          <p:cNvSpPr txBox="1"/>
          <p:nvPr/>
        </p:nvSpPr>
        <p:spPr>
          <a:xfrm>
            <a:off x="4571640" y="4153320"/>
            <a:ext cx="20952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2" name="Google Shape;2502;p27"/>
          <p:cNvSpPr txBox="1"/>
          <p:nvPr/>
        </p:nvSpPr>
        <p:spPr>
          <a:xfrm>
            <a:off x="4949280" y="4153320"/>
            <a:ext cx="412200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Experimental Feature, allows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3" name="Google Shape;250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040" y="1999440"/>
            <a:ext cx="3312360" cy="975240"/>
          </a:xfrm>
          <a:prstGeom prst="rect">
            <a:avLst/>
          </a:prstGeom>
          <a:noFill/>
          <a:ln>
            <a:noFill/>
          </a:ln>
        </p:spPr>
      </p:pic>
      <p:sp>
        <p:nvSpPr>
          <p:cNvPr id="2504" name="Google Shape;2504;p27"/>
          <p:cNvSpPr txBox="1"/>
          <p:nvPr/>
        </p:nvSpPr>
        <p:spPr>
          <a:xfrm>
            <a:off x="4949280" y="4396320"/>
            <a:ext cx="390348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process records in milliseconds latency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5" name="Google Shape;2505;p27"/>
          <p:cNvSpPr txBox="1"/>
          <p:nvPr/>
        </p:nvSpPr>
        <p:spPr>
          <a:xfrm>
            <a:off x="267120" y="5106240"/>
            <a:ext cx="32685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11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https://dzone.com/articles/spark-trigger-options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6" name="Google Shape;2506;p27"/>
          <p:cNvSpPr txBox="1"/>
          <p:nvPr/>
        </p:nvSpPr>
        <p:spPr>
          <a:xfrm>
            <a:off x="2089800" y="488520"/>
            <a:ext cx="473148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— How Frequently to Check Sources For New Data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7" name="Google Shape;2507;p27"/>
          <p:cNvSpPr txBox="1"/>
          <p:nvPr/>
        </p:nvSpPr>
        <p:spPr>
          <a:xfrm>
            <a:off x="719640" y="1095120"/>
            <a:ext cx="789696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defines how often a streaming query should be executed (triggered) and emit the output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p28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28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28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515" name="Google Shape;2515;p28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516" name="Google Shape;2516;p28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28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28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28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28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521" name="Google Shape;2521;p28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28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523" name="Google Shape;2523;p28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28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28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28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28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28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28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0" name="Google Shape;2530;p28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28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28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28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28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28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p28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28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p28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9" name="Google Shape;2539;p28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0" name="Google Shape;2540;p28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28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p28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28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4" name="Google Shape;2544;p28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28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6" name="Google Shape;2546;p28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547" name="Google Shape;2547;p28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8" name="Google Shape;2548;p28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9" name="Google Shape;2549;p28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0" name="Google Shape;2550;p28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p28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2" name="Google Shape;2552;p28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28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28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28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28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28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28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28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28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28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28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28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28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28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28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28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28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28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28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28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28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28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28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28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28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28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28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28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28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28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28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28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28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28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28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28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28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28"/>
          <p:cNvSpPr/>
          <p:nvPr/>
        </p:nvSpPr>
        <p:spPr>
          <a:xfrm>
            <a:off x="181080" y="-960"/>
            <a:ext cx="2292120" cy="1034280"/>
          </a:xfrm>
          <a:custGeom>
            <a:rect b="b" l="l" r="r" t="t"/>
            <a:pathLst>
              <a:path extrusionOk="0" h="2873" w="6367">
                <a:moveTo>
                  <a:pt x="0" y="2872"/>
                </a:moveTo>
                <a:lnTo>
                  <a:pt x="6366" y="2872"/>
                </a:lnTo>
                <a:lnTo>
                  <a:pt x="6366" y="0"/>
                </a:lnTo>
                <a:lnTo>
                  <a:pt x="0" y="0"/>
                </a:lnTo>
                <a:lnTo>
                  <a:pt x="0" y="287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90" name="Google Shape;2590;p28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28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28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593" name="Google Shape;2593;p28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594" name="Google Shape;2594;p28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28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28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28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28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599" name="Google Shape;2599;p28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28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601" name="Google Shape;2601;p28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28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28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28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28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28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28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28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28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28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28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28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28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28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28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28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28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28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28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28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28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28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28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28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625" name="Google Shape;2625;p28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p28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28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28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28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28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p28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28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28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28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28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28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28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28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28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p28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28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28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28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28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28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28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28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28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28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28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28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28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28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28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28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28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28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28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28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28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28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28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28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28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28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28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28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2668" name="Google Shape;2668;p28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28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28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71" name="Google Shape;2671;p28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72" name="Google Shape;2672;p28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28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28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28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28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77" name="Google Shape;2677;p28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28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79" name="Google Shape;2679;p28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28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28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28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28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28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28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28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28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28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28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28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28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28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28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28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28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28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28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28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28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28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28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28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28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28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28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28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28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28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28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28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p28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28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28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28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28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28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28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28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28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28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28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28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28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28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5" name="Google Shape;2725;p28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6" name="Google Shape;2726;p28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7" name="Google Shape;2727;p28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8" name="Google Shape;2728;p28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28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0" name="Google Shape;2730;p28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1" name="Google Shape;2731;p28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2" name="Google Shape;2732;p28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3" name="Google Shape;2733;p28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4" name="Google Shape;2734;p28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28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28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28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p28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28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28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28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28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28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p28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745" name="Google Shape;2745;p28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746" name="Google Shape;2746;p28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747" name="Google Shape;2747;p28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748" name="Google Shape;2748;p28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749" name="Google Shape;2749;p28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0" name="Google Shape;2750;p28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1" name="Google Shape;2751;p28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2" name="Google Shape;2752;p28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3" name="Google Shape;2753;p28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28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p28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6" name="Google Shape;2756;p28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28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p28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9" name="Google Shape;2759;p28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p28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28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p28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28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p28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28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6" name="Google Shape;2766;p28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p28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p28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9" name="Google Shape;2769;p28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28"/>
          <p:cNvSpPr txBox="1"/>
          <p:nvPr/>
        </p:nvSpPr>
        <p:spPr>
          <a:xfrm>
            <a:off x="353880" y="307800"/>
            <a:ext cx="667332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FF0000"/>
                </a:solidFill>
                <a:latin typeface="Arial Narrow"/>
                <a:ea typeface="Arial Narrow"/>
                <a:cs typeface="Arial Narrow"/>
                <a:sym typeface="Arial Narrow"/>
              </a:rPr>
              <a:t>Lab Task</a:t>
            </a: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: Tracking Server Access Log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1" name="Google Shape;2771;p28"/>
          <p:cNvSpPr/>
          <p:nvPr/>
        </p:nvSpPr>
        <p:spPr>
          <a:xfrm>
            <a:off x="742320" y="2493240"/>
            <a:ext cx="1762920" cy="537480"/>
          </a:xfrm>
          <a:custGeom>
            <a:rect b="b" l="l" r="r" t="t"/>
            <a:pathLst>
              <a:path extrusionOk="0" h="1493" w="4897">
                <a:moveTo>
                  <a:pt x="0" y="1492"/>
                </a:moveTo>
                <a:lnTo>
                  <a:pt x="4896" y="1492"/>
                </a:lnTo>
                <a:lnTo>
                  <a:pt x="4896" y="0"/>
                </a:lnTo>
                <a:lnTo>
                  <a:pt x="0" y="0"/>
                </a:lnTo>
                <a:lnTo>
                  <a:pt x="0" y="1492"/>
                </a:lnTo>
              </a:path>
            </a:pathLst>
          </a:custGeom>
          <a:noFill/>
          <a:ln cap="flat" cmpd="sng" w="11875">
            <a:solidFill>
              <a:srgbClr val="FF99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72" name="Google Shape;2772;p28"/>
          <p:cNvSpPr txBox="1"/>
          <p:nvPr/>
        </p:nvSpPr>
        <p:spPr>
          <a:xfrm>
            <a:off x="769320" y="1873200"/>
            <a:ext cx="1669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logs/access_log.txt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3" name="Google Shape;2773;p28"/>
          <p:cNvSpPr/>
          <p:nvPr/>
        </p:nvSpPr>
        <p:spPr>
          <a:xfrm>
            <a:off x="1581840" y="2094000"/>
            <a:ext cx="84960" cy="400680"/>
          </a:xfrm>
          <a:custGeom>
            <a:rect b="b" l="l" r="r" t="t"/>
            <a:pathLst>
              <a:path extrusionOk="0" h="1113" w="236">
                <a:moveTo>
                  <a:pt x="109" y="0"/>
                </a:moveTo>
                <a:lnTo>
                  <a:pt x="97" y="903"/>
                </a:lnTo>
                <a:lnTo>
                  <a:pt x="136" y="903"/>
                </a:lnTo>
                <a:lnTo>
                  <a:pt x="149" y="1"/>
                </a:lnTo>
                <a:lnTo>
                  <a:pt x="109" y="0"/>
                </a:lnTo>
                <a:moveTo>
                  <a:pt x="0" y="859"/>
                </a:moveTo>
                <a:lnTo>
                  <a:pt x="114" y="1112"/>
                </a:lnTo>
                <a:lnTo>
                  <a:pt x="235" y="863"/>
                </a:lnTo>
                <a:lnTo>
                  <a:pt x="0" y="859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2774" name="Google Shape;2774;p28"/>
          <p:cNvSpPr txBox="1"/>
          <p:nvPr/>
        </p:nvSpPr>
        <p:spPr>
          <a:xfrm>
            <a:off x="1018440" y="2674320"/>
            <a:ext cx="1210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Kafka Producer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28"/>
          <p:cNvSpPr txBox="1"/>
          <p:nvPr/>
        </p:nvSpPr>
        <p:spPr>
          <a:xfrm>
            <a:off x="854280" y="1025760"/>
            <a:ext cx="77421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Server is going to continuously send a records of a host who is trying to access some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28"/>
          <p:cNvSpPr txBox="1"/>
          <p:nvPr/>
        </p:nvSpPr>
        <p:spPr>
          <a:xfrm>
            <a:off x="1170000" y="1278480"/>
            <a:ext cx="2955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endpoint (url) from the web server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7" name="Google Shape;27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840" y="3106200"/>
            <a:ext cx="3119400" cy="1742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78" name="Google Shape;2778;p28"/>
          <p:cNvSpPr/>
          <p:nvPr/>
        </p:nvSpPr>
        <p:spPr>
          <a:xfrm>
            <a:off x="2504520" y="2715720"/>
            <a:ext cx="468000" cy="91080"/>
          </a:xfrm>
          <a:custGeom>
            <a:rect b="b" l="l" r="r" t="t"/>
            <a:pathLst>
              <a:path extrusionOk="0" h="253" w="1300">
                <a:moveTo>
                  <a:pt x="0" y="148"/>
                </a:moveTo>
                <a:lnTo>
                  <a:pt x="1105" y="148"/>
                </a:lnTo>
                <a:lnTo>
                  <a:pt x="1105" y="104"/>
                </a:lnTo>
                <a:lnTo>
                  <a:pt x="0" y="104"/>
                </a:lnTo>
                <a:lnTo>
                  <a:pt x="0" y="148"/>
                </a:lnTo>
                <a:moveTo>
                  <a:pt x="1065" y="252"/>
                </a:moveTo>
                <a:lnTo>
                  <a:pt x="1299" y="126"/>
                </a:lnTo>
                <a:lnTo>
                  <a:pt x="1065" y="0"/>
                </a:lnTo>
                <a:lnTo>
                  <a:pt x="1065" y="252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2779" name="Google Shape;2779;p28"/>
          <p:cNvSpPr/>
          <p:nvPr/>
        </p:nvSpPr>
        <p:spPr>
          <a:xfrm>
            <a:off x="2970000" y="2417040"/>
            <a:ext cx="1593360" cy="537480"/>
          </a:xfrm>
          <a:custGeom>
            <a:rect b="b" l="l" r="r" t="t"/>
            <a:pathLst>
              <a:path extrusionOk="0" h="1493" w="4426">
                <a:moveTo>
                  <a:pt x="0" y="1492"/>
                </a:moveTo>
                <a:lnTo>
                  <a:pt x="4425" y="1492"/>
                </a:lnTo>
                <a:lnTo>
                  <a:pt x="4425" y="0"/>
                </a:lnTo>
                <a:lnTo>
                  <a:pt x="0" y="0"/>
                </a:lnTo>
                <a:lnTo>
                  <a:pt x="0" y="1492"/>
                </a:lnTo>
              </a:path>
            </a:pathLst>
          </a:custGeom>
          <a:solidFill>
            <a:srgbClr val="A9D18E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80" name="Google Shape;2780;p28"/>
          <p:cNvSpPr txBox="1"/>
          <p:nvPr/>
        </p:nvSpPr>
        <p:spPr>
          <a:xfrm>
            <a:off x="854280" y="1531920"/>
            <a:ext cx="6901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Goal: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 real time queries from this data stream and output the results.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1" name="Google Shape;2781;p28"/>
          <p:cNvSpPr/>
          <p:nvPr/>
        </p:nvSpPr>
        <p:spPr>
          <a:xfrm>
            <a:off x="4582440" y="2715720"/>
            <a:ext cx="711360" cy="91080"/>
          </a:xfrm>
          <a:custGeom>
            <a:rect b="b" l="l" r="r" t="t"/>
            <a:pathLst>
              <a:path extrusionOk="0" h="253" w="1976">
                <a:moveTo>
                  <a:pt x="0" y="104"/>
                </a:moveTo>
                <a:lnTo>
                  <a:pt x="1781" y="104"/>
                </a:lnTo>
                <a:lnTo>
                  <a:pt x="1781" y="148"/>
                </a:lnTo>
                <a:lnTo>
                  <a:pt x="0" y="148"/>
                </a:lnTo>
                <a:lnTo>
                  <a:pt x="0" y="104"/>
                </a:lnTo>
                <a:moveTo>
                  <a:pt x="1743" y="0"/>
                </a:moveTo>
                <a:lnTo>
                  <a:pt x="1975" y="126"/>
                </a:lnTo>
                <a:lnTo>
                  <a:pt x="1743" y="252"/>
                </a:lnTo>
                <a:lnTo>
                  <a:pt x="1743" y="0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2782" name="Google Shape;2782;p28"/>
          <p:cNvSpPr/>
          <p:nvPr/>
        </p:nvSpPr>
        <p:spPr>
          <a:xfrm>
            <a:off x="5295240" y="2417040"/>
            <a:ext cx="1761480" cy="537480"/>
          </a:xfrm>
          <a:custGeom>
            <a:rect b="b" l="l" r="r" t="t"/>
            <a:pathLst>
              <a:path extrusionOk="0" h="1493" w="4893">
                <a:moveTo>
                  <a:pt x="0" y="1492"/>
                </a:moveTo>
                <a:lnTo>
                  <a:pt x="4892" y="1492"/>
                </a:lnTo>
                <a:lnTo>
                  <a:pt x="4892" y="0"/>
                </a:lnTo>
                <a:lnTo>
                  <a:pt x="0" y="0"/>
                </a:lnTo>
                <a:lnTo>
                  <a:pt x="0" y="1492"/>
                </a:lnTo>
              </a:path>
            </a:pathLst>
          </a:custGeom>
          <a:solidFill>
            <a:srgbClr val="ED7D31"/>
          </a:solidFill>
          <a:ln cap="flat" cmpd="sng" w="11875">
            <a:solidFill>
              <a:srgbClr val="FF99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83" name="Google Shape;2783;p28"/>
          <p:cNvSpPr txBox="1"/>
          <p:nvPr/>
        </p:nvSpPr>
        <p:spPr>
          <a:xfrm>
            <a:off x="3334320" y="2598120"/>
            <a:ext cx="86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access_log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4" name="Google Shape;2784;p28"/>
          <p:cNvSpPr/>
          <p:nvPr/>
        </p:nvSpPr>
        <p:spPr>
          <a:xfrm>
            <a:off x="7459200" y="2171880"/>
            <a:ext cx="2525400" cy="492120"/>
          </a:xfrm>
          <a:custGeom>
            <a:rect b="b" l="l" r="r" t="t"/>
            <a:pathLst>
              <a:path extrusionOk="0" h="1367" w="7015">
                <a:moveTo>
                  <a:pt x="0" y="1366"/>
                </a:moveTo>
                <a:lnTo>
                  <a:pt x="7014" y="1366"/>
                </a:lnTo>
                <a:lnTo>
                  <a:pt x="7014" y="0"/>
                </a:lnTo>
                <a:lnTo>
                  <a:pt x="0" y="0"/>
                </a:lnTo>
                <a:lnTo>
                  <a:pt x="0" y="1366"/>
                </a:lnTo>
              </a:path>
            </a:pathLst>
          </a:custGeom>
          <a:solidFill>
            <a:srgbClr val="2E75B6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85" name="Google Shape;2785;p28"/>
          <p:cNvSpPr txBox="1"/>
          <p:nvPr/>
        </p:nvSpPr>
        <p:spPr>
          <a:xfrm>
            <a:off x="5507280" y="2598120"/>
            <a:ext cx="13398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Spark Streaming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28"/>
          <p:cNvSpPr txBox="1"/>
          <p:nvPr/>
        </p:nvSpPr>
        <p:spPr>
          <a:xfrm>
            <a:off x="8015400" y="2203920"/>
            <a:ext cx="14574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Processing (Filter,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7" name="Google Shape;2787;p28"/>
          <p:cNvSpPr/>
          <p:nvPr/>
        </p:nvSpPr>
        <p:spPr>
          <a:xfrm>
            <a:off x="7459200" y="2662920"/>
            <a:ext cx="2525400" cy="490320"/>
          </a:xfrm>
          <a:custGeom>
            <a:rect b="b" l="l" r="r" t="t"/>
            <a:pathLst>
              <a:path extrusionOk="0" h="1362" w="7015">
                <a:moveTo>
                  <a:pt x="0" y="1361"/>
                </a:moveTo>
                <a:lnTo>
                  <a:pt x="7014" y="1361"/>
                </a:lnTo>
                <a:lnTo>
                  <a:pt x="7014" y="0"/>
                </a:lnTo>
                <a:lnTo>
                  <a:pt x="0" y="0"/>
                </a:lnTo>
                <a:lnTo>
                  <a:pt x="0" y="1361"/>
                </a:lnTo>
              </a:path>
            </a:pathLst>
          </a:custGeom>
          <a:solidFill>
            <a:srgbClr val="BFBFBF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88" name="Google Shape;2788;p28"/>
          <p:cNvSpPr txBox="1"/>
          <p:nvPr/>
        </p:nvSpPr>
        <p:spPr>
          <a:xfrm>
            <a:off x="8218440" y="2457000"/>
            <a:ext cx="10074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aggregation)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9" name="Google Shape;2789;p28"/>
          <p:cNvSpPr txBox="1"/>
          <p:nvPr/>
        </p:nvSpPr>
        <p:spPr>
          <a:xfrm>
            <a:off x="7845480" y="2694600"/>
            <a:ext cx="17934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sink (memory,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0" name="Google Shape;2790;p28"/>
          <p:cNvSpPr/>
          <p:nvPr/>
        </p:nvSpPr>
        <p:spPr>
          <a:xfrm>
            <a:off x="7056000" y="2639520"/>
            <a:ext cx="403920" cy="91080"/>
          </a:xfrm>
          <a:custGeom>
            <a:rect b="b" l="l" r="r" t="t"/>
            <a:pathLst>
              <a:path extrusionOk="0" h="253" w="1122">
                <a:moveTo>
                  <a:pt x="0" y="104"/>
                </a:moveTo>
                <a:lnTo>
                  <a:pt x="925" y="104"/>
                </a:lnTo>
                <a:lnTo>
                  <a:pt x="925" y="148"/>
                </a:lnTo>
                <a:lnTo>
                  <a:pt x="0" y="148"/>
                </a:lnTo>
                <a:lnTo>
                  <a:pt x="0" y="104"/>
                </a:lnTo>
                <a:moveTo>
                  <a:pt x="886" y="0"/>
                </a:moveTo>
                <a:lnTo>
                  <a:pt x="1121" y="126"/>
                </a:lnTo>
                <a:lnTo>
                  <a:pt x="886" y="252"/>
                </a:lnTo>
                <a:lnTo>
                  <a:pt x="886" y="0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2791" name="Google Shape;2791;p28"/>
          <p:cNvSpPr/>
          <p:nvPr/>
        </p:nvSpPr>
        <p:spPr>
          <a:xfrm>
            <a:off x="7173360" y="2075400"/>
            <a:ext cx="84960" cy="570960"/>
          </a:xfrm>
          <a:custGeom>
            <a:rect b="b" l="l" r="r" t="t"/>
            <a:pathLst>
              <a:path extrusionOk="0" h="1586" w="236">
                <a:moveTo>
                  <a:pt x="136" y="1585"/>
                </a:moveTo>
                <a:lnTo>
                  <a:pt x="136" y="210"/>
                </a:lnTo>
                <a:lnTo>
                  <a:pt x="97" y="210"/>
                </a:lnTo>
                <a:lnTo>
                  <a:pt x="97" y="1585"/>
                </a:lnTo>
                <a:lnTo>
                  <a:pt x="136" y="1585"/>
                </a:lnTo>
                <a:moveTo>
                  <a:pt x="235" y="251"/>
                </a:moveTo>
                <a:lnTo>
                  <a:pt x="117" y="0"/>
                </a:lnTo>
                <a:lnTo>
                  <a:pt x="0" y="251"/>
                </a:lnTo>
                <a:lnTo>
                  <a:pt x="235" y="251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2792" name="Google Shape;2792;p28"/>
          <p:cNvSpPr txBox="1"/>
          <p:nvPr/>
        </p:nvSpPr>
        <p:spPr>
          <a:xfrm>
            <a:off x="7906320" y="2947680"/>
            <a:ext cx="16287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to notebook)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3" name="Google Shape;2793;p28"/>
          <p:cNvSpPr txBox="1"/>
          <p:nvPr/>
        </p:nvSpPr>
        <p:spPr>
          <a:xfrm>
            <a:off x="6638040" y="1818600"/>
            <a:ext cx="1465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preparation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4" name="Google Shape;2794;p28"/>
          <p:cNvSpPr txBox="1"/>
          <p:nvPr/>
        </p:nvSpPr>
        <p:spPr>
          <a:xfrm>
            <a:off x="4026960" y="3682320"/>
            <a:ext cx="6018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Task 2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filters those requests that were not successful (status != 200)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5" name="Google Shape;2795;p28"/>
          <p:cNvSpPr txBox="1"/>
          <p:nvPr/>
        </p:nvSpPr>
        <p:spPr>
          <a:xfrm>
            <a:off x="4026960" y="3935400"/>
            <a:ext cx="5307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Task 3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Count the number of requests by access status code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p28"/>
          <p:cNvSpPr txBox="1"/>
          <p:nvPr/>
        </p:nvSpPr>
        <p:spPr>
          <a:xfrm>
            <a:off x="4026960" y="4212600"/>
            <a:ext cx="5865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Task 4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Output the unsucessful requests (unsucess_df) to memory </a:t>
            </a:r>
            <a:r>
              <a:rPr lang="en-AU" sz="1410">
                <a:solidFill>
                  <a:schemeClr val="dk1"/>
                </a:solidFill>
              </a:rPr>
              <a:t>sink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p29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p29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3" name="Google Shape;2803;p29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804" name="Google Shape;2804;p29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805" name="Google Shape;2805;p29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p29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7" name="Google Shape;2807;p29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29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p29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810" name="Google Shape;2810;p29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1" name="Google Shape;2811;p29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812" name="Google Shape;2812;p29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3" name="Google Shape;2813;p29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4" name="Google Shape;2814;p29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5" name="Google Shape;2815;p29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6" name="Google Shape;2816;p29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7" name="Google Shape;2817;p29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8" name="Google Shape;2818;p29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9" name="Google Shape;2819;p29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0" name="Google Shape;2820;p29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1" name="Google Shape;2821;p29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2" name="Google Shape;2822;p29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3" name="Google Shape;2823;p29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4" name="Google Shape;2824;p29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5" name="Google Shape;2825;p29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6" name="Google Shape;2826;p29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7" name="Google Shape;2827;p29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8" name="Google Shape;2828;p29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9" name="Google Shape;2829;p29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0" name="Google Shape;2830;p29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1" name="Google Shape;2831;p29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2" name="Google Shape;2832;p29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3" name="Google Shape;2833;p29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4" name="Google Shape;2834;p29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5" name="Google Shape;2835;p29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836" name="Google Shape;2836;p29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7" name="Google Shape;2837;p29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8" name="Google Shape;2838;p29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9" name="Google Shape;2839;p29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0" name="Google Shape;2840;p29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1" name="Google Shape;2841;p29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2" name="Google Shape;2842;p29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29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4" name="Google Shape;2844;p29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29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6" name="Google Shape;2846;p29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7" name="Google Shape;2847;p29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8" name="Google Shape;2848;p29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9" name="Google Shape;2849;p29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0" name="Google Shape;2850;p29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29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2" name="Google Shape;2852;p29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29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p29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29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6" name="Google Shape;2856;p29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29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p29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29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p29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29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2" name="Google Shape;2862;p29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3" name="Google Shape;2863;p29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4" name="Google Shape;2864;p29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p29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6" name="Google Shape;2866;p29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p29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p29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p29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0" name="Google Shape;2870;p29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p29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29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29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p29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p29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p29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7" name="Google Shape;2877;p29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8" name="Google Shape;2878;p29"/>
          <p:cNvSpPr/>
          <p:nvPr/>
        </p:nvSpPr>
        <p:spPr>
          <a:xfrm>
            <a:off x="181080" y="75240"/>
            <a:ext cx="2292120" cy="1034280"/>
          </a:xfrm>
          <a:custGeom>
            <a:rect b="b" l="l" r="r" t="t"/>
            <a:pathLst>
              <a:path extrusionOk="0" h="2873" w="6367">
                <a:moveTo>
                  <a:pt x="0" y="2872"/>
                </a:moveTo>
                <a:lnTo>
                  <a:pt x="6366" y="2872"/>
                </a:lnTo>
                <a:lnTo>
                  <a:pt x="6366" y="0"/>
                </a:lnTo>
                <a:lnTo>
                  <a:pt x="0" y="0"/>
                </a:lnTo>
                <a:lnTo>
                  <a:pt x="0" y="287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79" name="Google Shape;2879;p29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0" name="Google Shape;2880;p29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1" name="Google Shape;2881;p29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882" name="Google Shape;2882;p29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883" name="Google Shape;2883;p29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p29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5" name="Google Shape;2885;p29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6" name="Google Shape;2886;p29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7" name="Google Shape;2887;p29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888" name="Google Shape;2888;p29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9" name="Google Shape;2889;p29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890" name="Google Shape;2890;p29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1" name="Google Shape;2891;p29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p29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3" name="Google Shape;2893;p29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4" name="Google Shape;2894;p29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5" name="Google Shape;2895;p29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6" name="Google Shape;2896;p29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7" name="Google Shape;2897;p29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p29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9" name="Google Shape;2899;p29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29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1" name="Google Shape;2901;p29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2" name="Google Shape;2902;p29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3" name="Google Shape;2903;p29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29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5" name="Google Shape;2905;p29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6" name="Google Shape;2906;p29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p29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29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29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29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1" name="Google Shape;2911;p29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29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29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914" name="Google Shape;2914;p29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29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29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7" name="Google Shape;2917;p29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p29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29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0" name="Google Shape;2920;p29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p29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p29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3" name="Google Shape;2923;p29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29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5" name="Google Shape;2925;p29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6" name="Google Shape;2926;p29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7" name="Google Shape;2927;p29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8" name="Google Shape;2928;p29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9" name="Google Shape;2929;p29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0" name="Google Shape;2930;p29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1" name="Google Shape;2931;p29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2" name="Google Shape;2932;p29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3" name="Google Shape;2933;p29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4" name="Google Shape;2934;p29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29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6" name="Google Shape;2936;p29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p29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8" name="Google Shape;2938;p29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29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0" name="Google Shape;2940;p29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p29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2" name="Google Shape;2942;p29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3" name="Google Shape;2943;p29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p29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5" name="Google Shape;2945;p29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6" name="Google Shape;2946;p29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7" name="Google Shape;2947;p29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8" name="Google Shape;2948;p29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9" name="Google Shape;2949;p29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0" name="Google Shape;2950;p29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1" name="Google Shape;2951;p29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2" name="Google Shape;2952;p29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3" name="Google Shape;2953;p29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4" name="Google Shape;2954;p29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5" name="Google Shape;2955;p29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6" name="Google Shape;2956;p29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2957" name="Google Shape;2957;p29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8" name="Google Shape;2958;p29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9" name="Google Shape;2959;p29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60" name="Google Shape;2960;p29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61" name="Google Shape;2961;p29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p29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29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p29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p29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66" name="Google Shape;2966;p29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29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68" name="Google Shape;2968;p29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9" name="Google Shape;2969;p29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0" name="Google Shape;2970;p29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1" name="Google Shape;2971;p29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29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3" name="Google Shape;2973;p29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p29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p29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6" name="Google Shape;2976;p29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7" name="Google Shape;2977;p29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p29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29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0" name="Google Shape;2980;p29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1" name="Google Shape;2981;p29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2" name="Google Shape;2982;p29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3" name="Google Shape;2983;p29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p29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5" name="Google Shape;2985;p29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6" name="Google Shape;2986;p29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7" name="Google Shape;2987;p29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p29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9" name="Google Shape;2989;p29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0" name="Google Shape;2990;p29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1" name="Google Shape;2991;p29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29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3" name="Google Shape;2993;p29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p29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29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6" name="Google Shape;2996;p29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p29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29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p29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0" name="Google Shape;3000;p29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1" name="Google Shape;3001;p29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29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3" name="Google Shape;3003;p29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29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5" name="Google Shape;3005;p29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p29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7" name="Google Shape;3007;p29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8" name="Google Shape;3008;p29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9" name="Google Shape;3009;p29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p29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Google Shape;3011;p29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29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3" name="Google Shape;3013;p29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p29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29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29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Google Shape;3017;p29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29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p29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p29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1" name="Google Shape;3021;p29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Google Shape;3022;p29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3" name="Google Shape;3023;p29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p29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5" name="Google Shape;3025;p29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6" name="Google Shape;3026;p29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7" name="Google Shape;3027;p29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8" name="Google Shape;3028;p29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9" name="Google Shape;3029;p29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0" name="Google Shape;3030;p29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1" name="Google Shape;3031;p29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29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3" name="Google Shape;3033;p29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034" name="Google Shape;3034;p29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035" name="Google Shape;3035;p29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036" name="Google Shape;3036;p29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037" name="Google Shape;3037;p29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038" name="Google Shape;3038;p29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29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0" name="Google Shape;3040;p29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1" name="Google Shape;3041;p29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2" name="Google Shape;3042;p29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p29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4" name="Google Shape;3044;p29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29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6" name="Google Shape;3046;p29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7" name="Google Shape;3047;p29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8" name="Google Shape;3048;p29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9" name="Google Shape;3049;p29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0" name="Google Shape;3050;p29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p29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2" name="Google Shape;3052;p29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3" name="Google Shape;3053;p29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p29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p29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6" name="Google Shape;3056;p29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29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29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29"/>
          <p:cNvSpPr txBox="1"/>
          <p:nvPr/>
        </p:nvSpPr>
        <p:spPr>
          <a:xfrm>
            <a:off x="353880" y="307800"/>
            <a:ext cx="354888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Handling Array Json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0" name="Google Shape;3060;p29"/>
          <p:cNvSpPr txBox="1"/>
          <p:nvPr/>
        </p:nvSpPr>
        <p:spPr>
          <a:xfrm>
            <a:off x="349200" y="1908000"/>
            <a:ext cx="574488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Clickstream Spark Streaming - Handling Json Array DEMO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p30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30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30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068" name="Google Shape;3068;p30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069" name="Google Shape;3069;p30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0" name="Google Shape;3070;p30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p30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2" name="Google Shape;3072;p30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3" name="Google Shape;3073;p30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074" name="Google Shape;3074;p30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p30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076" name="Google Shape;3076;p30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7" name="Google Shape;3077;p30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p30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30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30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1" name="Google Shape;3081;p30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30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3" name="Google Shape;3083;p30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p30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p30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6" name="Google Shape;3086;p30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30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8" name="Google Shape;3088;p30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9" name="Google Shape;3089;p30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0" name="Google Shape;3090;p30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1" name="Google Shape;3091;p30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2" name="Google Shape;3092;p30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3" name="Google Shape;3093;p30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p30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5" name="Google Shape;3095;p30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6" name="Google Shape;3096;p30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7" name="Google Shape;3097;p30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p30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30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100" name="Google Shape;3100;p30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p30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2" name="Google Shape;3102;p30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p30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4" name="Google Shape;3104;p30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5" name="Google Shape;3105;p30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p30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7" name="Google Shape;3107;p30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p30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9" name="Google Shape;3109;p30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p30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30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30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30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30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5" name="Google Shape;3115;p30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6" name="Google Shape;3116;p30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7" name="Google Shape;3117;p30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30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9" name="Google Shape;3119;p30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30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30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30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3" name="Google Shape;3123;p30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p30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p30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30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30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8" name="Google Shape;3128;p30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9" name="Google Shape;3129;p30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p30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p30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2" name="Google Shape;3132;p30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30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4" name="Google Shape;3134;p30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5" name="Google Shape;3135;p30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6" name="Google Shape;3136;p30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7" name="Google Shape;3137;p30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8" name="Google Shape;3138;p30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9" name="Google Shape;3139;p30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0" name="Google Shape;3140;p30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1" name="Google Shape;3141;p30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2" name="Google Shape;3142;p30"/>
          <p:cNvSpPr/>
          <p:nvPr/>
        </p:nvSpPr>
        <p:spPr>
          <a:xfrm>
            <a:off x="181080" y="75240"/>
            <a:ext cx="2292120" cy="1034280"/>
          </a:xfrm>
          <a:custGeom>
            <a:rect b="b" l="l" r="r" t="t"/>
            <a:pathLst>
              <a:path extrusionOk="0" h="2873" w="6367">
                <a:moveTo>
                  <a:pt x="0" y="2872"/>
                </a:moveTo>
                <a:lnTo>
                  <a:pt x="6366" y="2872"/>
                </a:lnTo>
                <a:lnTo>
                  <a:pt x="6366" y="0"/>
                </a:lnTo>
                <a:lnTo>
                  <a:pt x="0" y="0"/>
                </a:lnTo>
                <a:lnTo>
                  <a:pt x="0" y="287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43" name="Google Shape;3143;p30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4" name="Google Shape;3144;p30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p30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146" name="Google Shape;3146;p30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147" name="Google Shape;3147;p30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8" name="Google Shape;3148;p30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9" name="Google Shape;3149;p30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30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1" name="Google Shape;3151;p30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152" name="Google Shape;3152;p30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30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154" name="Google Shape;3154;p30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30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30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30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30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30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30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30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30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p30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4" name="Google Shape;3164;p30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30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6" name="Google Shape;3166;p30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p30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p30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p30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0" name="Google Shape;3170;p30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p30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2" name="Google Shape;3172;p30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30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p30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30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p30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p30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178" name="Google Shape;3178;p30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9" name="Google Shape;3179;p30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0" name="Google Shape;3180;p30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1" name="Google Shape;3181;p30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2" name="Google Shape;3182;p30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3" name="Google Shape;3183;p30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4" name="Google Shape;3184;p30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5" name="Google Shape;3185;p30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6" name="Google Shape;3186;p30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7" name="Google Shape;3187;p30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8" name="Google Shape;3188;p30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9" name="Google Shape;3189;p30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0" name="Google Shape;3190;p30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1" name="Google Shape;3191;p30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2" name="Google Shape;3192;p30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3" name="Google Shape;3193;p30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4" name="Google Shape;3194;p30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5" name="Google Shape;3195;p30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6" name="Google Shape;3196;p30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7" name="Google Shape;3197;p30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8" name="Google Shape;3198;p30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p30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0" name="Google Shape;3200;p30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1" name="Google Shape;3201;p30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2" name="Google Shape;3202;p30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3" name="Google Shape;3203;p30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4" name="Google Shape;3204;p30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5" name="Google Shape;3205;p30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6" name="Google Shape;3206;p30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7" name="Google Shape;3207;p30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8" name="Google Shape;3208;p30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9" name="Google Shape;3209;p30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0" name="Google Shape;3210;p30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1" name="Google Shape;3211;p30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2" name="Google Shape;3212;p30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3" name="Google Shape;3213;p30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p30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5" name="Google Shape;3215;p30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6" name="Google Shape;3216;p30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7" name="Google Shape;3217;p30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8" name="Google Shape;3218;p30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9" name="Google Shape;3219;p30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0" name="Google Shape;3220;p30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3221" name="Google Shape;3221;p30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2" name="Google Shape;3222;p30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3" name="Google Shape;3223;p30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224" name="Google Shape;3224;p30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225" name="Google Shape;3225;p30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6" name="Google Shape;3226;p30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7" name="Google Shape;3227;p30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8" name="Google Shape;3228;p30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9" name="Google Shape;3229;p30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230" name="Google Shape;3230;p30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1" name="Google Shape;3231;p30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232" name="Google Shape;3232;p30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3" name="Google Shape;3233;p30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4" name="Google Shape;3234;p30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5" name="Google Shape;3235;p30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6" name="Google Shape;3236;p30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7" name="Google Shape;3237;p30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8" name="Google Shape;3238;p30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9" name="Google Shape;3239;p30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0" name="Google Shape;3240;p30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1" name="Google Shape;3241;p30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2" name="Google Shape;3242;p30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3" name="Google Shape;3243;p30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4" name="Google Shape;3244;p30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5" name="Google Shape;3245;p30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6" name="Google Shape;3246;p30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7" name="Google Shape;3247;p30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8" name="Google Shape;3248;p30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p30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0" name="Google Shape;3250;p30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30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2" name="Google Shape;3252;p30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3" name="Google Shape;3253;p30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4" name="Google Shape;3254;p30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p30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6" name="Google Shape;3256;p30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p30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8" name="Google Shape;3258;p30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30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0" name="Google Shape;3260;p30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30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2" name="Google Shape;3262;p30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30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4" name="Google Shape;3264;p30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5" name="Google Shape;3265;p30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6" name="Google Shape;3266;p30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7" name="Google Shape;3267;p30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8" name="Google Shape;3268;p30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9" name="Google Shape;3269;p30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0" name="Google Shape;3270;p30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1" name="Google Shape;3271;p30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2" name="Google Shape;3272;p30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3" name="Google Shape;3273;p30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4" name="Google Shape;3274;p30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5" name="Google Shape;3275;p30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6" name="Google Shape;3276;p30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7" name="Google Shape;3277;p30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8" name="Google Shape;3278;p30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9" name="Google Shape;3279;p30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0" name="Google Shape;3280;p30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1" name="Google Shape;3281;p30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2" name="Google Shape;3282;p30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3" name="Google Shape;3283;p30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4" name="Google Shape;3284;p30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5" name="Google Shape;3285;p30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6" name="Google Shape;3286;p30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7" name="Google Shape;3287;p30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8" name="Google Shape;3288;p30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9" name="Google Shape;3289;p30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0" name="Google Shape;3290;p30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1" name="Google Shape;3291;p30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2" name="Google Shape;3292;p30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3" name="Google Shape;3293;p30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4" name="Google Shape;3294;p30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5" name="Google Shape;3295;p30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6" name="Google Shape;3296;p30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7" name="Google Shape;3297;p30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298" name="Google Shape;3298;p30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299" name="Google Shape;3299;p30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300" name="Google Shape;3300;p30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301" name="Google Shape;3301;p30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302" name="Google Shape;3302;p30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3" name="Google Shape;3303;p30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4" name="Google Shape;3304;p30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5" name="Google Shape;3305;p30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6" name="Google Shape;3306;p30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7" name="Google Shape;3307;p30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30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9" name="Google Shape;3309;p30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0" name="Google Shape;3310;p30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1" name="Google Shape;3311;p30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2" name="Google Shape;3312;p30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3" name="Google Shape;3313;p30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4" name="Google Shape;3314;p30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5" name="Google Shape;3315;p30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6" name="Google Shape;3316;p30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7" name="Google Shape;3317;p30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8" name="Google Shape;3318;p30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9" name="Google Shape;3319;p30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p30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1" name="Google Shape;3321;p30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2" name="Google Shape;3322;p30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3" name="Google Shape;3323;p30"/>
          <p:cNvSpPr txBox="1"/>
          <p:nvPr/>
        </p:nvSpPr>
        <p:spPr>
          <a:xfrm>
            <a:off x="353880" y="307800"/>
            <a:ext cx="195660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References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4" name="Google Shape;3324;p30"/>
          <p:cNvSpPr txBox="1"/>
          <p:nvPr/>
        </p:nvSpPr>
        <p:spPr>
          <a:xfrm>
            <a:off x="349200" y="1679400"/>
            <a:ext cx="76968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500" u="sng">
                <a:solidFill>
                  <a:schemeClr val="hlink"/>
                </a:solidFill>
                <a:hlinkClick r:id="rId3"/>
              </a:rPr>
              <a:t>Structured Streaming Programming Guide - Spark Documentation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5" name="Google Shape;3325;p30"/>
          <p:cNvSpPr txBox="1"/>
          <p:nvPr/>
        </p:nvSpPr>
        <p:spPr>
          <a:xfrm>
            <a:off x="349200" y="2119200"/>
            <a:ext cx="76278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500" u="sng">
                <a:solidFill>
                  <a:schemeClr val="hlink"/>
                </a:solidFill>
                <a:hlinkClick r:id="rId4"/>
              </a:rPr>
              <a:t>Structured Streaming tutorial - Azure Databricks | Microsoft Learn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29" name="Shape 3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0" name="Google Shape;3330;p31"/>
          <p:cNvSpPr txBox="1"/>
          <p:nvPr/>
        </p:nvSpPr>
        <p:spPr>
          <a:xfrm>
            <a:off x="3287670" y="2685340"/>
            <a:ext cx="2932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 you next week.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1" name="Google Shape;3331;p31"/>
          <p:cNvSpPr txBox="1"/>
          <p:nvPr/>
        </p:nvSpPr>
        <p:spPr>
          <a:xfrm>
            <a:off x="408600" y="252350"/>
            <a:ext cx="36780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